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7"/>
  </p:notesMasterIdLst>
  <p:handoutMasterIdLst>
    <p:handoutMasterId r:id="rId28"/>
  </p:handoutMasterIdLst>
  <p:sldIdLst>
    <p:sldId id="2708" r:id="rId3"/>
    <p:sldId id="2387" r:id="rId4"/>
    <p:sldId id="2447" r:id="rId5"/>
    <p:sldId id="2766" r:id="rId6"/>
    <p:sldId id="2767" r:id="rId7"/>
    <p:sldId id="2768" r:id="rId8"/>
    <p:sldId id="2769" r:id="rId9"/>
    <p:sldId id="2726" r:id="rId10"/>
    <p:sldId id="2770" r:id="rId11"/>
    <p:sldId id="2764" r:id="rId12"/>
    <p:sldId id="2771" r:id="rId13"/>
    <p:sldId id="2772" r:id="rId14"/>
    <p:sldId id="2782" r:id="rId15"/>
    <p:sldId id="2709" r:id="rId16"/>
    <p:sldId id="2773" r:id="rId17"/>
    <p:sldId id="2765" r:id="rId18"/>
    <p:sldId id="2780" r:id="rId19"/>
    <p:sldId id="2781" r:id="rId20"/>
    <p:sldId id="2774" r:id="rId21"/>
    <p:sldId id="2783" r:id="rId22"/>
    <p:sldId id="2784" r:id="rId23"/>
    <p:sldId id="2775" r:id="rId24"/>
    <p:sldId id="2785" r:id="rId25"/>
    <p:sldId id="2760" r:id="rId26"/>
  </p:sldIdLst>
  <p:sldSz cx="12192000" cy="6858000"/>
  <p:notesSz cx="7099300" cy="10234613"/>
  <p:custDataLst>
    <p:tags r:id="rId29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610E5-752B-7B4A-889B-D40C860DA0F0}" v="6" dt="2025-05-31T15:05:49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42" autoAdjust="0"/>
    <p:restoredTop sz="86650"/>
  </p:normalViewPr>
  <p:slideViewPr>
    <p:cSldViewPr snapToGrid="0">
      <p:cViewPr varScale="1">
        <p:scale>
          <a:sx n="53" d="100"/>
          <a:sy n="53" d="100"/>
        </p:scale>
        <p:origin x="51" y="204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5" d="100"/>
        <a:sy n="15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C61A3064-79B6-C04E-96BC-25A14B9EC5E9}"/>
    <pc:docChg chg="undo custSel addSld delSld modSld sldOrd">
      <pc:chgData name="Xin Luo" userId="82312ee5779919a4" providerId="LiveId" clId="{C61A3064-79B6-C04E-96BC-25A14B9EC5E9}" dt="2025-05-09T11:15:29.792" v="1442" actId="2696"/>
      <pc:docMkLst>
        <pc:docMk/>
      </pc:docMkLst>
      <pc:sldChg chg="delSp mod">
        <pc:chgData name="Xin Luo" userId="82312ee5779919a4" providerId="LiveId" clId="{C61A3064-79B6-C04E-96BC-25A14B9EC5E9}" dt="2025-05-09T10:56:57.743" v="1282" actId="478"/>
        <pc:sldMkLst>
          <pc:docMk/>
          <pc:sldMk cId="1576120367" sldId="2387"/>
        </pc:sldMkLst>
      </pc:sldChg>
      <pc:sldChg chg="del">
        <pc:chgData name="Xin Luo" userId="82312ee5779919a4" providerId="LiveId" clId="{C61A3064-79B6-C04E-96BC-25A14B9EC5E9}" dt="2025-05-09T11:15:29.792" v="1442" actId="2696"/>
        <pc:sldMkLst>
          <pc:docMk/>
          <pc:sldMk cId="972163772" sldId="2720"/>
        </pc:sldMkLst>
      </pc:sldChg>
      <pc:sldChg chg="modSp mod">
        <pc:chgData name="Xin Luo" userId="82312ee5779919a4" providerId="LiveId" clId="{C61A3064-79B6-C04E-96BC-25A14B9EC5E9}" dt="2025-05-09T11:13:05.045" v="1441" actId="14100"/>
        <pc:sldMkLst>
          <pc:docMk/>
          <pc:sldMk cId="3506380824" sldId="2764"/>
        </pc:sldMkLst>
        <pc:spChg chg="mod">
          <ac:chgData name="Xin Luo" userId="82312ee5779919a4" providerId="LiveId" clId="{C61A3064-79B6-C04E-96BC-25A14B9EC5E9}" dt="2025-05-09T11:12:41.524" v="1435" actId="1076"/>
          <ac:spMkLst>
            <pc:docMk/>
            <pc:sldMk cId="3506380824" sldId="2764"/>
            <ac:spMk id="13" creationId="{FAF043E7-806D-383D-FE81-C07896C99E2B}"/>
          </ac:spMkLst>
        </pc:spChg>
        <pc:graphicFrameChg chg="mod modGraphic">
          <ac:chgData name="Xin Luo" userId="82312ee5779919a4" providerId="LiveId" clId="{C61A3064-79B6-C04E-96BC-25A14B9EC5E9}" dt="2025-05-09T11:13:05.045" v="1441" actId="14100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mod">
          <ac:chgData name="Xin Luo" userId="82312ee5779919a4" providerId="LiveId" clId="{C61A3064-79B6-C04E-96BC-25A14B9EC5E9}" dt="2025-05-09T11:12:51.526" v="1439" actId="14100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mod">
        <pc:chgData name="Xin Luo" userId="82312ee5779919a4" providerId="LiveId" clId="{C61A3064-79B6-C04E-96BC-25A14B9EC5E9}" dt="2025-05-09T10:54:06.926" v="1275" actId="1076"/>
        <pc:sldMkLst>
          <pc:docMk/>
          <pc:sldMk cId="3776743227" sldId="2765"/>
        </pc:sldMkLst>
        <pc:spChg chg="mod">
          <ac:chgData name="Xin Luo" userId="82312ee5779919a4" providerId="LiveId" clId="{C61A3064-79B6-C04E-96BC-25A14B9EC5E9}" dt="2025-05-09T10:54:06.926" v="1275" actId="1076"/>
          <ac:spMkLst>
            <pc:docMk/>
            <pc:sldMk cId="3776743227" sldId="2765"/>
            <ac:spMk id="6" creationId="{10D08B56-A55D-A7F0-9DBF-689316436A80}"/>
          </ac:spMkLst>
        </pc:spChg>
      </pc:sldChg>
      <pc:sldChg chg="modSp mod">
        <pc:chgData name="Xin Luo" userId="82312ee5779919a4" providerId="LiveId" clId="{C61A3064-79B6-C04E-96BC-25A14B9EC5E9}" dt="2025-05-09T11:12:13.187" v="1430" actId="1036"/>
        <pc:sldMkLst>
          <pc:docMk/>
          <pc:sldMk cId="4115132314" sldId="2771"/>
        </pc:sldMkLst>
        <pc:spChg chg="mod">
          <ac:chgData name="Xin Luo" userId="82312ee5779919a4" providerId="LiveId" clId="{C61A3064-79B6-C04E-96BC-25A14B9EC5E9}" dt="2025-05-09T11:12:13.187" v="1430" actId="1036"/>
          <ac:spMkLst>
            <pc:docMk/>
            <pc:sldMk cId="4115132314" sldId="2771"/>
            <ac:spMk id="13" creationId="{11F172DF-28DC-0D74-BC10-EE83BEAF4B32}"/>
          </ac:spMkLst>
        </pc:spChg>
        <pc:graphicFrameChg chg="mod modGraphic">
          <ac:chgData name="Xin Luo" userId="82312ee5779919a4" providerId="LiveId" clId="{C61A3064-79B6-C04E-96BC-25A14B9EC5E9}" dt="2025-05-09T11:12:13.187" v="1430" actId="1036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mod">
          <ac:chgData name="Xin Luo" userId="82312ee5779919a4" providerId="LiveId" clId="{C61A3064-79B6-C04E-96BC-25A14B9EC5E9}" dt="2025-05-09T11:12:13.187" v="1430" actId="1036"/>
          <ac:picMkLst>
            <pc:docMk/>
            <pc:sldMk cId="4115132314" sldId="2771"/>
            <ac:picMk id="8" creationId="{4EA08E5E-E390-3EDF-44E6-403B3D286689}"/>
          </ac:picMkLst>
        </pc:picChg>
      </pc:sldChg>
      <pc:sldChg chg="modSp mod">
        <pc:chgData name="Xin Luo" userId="82312ee5779919a4" providerId="LiveId" clId="{C61A3064-79B6-C04E-96BC-25A14B9EC5E9}" dt="2025-05-09T11:11:19.611" v="1413" actId="1038"/>
        <pc:sldMkLst>
          <pc:docMk/>
          <pc:sldMk cId="2890079731" sldId="2772"/>
        </pc:sldMkLst>
        <pc:spChg chg="mod">
          <ac:chgData name="Xin Luo" userId="82312ee5779919a4" providerId="LiveId" clId="{C61A3064-79B6-C04E-96BC-25A14B9EC5E9}" dt="2025-05-09T11:11:10.688" v="1408" actId="20577"/>
          <ac:spMkLst>
            <pc:docMk/>
            <pc:sldMk cId="2890079731" sldId="2772"/>
            <ac:spMk id="13" creationId="{36DF7EA9-D756-3F82-04ED-917BA97519A4}"/>
          </ac:spMkLst>
        </pc:spChg>
        <pc:graphicFrameChg chg="mod modGraphic">
          <ac:chgData name="Xin Luo" userId="82312ee5779919a4" providerId="LiveId" clId="{C61A3064-79B6-C04E-96BC-25A14B9EC5E9}" dt="2025-05-09T11:11:03.203" v="1399" actId="1035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mod">
          <ac:chgData name="Xin Luo" userId="82312ee5779919a4" providerId="LiveId" clId="{C61A3064-79B6-C04E-96BC-25A14B9EC5E9}" dt="2025-05-09T11:11:19.611" v="1413" actId="1038"/>
          <ac:picMkLst>
            <pc:docMk/>
            <pc:sldMk cId="2890079731" sldId="2772"/>
            <ac:picMk id="7" creationId="{410ADC27-A8FA-2E3E-9C6A-5A42BE8F7467}"/>
          </ac:picMkLst>
        </pc:picChg>
      </pc:sldChg>
      <pc:sldChg chg="addSp delSp modSp add mod ord modNotesTx">
        <pc:chgData name="Xin Luo" userId="82312ee5779919a4" providerId="LiveId" clId="{C61A3064-79B6-C04E-96BC-25A14B9EC5E9}" dt="2025-05-09T11:10:09.026" v="1360" actId="20577"/>
        <pc:sldMkLst>
          <pc:docMk/>
          <pc:sldMk cId="3483888068" sldId="2773"/>
        </pc:sldMkLst>
        <pc:spChg chg="add mod">
          <ac:chgData name="Xin Luo" userId="82312ee5779919a4" providerId="LiveId" clId="{C61A3064-79B6-C04E-96BC-25A14B9EC5E9}" dt="2025-05-09T11:10:09.026" v="1360" actId="20577"/>
          <ac:spMkLst>
            <pc:docMk/>
            <pc:sldMk cId="3483888068" sldId="2773"/>
            <ac:spMk id="8" creationId="{8D4E6260-E6B0-E9A5-EE36-5C6B04AE8C23}"/>
          </ac:spMkLst>
        </pc:spChg>
      </pc:sldChg>
      <pc:sldChg chg="addSp delSp modSp add mod modNotesTx">
        <pc:chgData name="Xin Luo" userId="82312ee5779919a4" providerId="LiveId" clId="{C61A3064-79B6-C04E-96BC-25A14B9EC5E9}" dt="2025-05-09T10:39:21.138" v="1013" actId="14100"/>
        <pc:sldMkLst>
          <pc:docMk/>
          <pc:sldMk cId="3486418074" sldId="2774"/>
        </pc:sldMkLst>
        <pc:spChg chg="add mod">
          <ac:chgData name="Xin Luo" userId="82312ee5779919a4" providerId="LiveId" clId="{C61A3064-79B6-C04E-96BC-25A14B9EC5E9}" dt="2025-05-09T09:22:46.615" v="797" actId="122"/>
          <ac:spMkLst>
            <pc:docMk/>
            <pc:sldMk cId="3486418074" sldId="2774"/>
            <ac:spMk id="9" creationId="{992F2ED7-670D-AD19-DAB1-3B5E976BA63F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10" creationId="{538141C9-490E-C12B-A86C-3479A3B108B3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27" creationId="{3E6B516C-F780-1627-8BB1-59513E674566}"/>
          </ac:spMkLst>
        </pc:sp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2" creationId="{187E6F44-1324-218F-7908-094F56249B5E}"/>
          </ac:picMkLst>
        </pc:pic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add mod">
        <pc:chgData name="Xin Luo" userId="82312ee5779919a4" providerId="LiveId" clId="{C61A3064-79B6-C04E-96BC-25A14B9EC5E9}" dt="2025-05-09T10:58:06.880" v="1352" actId="1036"/>
        <pc:sldMkLst>
          <pc:docMk/>
          <pc:sldMk cId="1254623858" sldId="2775"/>
        </pc:sldMkLst>
        <pc:spChg chg="add mod">
          <ac:chgData name="Xin Luo" userId="82312ee5779919a4" providerId="LiveId" clId="{C61A3064-79B6-C04E-96BC-25A14B9EC5E9}" dt="2025-05-09T10:58:06.880" v="1352" actId="1036"/>
          <ac:spMkLst>
            <pc:docMk/>
            <pc:sldMk cId="1254623858" sldId="2775"/>
            <ac:spMk id="5" creationId="{FF6A2CE6-BB08-6E71-1478-0D19605E2814}"/>
          </ac:spMkLst>
        </pc:spChg>
        <pc:spChg chg="mod">
          <ac:chgData name="Xin Luo" userId="82312ee5779919a4" providerId="LiveId" clId="{C61A3064-79B6-C04E-96BC-25A14B9EC5E9}" dt="2025-05-09T10:57:48.461" v="1325" actId="1035"/>
          <ac:spMkLst>
            <pc:docMk/>
            <pc:sldMk cId="1254623858" sldId="2775"/>
            <ac:spMk id="7" creationId="{0F62DBF6-98A5-1A50-E883-A4DC53AB52B9}"/>
          </ac:spMkLst>
        </pc:spChg>
      </pc:sldChg>
      <pc:sldChg chg="addSp delSp modSp add mod ord">
        <pc:chgData name="Xin Luo" userId="82312ee5779919a4" providerId="LiveId" clId="{C61A3064-79B6-C04E-96BC-25A14B9EC5E9}" dt="2025-05-09T10:57:31.858" v="1310" actId="1076"/>
        <pc:sldMkLst>
          <pc:docMk/>
          <pc:sldMk cId="2703268884" sldId="2776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  <pc:spChg chg="mod">
          <ac:chgData name="Xin Luo" userId="82312ee5779919a4" providerId="LiveId" clId="{9073B790-108B-9A41-B544-91FBC3D671E5}" dt="2025-05-08T15:06:54.751" v="15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073B790-108B-9A41-B544-91FBC3D671E5}" dt="2025-05-08T15:07:42.200" v="225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073B790-108B-9A41-B544-91FBC3D671E5}" dt="2025-05-08T15:07:25.228" v="19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  <pc:spChg chg="mod">
          <ac:chgData name="Xin Luo" userId="82312ee5779919a4" providerId="LiveId" clId="{9073B790-108B-9A41-B544-91FBC3D671E5}" dt="2025-05-08T15:07:54.688" v="256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  <pc:spChg chg="mod">
          <ac:chgData name="Xin Luo" userId="82312ee5779919a4" providerId="LiveId" clId="{9073B790-108B-9A41-B544-91FBC3D671E5}" dt="2025-05-08T15:06:05.338" v="9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073B790-108B-9A41-B544-91FBC3D671E5}" dt="2025-05-08T15:05:53.449" v="82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  <pc:spChg chg="mod">
          <ac:chgData name="Xin Luo" userId="82312ee5779919a4" providerId="LiveId" clId="{9073B790-108B-9A41-B544-91FBC3D671E5}" dt="2025-05-08T15:08:09.867" v="28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A5D610E5-752B-7B4A-889B-D40C860DA0F0}"/>
    <pc:docChg chg="undo redo custSel addSld delSld modSld sldOrd">
      <pc:chgData name="Xin Luo" userId="82312ee5779919a4" providerId="LiveId" clId="{A5D610E5-752B-7B4A-889B-D40C860DA0F0}" dt="2025-05-31T15:06:11.065" v="3108" actId="1038"/>
      <pc:docMkLst>
        <pc:docMk/>
      </pc:docMkLst>
      <pc:sldChg chg="modSp mod">
        <pc:chgData name="Xin Luo" userId="82312ee5779919a4" providerId="LiveId" clId="{A5D610E5-752B-7B4A-889B-D40C860DA0F0}" dt="2025-05-24T15:54:00.558" v="1895" actId="1036"/>
        <pc:sldMkLst>
          <pc:docMk/>
          <pc:sldMk cId="1576120367" sldId="2387"/>
        </pc:sldMkLst>
        <pc:spChg chg="mod">
          <ac:chgData name="Xin Luo" userId="82312ee5779919a4" providerId="LiveId" clId="{A5D610E5-752B-7B4A-889B-D40C860DA0F0}" dt="2025-05-08T15:13:36.832" v="12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A5D610E5-752B-7B4A-889B-D40C860DA0F0}" dt="2025-05-08T15:12:58.461" v="107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  <pc:spChg chg="mod">
          <ac:chgData name="Xin Luo" userId="82312ee5779919a4" providerId="LiveId" clId="{A5D610E5-752B-7B4A-889B-D40C860DA0F0}" dt="2025-05-08T15:14:31.896" v="150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  <pc:spChg chg="mod">
          <ac:chgData name="Xin Luo" userId="82312ee5779919a4" providerId="LiveId" clId="{A5D610E5-752B-7B4A-889B-D40C860DA0F0}" dt="2025-05-08T15:12:24.990" v="3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A5D610E5-752B-7B4A-889B-D40C860DA0F0}" dt="2025-05-08T15:12:20.641" v="34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  <pc:spChg chg="mod">
          <ac:chgData name="Xin Luo" userId="82312ee5779919a4" providerId="LiveId" clId="{A5D610E5-752B-7B4A-889B-D40C860DA0F0}" dt="2025-05-08T15:14:38.806" v="166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delSp modSp add del mod ord">
        <pc:chgData name="Xin Luo" userId="82312ee5779919a4" providerId="LiveId" clId="{A5D610E5-752B-7B4A-889B-D40C860DA0F0}" dt="2025-05-08T15:46:13.956" v="259" actId="2696"/>
        <pc:sldMkLst>
          <pc:docMk/>
          <pc:sldMk cId="2826444872" sldId="2723"/>
        </pc:sldMkLst>
      </pc:sldChg>
      <pc:sldChg chg="addSp delSp modSp add mod ord modNotesTx">
        <pc:chgData name="Xin Luo" userId="82312ee5779919a4" providerId="LiveId" clId="{A5D610E5-752B-7B4A-889B-D40C860DA0F0}" dt="2025-05-09T00:33:31.612" v="1867" actId="20577"/>
        <pc:sldMkLst>
          <pc:docMk/>
          <pc:sldMk cId="965496355" sldId="2726"/>
        </pc:sldMkLst>
        <pc:spChg chg="mod">
          <ac:chgData name="Xin Luo" userId="82312ee5779919a4" providerId="LiveId" clId="{A5D610E5-752B-7B4A-889B-D40C860DA0F0}" dt="2025-05-09T00:33:31.612" v="1867" actId="20577"/>
          <ac:spMkLst>
            <pc:docMk/>
            <pc:sldMk cId="965496355" sldId="2726"/>
            <ac:spMk id="2" creationId="{631AADB6-C88A-D817-4683-FC087E4E240F}"/>
          </ac:spMkLst>
        </pc:spChg>
        <pc:spChg chg="mod">
          <ac:chgData name="Xin Luo" userId="82312ee5779919a4" providerId="LiveId" clId="{A5D610E5-752B-7B4A-889B-D40C860DA0F0}" dt="2025-05-08T16:07:08.195" v="802" actId="20577"/>
          <ac:spMkLst>
            <pc:docMk/>
            <pc:sldMk cId="965496355" sldId="2726"/>
            <ac:spMk id="3" creationId="{00000000-0000-0000-0000-000000000000}"/>
          </ac:spMkLst>
        </pc:spChg>
        <pc:picChg chg="add mod">
          <ac:chgData name="Xin Luo" userId="82312ee5779919a4" providerId="LiveId" clId="{A5D610E5-752B-7B4A-889B-D40C860DA0F0}" dt="2025-05-08T23:45:36.462" v="1109" actId="14100"/>
          <ac:picMkLst>
            <pc:docMk/>
            <pc:sldMk cId="965496355" sldId="2726"/>
            <ac:picMk id="5" creationId="{6E043B62-585B-96D3-4608-3F7ED635812D}"/>
          </ac:picMkLst>
        </pc:picChg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Sp delSp modSp mod">
        <pc:chgData name="Xin Luo" userId="82312ee5779919a4" providerId="LiveId" clId="{A5D610E5-752B-7B4A-889B-D40C860DA0F0}" dt="2025-05-25T05:28:20.650" v="2988" actId="20577"/>
        <pc:sldMkLst>
          <pc:docMk/>
          <pc:sldMk cId="1125183986" sldId="2760"/>
        </pc:sldMkLst>
        <pc:spChg chg="add mod">
          <ac:chgData name="Xin Luo" userId="82312ee5779919a4" providerId="LiveId" clId="{A5D610E5-752B-7B4A-889B-D40C860DA0F0}" dt="2025-05-25T05:28:20.650" v="2988" actId="20577"/>
          <ac:spMkLst>
            <pc:docMk/>
            <pc:sldMk cId="1125183986" sldId="2760"/>
            <ac:spMk id="4" creationId="{43A98275-75F9-BBF3-2BC6-FAB8125C1A01}"/>
          </ac:spMkLst>
        </pc:spChg>
        <pc:spChg chg="mod">
          <ac:chgData name="Xin Luo" userId="82312ee5779919a4" providerId="LiveId" clId="{A5D610E5-752B-7B4A-889B-D40C860DA0F0}" dt="2025-05-08T23:37:07.969" v="1031" actId="20577"/>
          <ac:spMkLst>
            <pc:docMk/>
            <pc:sldMk cId="1125183986" sldId="2760"/>
            <ac:spMk id="11" creationId="{53A7E693-8098-76C4-CD5D-47166ABEB164}"/>
          </ac:spMkLst>
        </pc:spChg>
      </pc:sldChg>
      <pc:sldChg chg="addSp delSp modSp add mod ord">
        <pc:chgData name="Xin Luo" userId="82312ee5779919a4" providerId="LiveId" clId="{A5D610E5-752B-7B4A-889B-D40C860DA0F0}" dt="2025-05-25T02:42:02.106" v="2410" actId="1036"/>
        <pc:sldMkLst>
          <pc:docMk/>
          <pc:sldMk cId="3506380824" sldId="2764"/>
        </pc:sldMkLst>
        <pc:spChg chg="add mod">
          <ac:chgData name="Xin Luo" userId="82312ee5779919a4" providerId="LiveId" clId="{A5D610E5-752B-7B4A-889B-D40C860DA0F0}" dt="2025-05-25T02:42:02.106" v="2410" actId="1036"/>
          <ac:spMkLst>
            <pc:docMk/>
            <pc:sldMk cId="3506380824" sldId="2764"/>
            <ac:spMk id="4" creationId="{314FBAF0-70BA-6395-A923-9CE89DF4F9F9}"/>
          </ac:spMkLst>
        </pc:spChg>
        <pc:spChg chg="add mod">
          <ac:chgData name="Xin Luo" userId="82312ee5779919a4" providerId="LiveId" clId="{A5D610E5-752B-7B4A-889B-D40C860DA0F0}" dt="2025-05-09T00:34:06.388" v="1876" actId="1076"/>
          <ac:spMkLst>
            <pc:docMk/>
            <pc:sldMk cId="3506380824" sldId="2764"/>
            <ac:spMk id="13" creationId="{FAF043E7-806D-383D-FE81-C07896C99E2B}"/>
          </ac:spMkLst>
        </pc:spChg>
        <pc:graphicFrameChg chg="add mod modGraphic">
          <ac:chgData name="Xin Luo" userId="82312ee5779919a4" providerId="LiveId" clId="{A5D610E5-752B-7B4A-889B-D40C860DA0F0}" dt="2025-05-09T00:29:03.438" v="1803" actId="1076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add mod">
          <ac:chgData name="Xin Luo" userId="82312ee5779919a4" providerId="LiveId" clId="{A5D610E5-752B-7B4A-889B-D40C860DA0F0}" dt="2025-05-09T00:28:57.412" v="1802" actId="1076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add mod">
        <pc:chgData name="Xin Luo" userId="82312ee5779919a4" providerId="LiveId" clId="{A5D610E5-752B-7B4A-889B-D40C860DA0F0}" dt="2025-05-25T05:28:59.172" v="2999" actId="20577"/>
        <pc:sldMkLst>
          <pc:docMk/>
          <pc:sldMk cId="3776743227" sldId="2765"/>
        </pc:sldMkLst>
        <pc:spChg chg="mod">
          <ac:chgData name="Xin Luo" userId="82312ee5779919a4" providerId="LiveId" clId="{A5D610E5-752B-7B4A-889B-D40C860DA0F0}" dt="2025-05-25T05:28:59.172" v="2999" actId="20577"/>
          <ac:spMkLst>
            <pc:docMk/>
            <pc:sldMk cId="3776743227" sldId="2765"/>
            <ac:spMk id="2" creationId="{63F1033C-442C-5498-6FB7-8CF9E065EB39}"/>
          </ac:spMkLst>
        </pc:spChg>
        <pc:spChg chg="mod">
          <ac:chgData name="Xin Luo" userId="82312ee5779919a4" providerId="LiveId" clId="{A5D610E5-752B-7B4A-889B-D40C860DA0F0}" dt="2025-05-08T15:44:20.652" v="242" actId="20577"/>
          <ac:spMkLst>
            <pc:docMk/>
            <pc:sldMk cId="3776743227" sldId="2765"/>
            <ac:spMk id="3" creationId="{C94D717D-1318-65B5-FECC-03699A23D433}"/>
          </ac:spMkLst>
        </pc:spChg>
      </pc:sldChg>
      <pc:sldChg chg="addSp delSp modSp add mod ord modNotesTx">
        <pc:chgData name="Xin Luo" userId="82312ee5779919a4" providerId="LiveId" clId="{A5D610E5-752B-7B4A-889B-D40C860DA0F0}" dt="2025-05-31T05:02:56.164" v="3065" actId="1076"/>
        <pc:sldMkLst>
          <pc:docMk/>
          <pc:sldMk cId="3139827326" sldId="2766"/>
        </pc:sldMkLst>
        <pc:spChg chg="mod">
          <ac:chgData name="Xin Luo" userId="82312ee5779919a4" providerId="LiveId" clId="{A5D610E5-752B-7B4A-889B-D40C860DA0F0}" dt="2025-05-31T05:02:53.409" v="3064" actId="1035"/>
          <ac:spMkLst>
            <pc:docMk/>
            <pc:sldMk cId="3139827326" sldId="2766"/>
            <ac:spMk id="2" creationId="{97C63F67-9AAB-CE6E-C7E5-38F577238B01}"/>
          </ac:spMkLst>
        </pc:spChg>
        <pc:spChg chg="mod">
          <ac:chgData name="Xin Luo" userId="82312ee5779919a4" providerId="LiveId" clId="{A5D610E5-752B-7B4A-889B-D40C860DA0F0}" dt="2025-05-08T16:07:21.801" v="805"/>
          <ac:spMkLst>
            <pc:docMk/>
            <pc:sldMk cId="3139827326" sldId="2766"/>
            <ac:spMk id="3" creationId="{AD9BC452-13E2-26AE-1D4E-3F9E7D53BC00}"/>
          </ac:spMkLst>
        </pc:spChg>
        <pc:spChg chg="add del mod">
          <ac:chgData name="Xin Luo" userId="82312ee5779919a4" providerId="LiveId" clId="{A5D610E5-752B-7B4A-889B-D40C860DA0F0}" dt="2025-05-31T05:02:30.139" v="3055"/>
          <ac:spMkLst>
            <pc:docMk/>
            <pc:sldMk cId="3139827326" sldId="2766"/>
            <ac:spMk id="12" creationId="{516580D0-A1BA-ABD2-E90F-415F5FABE51E}"/>
          </ac:spMkLst>
        </pc:spChg>
        <pc:picChg chg="add mod">
          <ac:chgData name="Xin Luo" userId="82312ee5779919a4" providerId="LiveId" clId="{A5D610E5-752B-7B4A-889B-D40C860DA0F0}" dt="2025-05-31T05:02:01.075" v="3046" actId="14100"/>
          <ac:picMkLst>
            <pc:docMk/>
            <pc:sldMk cId="3139827326" sldId="2766"/>
            <ac:picMk id="5" creationId="{88DD1C61-3773-EAD5-BA14-53FA4DEA3110}"/>
          </ac:picMkLst>
        </pc:picChg>
        <pc:picChg chg="add mod">
          <ac:chgData name="Xin Luo" userId="82312ee5779919a4" providerId="LiveId" clId="{A5D610E5-752B-7B4A-889B-D40C860DA0F0}" dt="2025-05-31T05:02:56.164" v="3065" actId="1076"/>
          <ac:picMkLst>
            <pc:docMk/>
            <pc:sldMk cId="3139827326" sldId="2766"/>
            <ac:picMk id="9" creationId="{449B9F92-196A-7E4D-877F-A2B6A500C4C2}"/>
          </ac:picMkLst>
        </pc:picChg>
        <pc:picChg chg="add del mod modCrop">
          <ac:chgData name="Xin Luo" userId="82312ee5779919a4" providerId="LiveId" clId="{A5D610E5-752B-7B4A-889B-D40C860DA0F0}" dt="2025-05-31T05:00:01.942" v="3010" actId="478"/>
          <ac:picMkLst>
            <pc:docMk/>
            <pc:sldMk cId="3139827326" sldId="2766"/>
            <ac:picMk id="14" creationId="{8DB0DEA0-329E-FC92-A1DD-C4D2940F0440}"/>
          </ac:picMkLst>
        </pc:picChg>
      </pc:sldChg>
      <pc:sldChg chg="addSp delSp modSp add mod modNotesTx">
        <pc:chgData name="Xin Luo" userId="82312ee5779919a4" providerId="LiveId" clId="{A5D610E5-752B-7B4A-889B-D40C860DA0F0}" dt="2025-05-08T23:28:32.004" v="841" actId="113"/>
        <pc:sldMkLst>
          <pc:docMk/>
          <pc:sldMk cId="2496547457" sldId="2767"/>
        </pc:sldMkLst>
        <pc:spChg chg="mod">
          <ac:chgData name="Xin Luo" userId="82312ee5779919a4" providerId="LiveId" clId="{A5D610E5-752B-7B4A-889B-D40C860DA0F0}" dt="2025-05-08T23:28:32.004" v="841" actId="113"/>
          <ac:spMkLst>
            <pc:docMk/>
            <pc:sldMk cId="2496547457" sldId="2767"/>
            <ac:spMk id="2" creationId="{AEB47652-ADE6-1A19-DBC2-8FB12A86429C}"/>
          </ac:spMkLst>
        </pc:spChg>
        <pc:spChg chg="mod">
          <ac:chgData name="Xin Luo" userId="82312ee5779919a4" providerId="LiveId" clId="{A5D610E5-752B-7B4A-889B-D40C860DA0F0}" dt="2025-05-08T16:07:18.063" v="804"/>
          <ac:spMkLst>
            <pc:docMk/>
            <pc:sldMk cId="2496547457" sldId="2767"/>
            <ac:spMk id="3" creationId="{B58EA445-8D73-2A6D-E8D8-1E94A2452750}"/>
          </ac:spMkLst>
        </pc:spChg>
        <pc:spChg chg="add mod">
          <ac:chgData name="Xin Luo" userId="82312ee5779919a4" providerId="LiveId" clId="{A5D610E5-752B-7B4A-889B-D40C860DA0F0}" dt="2025-05-08T16:01:10.034" v="638" actId="113"/>
          <ac:spMkLst>
            <pc:docMk/>
            <pc:sldMk cId="2496547457" sldId="2767"/>
            <ac:spMk id="5" creationId="{E7CBBBC9-95AF-1FDD-6FA3-954BAD4CBD7D}"/>
          </ac:spMkLst>
        </pc:spChg>
        <pc:spChg chg="mod">
          <ac:chgData name="Xin Luo" userId="82312ee5779919a4" providerId="LiveId" clId="{A5D610E5-752B-7B4A-889B-D40C860DA0F0}" dt="2025-05-08T16:01:04.615" v="636" actId="113"/>
          <ac:spMkLst>
            <pc:docMk/>
            <pc:sldMk cId="2496547457" sldId="2767"/>
            <ac:spMk id="11" creationId="{199E83B8-BC53-3905-04CF-E68D4C6D7284}"/>
          </ac:spMkLst>
        </pc:spChg>
      </pc:sldChg>
      <pc:sldChg chg="addSp delSp modSp add mod modNotesTx">
        <pc:chgData name="Xin Luo" userId="82312ee5779919a4" providerId="LiveId" clId="{A5D610E5-752B-7B4A-889B-D40C860DA0F0}" dt="2025-05-08T23:28:40.380" v="848" actId="113"/>
        <pc:sldMkLst>
          <pc:docMk/>
          <pc:sldMk cId="4294185596" sldId="2768"/>
        </pc:sldMkLst>
        <pc:spChg chg="mod">
          <ac:chgData name="Xin Luo" userId="82312ee5779919a4" providerId="LiveId" clId="{A5D610E5-752B-7B4A-889B-D40C860DA0F0}" dt="2025-05-08T23:28:40.380" v="848" actId="113"/>
          <ac:spMkLst>
            <pc:docMk/>
            <pc:sldMk cId="4294185596" sldId="2768"/>
            <ac:spMk id="2" creationId="{C86A4876-2007-A214-A357-C912FABB9A38}"/>
          </ac:spMkLst>
        </pc:spChg>
        <pc:spChg chg="mod">
          <ac:chgData name="Xin Luo" userId="82312ee5779919a4" providerId="LiveId" clId="{A5D610E5-752B-7B4A-889B-D40C860DA0F0}" dt="2025-05-08T16:07:15.108" v="803"/>
          <ac:spMkLst>
            <pc:docMk/>
            <pc:sldMk cId="4294185596" sldId="2768"/>
            <ac:spMk id="3" creationId="{5F11642B-0E97-3F4F-C77A-F3C5A56EDB9E}"/>
          </ac:spMkLst>
        </pc:spChg>
        <pc:spChg chg="add mod">
          <ac:chgData name="Xin Luo" userId="82312ee5779919a4" providerId="LiveId" clId="{A5D610E5-752B-7B4A-889B-D40C860DA0F0}" dt="2025-05-08T16:05:09.117" v="725" actId="20577"/>
          <ac:spMkLst>
            <pc:docMk/>
            <pc:sldMk cId="4294185596" sldId="2768"/>
            <ac:spMk id="10" creationId="{F45026F3-BB96-9A25-DE88-F9C139715DAF}"/>
          </ac:spMkLst>
        </pc:spChg>
        <pc:spChg chg="mod">
          <ac:chgData name="Xin Luo" userId="82312ee5779919a4" providerId="LiveId" clId="{A5D610E5-752B-7B4A-889B-D40C860DA0F0}" dt="2025-05-08T16:01:28.257" v="642" actId="20577"/>
          <ac:spMkLst>
            <pc:docMk/>
            <pc:sldMk cId="4294185596" sldId="2768"/>
            <ac:spMk id="11" creationId="{7434931A-A9F6-297A-CC1B-7C3DC3470DB2}"/>
          </ac:spMkLst>
        </pc:spChg>
        <pc:picChg chg="add mod modCrop">
          <ac:chgData name="Xin Luo" userId="82312ee5779919a4" providerId="LiveId" clId="{A5D610E5-752B-7B4A-889B-D40C860DA0F0}" dt="2025-05-08T16:05:32.738" v="736" actId="1037"/>
          <ac:picMkLst>
            <pc:docMk/>
            <pc:sldMk cId="4294185596" sldId="2768"/>
            <ac:picMk id="6" creationId="{FE30BAF6-7A90-6F63-659D-D4DB1DEFE0D8}"/>
          </ac:picMkLst>
        </pc:picChg>
        <pc:picChg chg="add mod">
          <ac:chgData name="Xin Luo" userId="82312ee5779919a4" providerId="LiveId" clId="{A5D610E5-752B-7B4A-889B-D40C860DA0F0}" dt="2025-05-08T16:05:30.879" v="733" actId="1038"/>
          <ac:picMkLst>
            <pc:docMk/>
            <pc:sldMk cId="4294185596" sldId="2768"/>
            <ac:picMk id="8" creationId="{5EBA9DC3-9106-59D4-3F66-A04564D06C41}"/>
          </ac:picMkLst>
        </pc:picChg>
      </pc:sldChg>
      <pc:sldChg chg="addSp delSp modSp add mod modNotesTx">
        <pc:chgData name="Xin Luo" userId="82312ee5779919a4" providerId="LiveId" clId="{A5D610E5-752B-7B4A-889B-D40C860DA0F0}" dt="2025-05-08T23:36:06.320" v="1019" actId="20577"/>
        <pc:sldMkLst>
          <pc:docMk/>
          <pc:sldMk cId="2958708285" sldId="2769"/>
        </pc:sldMkLst>
        <pc:spChg chg="mod">
          <ac:chgData name="Xin Luo" userId="82312ee5779919a4" providerId="LiveId" clId="{A5D610E5-752B-7B4A-889B-D40C860DA0F0}" dt="2025-05-08T23:34:38.443" v="1004" actId="14100"/>
          <ac:spMkLst>
            <pc:docMk/>
            <pc:sldMk cId="2958708285" sldId="2769"/>
            <ac:spMk id="11" creationId="{47361566-7FEF-4779-6E17-AA0F3264FA78}"/>
          </ac:spMkLst>
        </pc:spChg>
        <pc:spChg chg="add mod">
          <ac:chgData name="Xin Luo" userId="82312ee5779919a4" providerId="LiveId" clId="{A5D610E5-752B-7B4A-889B-D40C860DA0F0}" dt="2025-05-08T23:36:06.320" v="1019" actId="20577"/>
          <ac:spMkLst>
            <pc:docMk/>
            <pc:sldMk cId="2958708285" sldId="2769"/>
            <ac:spMk id="12" creationId="{88A7E8AB-12B2-395F-8F0C-49A577C75A90}"/>
          </ac:spMkLst>
        </pc:spChg>
        <pc:picChg chg="add mod">
          <ac:chgData name="Xin Luo" userId="82312ee5779919a4" providerId="LiveId" clId="{A5D610E5-752B-7B4A-889B-D40C860DA0F0}" dt="2025-05-08T23:35:54.400" v="1018" actId="1076"/>
          <ac:picMkLst>
            <pc:docMk/>
            <pc:sldMk cId="2958708285" sldId="2769"/>
            <ac:picMk id="14" creationId="{DD1256B2-969E-76E3-F585-5DF513E09400}"/>
          </ac:picMkLst>
        </pc:picChg>
      </pc:sldChg>
      <pc:sldChg chg="addSp delSp modSp add mod modNotesTx">
        <pc:chgData name="Xin Luo" userId="82312ee5779919a4" providerId="LiveId" clId="{A5D610E5-752B-7B4A-889B-D40C860DA0F0}" dt="2025-05-25T02:08:06.195" v="2292" actId="20577"/>
        <pc:sldMkLst>
          <pc:docMk/>
          <pc:sldMk cId="819369415" sldId="2770"/>
        </pc:sldMkLst>
        <pc:spChg chg="mod">
          <ac:chgData name="Xin Luo" userId="82312ee5779919a4" providerId="LiveId" clId="{A5D610E5-752B-7B4A-889B-D40C860DA0F0}" dt="2025-05-09T00:33:37.440" v="1872" actId="20577"/>
          <ac:spMkLst>
            <pc:docMk/>
            <pc:sldMk cId="819369415" sldId="2770"/>
            <ac:spMk id="2" creationId="{F0B7ACDF-1E1D-A97F-35E4-C48B20886982}"/>
          </ac:spMkLst>
        </pc:spChg>
        <pc:graphicFrameChg chg="add mod modGraphic">
          <ac:chgData name="Xin Luo" userId="82312ee5779919a4" providerId="LiveId" clId="{A5D610E5-752B-7B4A-889B-D40C860DA0F0}" dt="2025-05-08T23:47:49.720" v="1164" actId="14734"/>
          <ac:graphicFrameMkLst>
            <pc:docMk/>
            <pc:sldMk cId="819369415" sldId="2770"/>
            <ac:graphicFrameMk id="4" creationId="{18D305C4-842E-F06A-EEE2-294456E6E0E2}"/>
          </ac:graphicFrameMkLst>
        </pc:graphicFrame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1" creationId="{C1A7862F-2B29-0E19-58B6-E78DC3649298}"/>
          </ac:picMkLst>
        </pc:pic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3" creationId="{0222EE34-F09D-7027-0003-CE3BBCC3C1CA}"/>
          </ac:picMkLst>
        </pc:picChg>
      </pc:sldChg>
      <pc:sldChg chg="modSp add del mod">
        <pc:chgData name="Xin Luo" userId="82312ee5779919a4" providerId="LiveId" clId="{A5D610E5-752B-7B4A-889B-D40C860DA0F0}" dt="2025-05-08T23:37:44.311" v="1053" actId="2696"/>
        <pc:sldMkLst>
          <pc:docMk/>
          <pc:sldMk cId="1295578455" sldId="2770"/>
        </pc:sldMkLst>
      </pc:sldChg>
      <pc:sldChg chg="delSp modSp add del mod modNotesTx">
        <pc:chgData name="Xin Luo" userId="82312ee5779919a4" providerId="LiveId" clId="{A5D610E5-752B-7B4A-889B-D40C860DA0F0}" dt="2025-05-09T00:14:12.475" v="1413" actId="2696"/>
        <pc:sldMkLst>
          <pc:docMk/>
          <pc:sldMk cId="1712122803" sldId="2771"/>
        </pc:sldMkLst>
      </pc:sldChg>
      <pc:sldChg chg="addSp delSp modSp add mod">
        <pc:chgData name="Xin Luo" userId="82312ee5779919a4" providerId="LiveId" clId="{A5D610E5-752B-7B4A-889B-D40C860DA0F0}" dt="2025-05-25T02:11:40.559" v="2305" actId="14100"/>
        <pc:sldMkLst>
          <pc:docMk/>
          <pc:sldMk cId="4115132314" sldId="2771"/>
        </pc:sldMkLst>
        <pc:spChg chg="mod">
          <ac:chgData name="Xin Luo" userId="82312ee5779919a4" providerId="LiveId" clId="{A5D610E5-752B-7B4A-889B-D40C860DA0F0}" dt="2025-05-25T02:11:40.559" v="2305" actId="14100"/>
          <ac:spMkLst>
            <pc:docMk/>
            <pc:sldMk cId="4115132314" sldId="2771"/>
            <ac:spMk id="6" creationId="{314FBAF0-70BA-6395-A923-9CE89DF4F9F9}"/>
          </ac:spMkLst>
        </pc:spChg>
        <pc:spChg chg="mod">
          <ac:chgData name="Xin Luo" userId="82312ee5779919a4" providerId="LiveId" clId="{A5D610E5-752B-7B4A-889B-D40C860DA0F0}" dt="2025-05-09T00:34:11.196" v="1877" actId="1076"/>
          <ac:spMkLst>
            <pc:docMk/>
            <pc:sldMk cId="4115132314" sldId="2771"/>
            <ac:spMk id="13" creationId="{11F172DF-28DC-0D74-BC10-EE83BEAF4B32}"/>
          </ac:spMkLst>
        </pc:spChg>
        <pc:graphicFrameChg chg="add mod modGraphic">
          <ac:chgData name="Xin Luo" userId="82312ee5779919a4" providerId="LiveId" clId="{A5D610E5-752B-7B4A-889B-D40C860DA0F0}" dt="2025-05-09T00:34:16.582" v="1878" actId="14100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add mod">
          <ac:chgData name="Xin Luo" userId="82312ee5779919a4" providerId="LiveId" clId="{A5D610E5-752B-7B4A-889B-D40C860DA0F0}" dt="2025-05-09T00:30:24.518" v="1831" actId="27614"/>
          <ac:picMkLst>
            <pc:docMk/>
            <pc:sldMk cId="4115132314" sldId="2771"/>
            <ac:picMk id="8" creationId="{4EA08E5E-E390-3EDF-44E6-403B3D286689}"/>
          </ac:picMkLst>
        </pc:picChg>
      </pc:sldChg>
      <pc:sldChg chg="addSp delSp modSp add mod">
        <pc:chgData name="Xin Luo" userId="82312ee5779919a4" providerId="LiveId" clId="{A5D610E5-752B-7B4A-889B-D40C860DA0F0}" dt="2025-05-25T02:42:05.819" v="2412"/>
        <pc:sldMkLst>
          <pc:docMk/>
          <pc:sldMk cId="2890079731" sldId="2772"/>
        </pc:sldMkLst>
        <pc:spChg chg="add mod">
          <ac:chgData name="Xin Luo" userId="82312ee5779919a4" providerId="LiveId" clId="{A5D610E5-752B-7B4A-889B-D40C860DA0F0}" dt="2025-05-25T02:42:05.819" v="2412"/>
          <ac:spMkLst>
            <pc:docMk/>
            <pc:sldMk cId="2890079731" sldId="2772"/>
            <ac:spMk id="4" creationId="{D7B31BD0-7C4F-70C3-82F8-537A739A451A}"/>
          </ac:spMkLst>
        </pc:spChg>
        <pc:spChg chg="mod">
          <ac:chgData name="Xin Luo" userId="82312ee5779919a4" providerId="LiveId" clId="{A5D610E5-752B-7B4A-889B-D40C860DA0F0}" dt="2025-05-09T00:33:55.150" v="1874" actId="1076"/>
          <ac:spMkLst>
            <pc:docMk/>
            <pc:sldMk cId="2890079731" sldId="2772"/>
            <ac:spMk id="13" creationId="{36DF7EA9-D756-3F82-04ED-917BA97519A4}"/>
          </ac:spMkLst>
        </pc:spChg>
        <pc:graphicFrameChg chg="add mod modGraphic">
          <ac:chgData name="Xin Luo" userId="82312ee5779919a4" providerId="LiveId" clId="{A5D610E5-752B-7B4A-889B-D40C860DA0F0}" dt="2025-05-09T00:33:58.143" v="1875" actId="14100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add mod">
          <ac:chgData name="Xin Luo" userId="82312ee5779919a4" providerId="LiveId" clId="{A5D610E5-752B-7B4A-889B-D40C860DA0F0}" dt="2025-05-09T00:33:11.116" v="1854" actId="27614"/>
          <ac:picMkLst>
            <pc:docMk/>
            <pc:sldMk cId="2890079731" sldId="2772"/>
            <ac:picMk id="7" creationId="{410ADC27-A8FA-2E3E-9C6A-5A42BE8F7467}"/>
          </ac:picMkLst>
        </pc:picChg>
      </pc:sldChg>
      <pc:sldChg chg="modSp mod">
        <pc:chgData name="Xin Luo" userId="82312ee5779919a4" providerId="LiveId" clId="{A5D610E5-752B-7B4A-889B-D40C860DA0F0}" dt="2025-05-24T15:55:43.695" v="1912" actId="403"/>
        <pc:sldMkLst>
          <pc:docMk/>
          <pc:sldMk cId="3483888068" sldId="2773"/>
        </pc:sldMkLst>
        <pc:spChg chg="mod">
          <ac:chgData name="Xin Luo" userId="82312ee5779919a4" providerId="LiveId" clId="{A5D610E5-752B-7B4A-889B-D40C860DA0F0}" dt="2025-05-24T15:55:43.695" v="1912" actId="403"/>
          <ac:spMkLst>
            <pc:docMk/>
            <pc:sldMk cId="3483888068" sldId="2773"/>
            <ac:spMk id="2" creationId="{F7881D9B-9E37-EE50-728E-695E4983BE8F}"/>
          </ac:spMkLst>
        </pc:spChg>
      </pc:sldChg>
      <pc:sldChg chg="addSp delSp modSp mod">
        <pc:chgData name="Xin Luo" userId="82312ee5779919a4" providerId="LiveId" clId="{A5D610E5-752B-7B4A-889B-D40C860DA0F0}" dt="2025-05-25T05:29:11.853" v="3001"/>
        <pc:sldMkLst>
          <pc:docMk/>
          <pc:sldMk cId="3486418074" sldId="2774"/>
        </pc:sldMkLst>
        <pc:spChg chg="add mod">
          <ac:chgData name="Xin Luo" userId="82312ee5779919a4" providerId="LiveId" clId="{A5D610E5-752B-7B4A-889B-D40C860DA0F0}" dt="2025-05-25T03:18:17.638" v="2512" actId="14100"/>
          <ac:spMkLst>
            <pc:docMk/>
            <pc:sldMk cId="3486418074" sldId="2774"/>
            <ac:spMk id="5" creationId="{01F43913-1DFC-079D-2F48-2ACB78444BF9}"/>
          </ac:spMkLst>
        </pc:spChg>
        <pc:spChg chg="add mod">
          <ac:chgData name="Xin Luo" userId="82312ee5779919a4" providerId="LiveId" clId="{A5D610E5-752B-7B4A-889B-D40C860DA0F0}" dt="2025-05-25T05:29:11.853" v="3001"/>
          <ac:spMkLst>
            <pc:docMk/>
            <pc:sldMk cId="3486418074" sldId="2774"/>
            <ac:spMk id="6" creationId="{5773AFEA-C282-287B-9DC2-A81B7A537632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9" creationId="{992F2ED7-670D-AD19-DAB1-3B5E976BA63F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10" creationId="{538141C9-490E-C12B-A86C-3479A3B108B3}"/>
          </ac:spMkLst>
        </pc:spChg>
        <pc:spChg chg="mod">
          <ac:chgData name="Xin Luo" userId="82312ee5779919a4" providerId="LiveId" clId="{A5D610E5-752B-7B4A-889B-D40C860DA0F0}" dt="2025-05-25T03:18:23.332" v="2514" actId="1076"/>
          <ac:spMkLst>
            <pc:docMk/>
            <pc:sldMk cId="3486418074" sldId="2774"/>
            <ac:spMk id="27" creationId="{3E6B516C-F780-1627-8BB1-59513E674566}"/>
          </ac:spMkLst>
        </pc:spChg>
        <pc:picChg chg="mod">
          <ac:chgData name="Xin Luo" userId="82312ee5779919a4" providerId="LiveId" clId="{A5D610E5-752B-7B4A-889B-D40C860DA0F0}" dt="2025-05-25T03:18:19.461" v="2513" actId="14100"/>
          <ac:picMkLst>
            <pc:docMk/>
            <pc:sldMk cId="3486418074" sldId="2774"/>
            <ac:picMk id="12" creationId="{187E6F44-1324-218F-7908-094F56249B5E}"/>
          </ac:picMkLst>
        </pc:picChg>
        <pc:picChg chg="mod">
          <ac:chgData name="Xin Luo" userId="82312ee5779919a4" providerId="LiveId" clId="{A5D610E5-752B-7B4A-889B-D40C860DA0F0}" dt="2025-05-25T03:17:51.210" v="2510" actId="1076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mod">
        <pc:chgData name="Xin Luo" userId="82312ee5779919a4" providerId="LiveId" clId="{A5D610E5-752B-7B4A-889B-D40C860DA0F0}" dt="2025-05-31T10:24:35.081" v="3084" actId="1035"/>
        <pc:sldMkLst>
          <pc:docMk/>
          <pc:sldMk cId="1254623858" sldId="2775"/>
        </pc:sldMkLst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5" creationId="{FF6A2CE6-BB08-6E71-1478-0D19605E2814}"/>
          </ac:spMkLst>
        </pc:spChg>
        <pc:spChg chg="add mod">
          <ac:chgData name="Xin Luo" userId="82312ee5779919a4" providerId="LiveId" clId="{A5D610E5-752B-7B4A-889B-D40C860DA0F0}" dt="2025-05-25T04:20:06.586" v="2825" actId="1037"/>
          <ac:spMkLst>
            <pc:docMk/>
            <pc:sldMk cId="1254623858" sldId="2775"/>
            <ac:spMk id="6" creationId="{AC71F8D0-9532-1E96-C4F6-8A0EDF6E7293}"/>
          </ac:spMkLst>
        </pc:spChg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7" creationId="{0F62DBF6-98A5-1A50-E883-A4DC53AB52B9}"/>
          </ac:spMkLst>
        </pc:spChg>
        <pc:spChg chg="add mod">
          <ac:chgData name="Xin Luo" userId="82312ee5779919a4" providerId="LiveId" clId="{A5D610E5-752B-7B4A-889B-D40C860DA0F0}" dt="2025-05-25T05:29:25.950" v="3007"/>
          <ac:spMkLst>
            <pc:docMk/>
            <pc:sldMk cId="1254623858" sldId="2775"/>
            <ac:spMk id="10" creationId="{D9317620-5CAB-C979-1223-0509A3267583}"/>
          </ac:spMkLst>
        </pc:spChg>
        <pc:picChg chg="add mod">
          <ac:chgData name="Xin Luo" userId="82312ee5779919a4" providerId="LiveId" clId="{A5D610E5-752B-7B4A-889B-D40C860DA0F0}" dt="2025-05-31T10:24:35.081" v="3084" actId="1035"/>
          <ac:picMkLst>
            <pc:docMk/>
            <pc:sldMk cId="1254623858" sldId="2775"/>
            <ac:picMk id="8" creationId="{FA73ED5B-854A-2F4C-7D91-C361AF3B22BD}"/>
          </ac:picMkLst>
        </pc:picChg>
        <pc:picChg chg="add mod">
          <ac:chgData name="Xin Luo" userId="82312ee5779919a4" providerId="LiveId" clId="{A5D610E5-752B-7B4A-889B-D40C860DA0F0}" dt="2025-05-25T04:20:36.003" v="2828" actId="14100"/>
          <ac:picMkLst>
            <pc:docMk/>
            <pc:sldMk cId="1254623858" sldId="2775"/>
            <ac:picMk id="9" creationId="{02C9C584-0869-6617-B9E1-31C7211F0DC2}"/>
          </ac:picMkLst>
        </pc:picChg>
        <pc:picChg chg="del mod">
          <ac:chgData name="Xin Luo" userId="82312ee5779919a4" providerId="LiveId" clId="{A5D610E5-752B-7B4A-889B-D40C860DA0F0}" dt="2025-05-31T10:24:08.144" v="3069" actId="478"/>
          <ac:picMkLst>
            <pc:docMk/>
            <pc:sldMk cId="1254623858" sldId="2775"/>
            <ac:picMk id="22" creationId="{1FB32493-E382-2912-9BE4-DDE8D999D286}"/>
          </ac:picMkLst>
        </pc:picChg>
      </pc:sldChg>
      <pc:sldChg chg="del">
        <pc:chgData name="Xin Luo" userId="82312ee5779919a4" providerId="LiveId" clId="{A5D610E5-752B-7B4A-889B-D40C860DA0F0}" dt="2025-05-25T05:26:54.279" v="2888" actId="2696"/>
        <pc:sldMkLst>
          <pc:docMk/>
          <pc:sldMk cId="2703268884" sldId="2776"/>
        </pc:sldMkLst>
      </pc:sldChg>
      <pc:sldChg chg="delSp modSp add del mod">
        <pc:chgData name="Xin Luo" userId="82312ee5779919a4" providerId="LiveId" clId="{A5D610E5-752B-7B4A-889B-D40C860DA0F0}" dt="2025-05-25T05:26:54.282" v="2889" actId="2696"/>
        <pc:sldMkLst>
          <pc:docMk/>
          <pc:sldMk cId="3457522042" sldId="2777"/>
        </pc:sldMkLst>
      </pc:sldChg>
      <pc:sldChg chg="add del">
        <pc:chgData name="Xin Luo" userId="82312ee5779919a4" providerId="LiveId" clId="{A5D610E5-752B-7B4A-889B-D40C860DA0F0}" dt="2025-05-25T05:26:54.284" v="2890" actId="2696"/>
        <pc:sldMkLst>
          <pc:docMk/>
          <pc:sldMk cId="2064770029" sldId="2778"/>
        </pc:sldMkLst>
      </pc:sldChg>
      <pc:sldChg chg="add del">
        <pc:chgData name="Xin Luo" userId="82312ee5779919a4" providerId="LiveId" clId="{A5D610E5-752B-7B4A-889B-D40C860DA0F0}" dt="2025-05-25T05:26:54.286" v="2891" actId="2696"/>
        <pc:sldMkLst>
          <pc:docMk/>
          <pc:sldMk cId="3947566951" sldId="2779"/>
        </pc:sldMkLst>
      </pc:sldChg>
      <pc:sldChg chg="addSp delSp modSp add mod">
        <pc:chgData name="Xin Luo" userId="82312ee5779919a4" providerId="LiveId" clId="{A5D610E5-752B-7B4A-889B-D40C860DA0F0}" dt="2025-05-25T05:28:55.830" v="2996" actId="20577"/>
        <pc:sldMkLst>
          <pc:docMk/>
          <pc:sldMk cId="4037586554" sldId="2780"/>
        </pc:sldMkLst>
        <pc:spChg chg="mod">
          <ac:chgData name="Xin Luo" userId="82312ee5779919a4" providerId="LiveId" clId="{A5D610E5-752B-7B4A-889B-D40C860DA0F0}" dt="2025-05-25T05:28:55.830" v="2996" actId="20577"/>
          <ac:spMkLst>
            <pc:docMk/>
            <pc:sldMk cId="4037586554" sldId="2780"/>
            <ac:spMk id="2" creationId="{151E784C-76BA-2461-AFD7-4A7E8038F312}"/>
          </ac:spMkLst>
        </pc:spChg>
        <pc:spChg chg="mod">
          <ac:chgData name="Xin Luo" userId="82312ee5779919a4" providerId="LiveId" clId="{A5D610E5-752B-7B4A-889B-D40C860DA0F0}" dt="2025-05-24T16:04:20.222" v="2144" actId="1035"/>
          <ac:spMkLst>
            <pc:docMk/>
            <pc:sldMk cId="4037586554" sldId="2780"/>
            <ac:spMk id="7" creationId="{F4B2BCB2-219C-ECFF-BE36-1ED1649CDB10}"/>
          </ac:spMkLst>
        </pc:spChg>
        <pc:spChg chg="add mod">
          <ac:chgData name="Xin Luo" userId="82312ee5779919a4" providerId="LiveId" clId="{A5D610E5-752B-7B4A-889B-D40C860DA0F0}" dt="2025-05-24T16:04:22.446" v="2150" actId="1035"/>
          <ac:spMkLst>
            <pc:docMk/>
            <pc:sldMk cId="4037586554" sldId="2780"/>
            <ac:spMk id="14" creationId="{5382CF15-8EBD-452D-8EDD-2AE40D85FAF9}"/>
          </ac:spMkLst>
        </pc:spChg>
        <pc:graphicFrameChg chg="add mod modGraphic">
          <ac:chgData name="Xin Luo" userId="82312ee5779919a4" providerId="LiveId" clId="{A5D610E5-752B-7B4A-889B-D40C860DA0F0}" dt="2025-05-24T16:04:44.170" v="2164" actId="1038"/>
          <ac:graphicFrameMkLst>
            <pc:docMk/>
            <pc:sldMk cId="4037586554" sldId="2780"/>
            <ac:graphicFrameMk id="12" creationId="{9E472D04-A881-5AAC-CC3D-397F7B928510}"/>
          </ac:graphicFrameMkLst>
        </pc:graphicFrameChg>
      </pc:sldChg>
      <pc:sldChg chg="addSp delSp modSp add mod ord">
        <pc:chgData name="Xin Luo" userId="82312ee5779919a4" providerId="LiveId" clId="{A5D610E5-752B-7B4A-889B-D40C860DA0F0}" dt="2025-05-25T05:28:52.717" v="2993" actId="20577"/>
        <pc:sldMkLst>
          <pc:docMk/>
          <pc:sldMk cId="3037146437" sldId="2781"/>
        </pc:sldMkLst>
        <pc:spChg chg="add mod">
          <ac:chgData name="Xin Luo" userId="82312ee5779919a4" providerId="LiveId" clId="{A5D610E5-752B-7B4A-889B-D40C860DA0F0}" dt="2025-05-25T02:43:52.639" v="2440" actId="20577"/>
          <ac:spMkLst>
            <pc:docMk/>
            <pc:sldMk cId="3037146437" sldId="2781"/>
            <ac:spMk id="7" creationId="{F51DEC56-3581-81F0-AA96-9F9FFB3903DC}"/>
          </ac:spMkLst>
        </pc:spChg>
        <pc:spChg chg="add mod">
          <ac:chgData name="Xin Luo" userId="82312ee5779919a4" providerId="LiveId" clId="{A5D610E5-752B-7B4A-889B-D40C860DA0F0}" dt="2025-05-25T05:28:52.717" v="2993" actId="20577"/>
          <ac:spMkLst>
            <pc:docMk/>
            <pc:sldMk cId="3037146437" sldId="2781"/>
            <ac:spMk id="13" creationId="{4275CA77-B005-F8DF-354C-AF0DFA5E2D96}"/>
          </ac:spMkLst>
        </pc:spChg>
        <pc:spChg chg="mod">
          <ac:chgData name="Xin Luo" userId="82312ee5779919a4" providerId="LiveId" clId="{A5D610E5-752B-7B4A-889B-D40C860DA0F0}" dt="2025-05-25T02:43:20.915" v="2430" actId="1076"/>
          <ac:spMkLst>
            <pc:docMk/>
            <pc:sldMk cId="3037146437" sldId="2781"/>
            <ac:spMk id="19" creationId="{C7DB1091-8910-855C-6F3A-EC7B304CC21F}"/>
          </ac:spMkLst>
        </pc:spChg>
        <pc:picChg chg="add mod">
          <ac:chgData name="Xin Luo" userId="82312ee5779919a4" providerId="LiveId" clId="{A5D610E5-752B-7B4A-889B-D40C860DA0F0}" dt="2025-05-25T02:44:27.554" v="2447" actId="1076"/>
          <ac:picMkLst>
            <pc:docMk/>
            <pc:sldMk cId="3037146437" sldId="2781"/>
            <ac:picMk id="5" creationId="{D419F691-9044-44DE-03B6-B63122507408}"/>
          </ac:picMkLst>
        </pc:picChg>
        <pc:picChg chg="add mod">
          <ac:chgData name="Xin Luo" userId="82312ee5779919a4" providerId="LiveId" clId="{A5D610E5-752B-7B4A-889B-D40C860DA0F0}" dt="2025-05-25T02:44:24.366" v="2446" actId="1076"/>
          <ac:picMkLst>
            <pc:docMk/>
            <pc:sldMk cId="3037146437" sldId="2781"/>
            <ac:picMk id="11" creationId="{252A34BE-8A25-C987-51CB-13EA49D5BBB9}"/>
          </ac:picMkLst>
        </pc:picChg>
      </pc:sldChg>
      <pc:sldChg chg="addSp delSp modSp add mod">
        <pc:chgData name="Xin Luo" userId="82312ee5779919a4" providerId="LiveId" clId="{A5D610E5-752B-7B4A-889B-D40C860DA0F0}" dt="2025-05-25T02:42:11.236" v="2414"/>
        <pc:sldMkLst>
          <pc:docMk/>
          <pc:sldMk cId="2789328484" sldId="2782"/>
        </pc:sldMkLst>
        <pc:spChg chg="add mod">
          <ac:chgData name="Xin Luo" userId="82312ee5779919a4" providerId="LiveId" clId="{A5D610E5-752B-7B4A-889B-D40C860DA0F0}" dt="2025-05-25T02:37:50.628" v="2376" actId="14100"/>
          <ac:spMkLst>
            <pc:docMk/>
            <pc:sldMk cId="2789328484" sldId="2782"/>
            <ac:spMk id="5" creationId="{85498076-590D-2107-40A8-BB49CF7C1410}"/>
          </ac:spMkLst>
        </pc:spChg>
        <pc:spChg chg="add mod">
          <ac:chgData name="Xin Luo" userId="82312ee5779919a4" providerId="LiveId" clId="{A5D610E5-752B-7B4A-889B-D40C860DA0F0}" dt="2025-05-25T02:42:11.236" v="2414"/>
          <ac:spMkLst>
            <pc:docMk/>
            <pc:sldMk cId="2789328484" sldId="2782"/>
            <ac:spMk id="15" creationId="{56DAFFDE-7A5D-6E55-86D0-9A8B6E8C79F1}"/>
          </ac:spMkLst>
        </pc:spChg>
        <pc:picChg chg="add mod">
          <ac:chgData name="Xin Luo" userId="82312ee5779919a4" providerId="LiveId" clId="{A5D610E5-752B-7B4A-889B-D40C860DA0F0}" dt="2025-05-25T02:41:24.750" v="2406" actId="1076"/>
          <ac:picMkLst>
            <pc:docMk/>
            <pc:sldMk cId="2789328484" sldId="2782"/>
            <ac:picMk id="14" creationId="{693EC964-78C5-0417-1DDA-39FADE6148E9}"/>
          </ac:picMkLst>
        </pc:picChg>
      </pc:sldChg>
      <pc:sldChg chg="addSp delSp modSp add mod modNotesTx">
        <pc:chgData name="Xin Luo" userId="82312ee5779919a4" providerId="LiveId" clId="{A5D610E5-752B-7B4A-889B-D40C860DA0F0}" dt="2025-05-31T15:06:11.065" v="3108" actId="1038"/>
        <pc:sldMkLst>
          <pc:docMk/>
          <pc:sldMk cId="2398481112" sldId="2783"/>
        </pc:sldMkLst>
        <pc:spChg chg="add mod">
          <ac:chgData name="Xin Luo" userId="82312ee5779919a4" providerId="LiveId" clId="{A5D610E5-752B-7B4A-889B-D40C860DA0F0}" dt="2025-05-25T03:57:46.511" v="2690" actId="1076"/>
          <ac:spMkLst>
            <pc:docMk/>
            <pc:sldMk cId="2398481112" sldId="2783"/>
            <ac:spMk id="6" creationId="{0A6779B2-3F40-7108-55B9-BE9A7E99C48D}"/>
          </ac:spMkLst>
        </pc:spChg>
        <pc:spChg chg="add mod">
          <ac:chgData name="Xin Luo" userId="82312ee5779919a4" providerId="LiveId" clId="{A5D610E5-752B-7B4A-889B-D40C860DA0F0}" dt="2025-05-25T03:21:48.819" v="2613" actId="20577"/>
          <ac:spMkLst>
            <pc:docMk/>
            <pc:sldMk cId="2398481112" sldId="2783"/>
            <ac:spMk id="8" creationId="{37A08114-6D71-180D-2093-D782E9EA8154}"/>
          </ac:spMkLst>
        </pc:spChg>
        <pc:spChg chg="add mod">
          <ac:chgData name="Xin Luo" userId="82312ee5779919a4" providerId="LiveId" clId="{A5D610E5-752B-7B4A-889B-D40C860DA0F0}" dt="2025-05-25T05:29:16.054" v="3003"/>
          <ac:spMkLst>
            <pc:docMk/>
            <pc:sldMk cId="2398481112" sldId="2783"/>
            <ac:spMk id="11" creationId="{5A65D284-C10C-C0CD-5AD8-B0252A141CDE}"/>
          </ac:spMkLst>
        </pc:spChg>
        <pc:spChg chg="mod">
          <ac:chgData name="Xin Luo" userId="82312ee5779919a4" providerId="LiveId" clId="{A5D610E5-752B-7B4A-889B-D40C860DA0F0}" dt="2025-05-25T03:19:45.068" v="2531" actId="962"/>
          <ac:spMkLst>
            <pc:docMk/>
            <pc:sldMk cId="2398481112" sldId="2783"/>
            <ac:spMk id="20" creationId="{3E87F3E5-3780-B631-8586-D3011C96FD2D}"/>
          </ac:spMkLst>
        </pc:spChg>
        <pc:picChg chg="add mod">
          <ac:chgData name="Xin Luo" userId="82312ee5779919a4" providerId="LiveId" clId="{A5D610E5-752B-7B4A-889B-D40C860DA0F0}" dt="2025-05-31T15:06:11.065" v="3108" actId="1038"/>
          <ac:picMkLst>
            <pc:docMk/>
            <pc:sldMk cId="2398481112" sldId="2783"/>
            <ac:picMk id="4" creationId="{2A114E0F-9F1D-7730-87C6-D29AA7A54BAB}"/>
          </ac:picMkLst>
        </pc:picChg>
        <pc:picChg chg="add del mod">
          <ac:chgData name="Xin Luo" userId="82312ee5779919a4" providerId="LiveId" clId="{A5D610E5-752B-7B4A-889B-D40C860DA0F0}" dt="2025-05-31T15:05:51.240" v="3087" actId="478"/>
          <ac:picMkLst>
            <pc:docMk/>
            <pc:sldMk cId="2398481112" sldId="2783"/>
            <ac:picMk id="5" creationId="{AC511CAD-DA1E-4A2C-93A3-133008D9B9C4}"/>
          </ac:picMkLst>
        </pc:picChg>
        <pc:picChg chg="mod">
          <ac:chgData name="Xin Luo" userId="82312ee5779919a4" providerId="LiveId" clId="{A5D610E5-752B-7B4A-889B-D40C860DA0F0}" dt="2025-05-25T03:58:00.637" v="2692" actId="14100"/>
          <ac:picMkLst>
            <pc:docMk/>
            <pc:sldMk cId="2398481112" sldId="2783"/>
            <ac:picMk id="26" creationId="{A1071639-2C12-F929-A901-0FDA406042FF}"/>
          </ac:picMkLst>
        </pc:picChg>
      </pc:sldChg>
      <pc:sldChg chg="addSp delSp modSp add mod">
        <pc:chgData name="Xin Luo" userId="82312ee5779919a4" providerId="LiveId" clId="{A5D610E5-752B-7B4A-889B-D40C860DA0F0}" dt="2025-05-31T10:20:08.876" v="3068"/>
        <pc:sldMkLst>
          <pc:docMk/>
          <pc:sldMk cId="1616797057" sldId="2784"/>
        </pc:sldMkLst>
        <pc:spChg chg="add del mod">
          <ac:chgData name="Xin Luo" userId="82312ee5779919a4" providerId="LiveId" clId="{A5D610E5-752B-7B4A-889B-D40C860DA0F0}" dt="2025-05-31T10:20:08.876" v="3068"/>
          <ac:spMkLst>
            <pc:docMk/>
            <pc:sldMk cId="1616797057" sldId="2784"/>
            <ac:spMk id="4" creationId="{BDEE8B7D-2C00-43E5-32A4-B4773AD884D3}"/>
          </ac:spMkLst>
        </pc:spChg>
        <pc:spChg chg="add mod">
          <ac:chgData name="Xin Luo" userId="82312ee5779919a4" providerId="LiveId" clId="{A5D610E5-752B-7B4A-889B-D40C860DA0F0}" dt="2025-05-25T04:08:34.922" v="2748" actId="14100"/>
          <ac:spMkLst>
            <pc:docMk/>
            <pc:sldMk cId="1616797057" sldId="2784"/>
            <ac:spMk id="7" creationId="{EAC38D09-AF00-9C56-67B2-34EC455226D5}"/>
          </ac:spMkLst>
        </pc:spChg>
        <pc:spChg chg="add mod">
          <ac:chgData name="Xin Luo" userId="82312ee5779919a4" providerId="LiveId" clId="{A5D610E5-752B-7B4A-889B-D40C860DA0F0}" dt="2025-05-25T05:29:20.761" v="3005"/>
          <ac:spMkLst>
            <pc:docMk/>
            <pc:sldMk cId="1616797057" sldId="2784"/>
            <ac:spMk id="13" creationId="{D0E2C2C5-9306-D0BD-9B7D-DF4D33153BBB}"/>
          </ac:spMkLst>
        </pc:spChg>
        <pc:spChg chg="mod">
          <ac:chgData name="Xin Luo" userId="82312ee5779919a4" providerId="LiveId" clId="{A5D610E5-752B-7B4A-889B-D40C860DA0F0}" dt="2025-05-25T04:04:38.569" v="2706" actId="14100"/>
          <ac:spMkLst>
            <pc:docMk/>
            <pc:sldMk cId="1616797057" sldId="2784"/>
            <ac:spMk id="28" creationId="{4B434E8B-994E-FF12-A112-95EEF5534324}"/>
          </ac:spMkLst>
        </pc:spChg>
        <pc:spChg chg="mod">
          <ac:chgData name="Xin Luo" userId="82312ee5779919a4" providerId="LiveId" clId="{A5D610E5-752B-7B4A-889B-D40C860DA0F0}" dt="2025-05-25T03:58:34.310" v="2703" actId="14100"/>
          <ac:spMkLst>
            <pc:docMk/>
            <pc:sldMk cId="1616797057" sldId="2784"/>
            <ac:spMk id="29" creationId="{4F3DB486-9EA3-23DE-AD74-18A0A279EA57}"/>
          </ac:spMkLst>
        </pc:spChg>
        <pc:graphicFrameChg chg="mod modGraphic">
          <ac:chgData name="Xin Luo" userId="82312ee5779919a4" providerId="LiveId" clId="{A5D610E5-752B-7B4A-889B-D40C860DA0F0}" dt="2025-05-25T03:58:36.442" v="2704" actId="14100"/>
          <ac:graphicFrameMkLst>
            <pc:docMk/>
            <pc:sldMk cId="1616797057" sldId="2784"/>
            <ac:graphicFrameMk id="31" creationId="{597FAA60-864C-2DCE-0D75-CD521688C878}"/>
          </ac:graphicFrameMkLst>
        </pc:graphicFrame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5" creationId="{A580F05C-789D-9008-EE21-F352AEE8DBA2}"/>
          </ac:picMkLst>
        </pc:pic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11" creationId="{B7F7D177-0D90-A860-CFC5-A0B8B9AD38CA}"/>
          </ac:picMkLst>
        </pc:picChg>
      </pc:sldChg>
      <pc:sldChg chg="add del">
        <pc:chgData name="Xin Luo" userId="82312ee5779919a4" providerId="LiveId" clId="{A5D610E5-752B-7B4A-889B-D40C860DA0F0}" dt="2025-05-25T04:08:53.406" v="2761" actId="2696"/>
        <pc:sldMkLst>
          <pc:docMk/>
          <pc:sldMk cId="2486858048" sldId="2785"/>
        </pc:sldMkLst>
      </pc:sldChg>
      <pc:sldChg chg="addSp delSp modSp add mod">
        <pc:chgData name="Xin Luo" userId="82312ee5779919a4" providerId="LiveId" clId="{A5D610E5-752B-7B4A-889B-D40C860DA0F0}" dt="2025-05-25T05:29:31.076" v="3009"/>
        <pc:sldMkLst>
          <pc:docMk/>
          <pc:sldMk cId="2714098320" sldId="2785"/>
        </pc:sldMkLst>
        <pc:spChg chg="add mod">
          <ac:chgData name="Xin Luo" userId="82312ee5779919a4" providerId="LiveId" clId="{A5D610E5-752B-7B4A-889B-D40C860DA0F0}" dt="2025-05-25T04:52:35.382" v="2886" actId="2711"/>
          <ac:spMkLst>
            <pc:docMk/>
            <pc:sldMk cId="2714098320" sldId="2785"/>
            <ac:spMk id="9" creationId="{C298EE4A-49FF-8E82-8F12-CFB14161AEAD}"/>
          </ac:spMkLst>
        </pc:spChg>
        <pc:spChg chg="add mod">
          <ac:chgData name="Xin Luo" userId="82312ee5779919a4" providerId="LiveId" clId="{A5D610E5-752B-7B4A-889B-D40C860DA0F0}" dt="2025-05-25T05:29:31.076" v="3009"/>
          <ac:spMkLst>
            <pc:docMk/>
            <pc:sldMk cId="2714098320" sldId="2785"/>
            <ac:spMk id="12" creationId="{B230A56F-3447-7677-5981-F588A1B11316}"/>
          </ac:spMkLst>
        </pc:spChg>
        <pc:spChg chg="mod">
          <ac:chgData name="Xin Luo" userId="82312ee5779919a4" providerId="LiveId" clId="{A5D610E5-752B-7B4A-889B-D40C860DA0F0}" dt="2025-05-25T04:50:12.300" v="2849" actId="1076"/>
          <ac:spMkLst>
            <pc:docMk/>
            <pc:sldMk cId="2714098320" sldId="2785"/>
            <ac:spMk id="29" creationId="{C3C7DEEF-CB33-9609-2342-79E398CCF783}"/>
          </ac:spMkLst>
        </pc:spChg>
        <pc:spChg chg="mod">
          <ac:chgData name="Xin Luo" userId="82312ee5779919a4" providerId="LiveId" clId="{A5D610E5-752B-7B4A-889B-D40C860DA0F0}" dt="2025-05-25T04:52:45.336" v="2887" actId="113"/>
          <ac:spMkLst>
            <pc:docMk/>
            <pc:sldMk cId="2714098320" sldId="2785"/>
            <ac:spMk id="30" creationId="{43ED949F-4592-0194-2988-65CBB2FC5ED1}"/>
          </ac:spMkLst>
        </pc:spChg>
        <pc:picChg chg="add mod">
          <ac:chgData name="Xin Luo" userId="82312ee5779919a4" providerId="LiveId" clId="{A5D610E5-752B-7B4A-889B-D40C860DA0F0}" dt="2025-05-25T04:52:29.786" v="2885" actId="1036"/>
          <ac:picMkLst>
            <pc:docMk/>
            <pc:sldMk cId="2714098320" sldId="2785"/>
            <ac:picMk id="6" creationId="{CC1F2FAF-BD55-6D73-089D-A444A2F90A0C}"/>
          </ac:picMkLst>
        </pc:picChg>
        <pc:picChg chg="add mod">
          <ac:chgData name="Xin Luo" userId="82312ee5779919a4" providerId="LiveId" clId="{A5D610E5-752B-7B4A-889B-D40C860DA0F0}" dt="2025-05-25T04:51:41.261" v="2877" actId="27614"/>
          <ac:picMkLst>
            <pc:docMk/>
            <pc:sldMk cId="2714098320" sldId="2785"/>
            <ac:picMk id="11" creationId="{D999077A-EE1E-21E8-BDFE-6EE24E456D4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E2C2-844B-3732-AF69-AACB8AE0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89E8F11-1D16-87AA-1E78-AE2D969B6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5689BF-2E4D-D6B9-FCE8-E64FE9605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zh-CN" dirty="0"/>
              <a:t>python</a:t>
            </a:r>
            <a:r>
              <a:rPr lang="zh-CN" altLang="en-US" dirty="0"/>
              <a:t>创建变量不需要声明类型。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zh-CN" altLang="en-US" dirty="0"/>
          </a:p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08724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4FB29-EE7C-BDC2-40B1-08E24B8B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AB243B-0CB8-7F10-5D71-CDCCF5B4E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03F916-E021-8266-58DC-3ECBA5A3FE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06752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3629-D0A9-3055-0B21-A59F6A6C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6D6B74-F5B3-279F-B1D9-45A355F2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DBC7CC0-E8BF-1FD9-9A7B-2E285A17AA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D4D0AB"/>
                </a:solidFill>
                <a:effectLst/>
                <a:latin typeface="Consolas" panose="020B0609020204030204" pitchFamily="49" charset="0"/>
              </a:rPr>
              <a:t>数字开头错误；含连字符错误；使用关键字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024018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DDB6D-EF98-9642-1FFD-58A686073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98B6F8-528D-E83C-E1C1-BC04503F0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2A96621-705B-2D9E-3B1C-7A02400EA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59161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5907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02C1E-45B6-057C-8BA5-8C0394E4E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B099C2-FE39-CF2E-BD8D-FD7978BF5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AFDCBE-C173-05C7-91F4-213192E61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后续会具体讲解变量类型</a:t>
            </a:r>
          </a:p>
        </p:txBody>
      </p:sp>
    </p:spTree>
    <p:extLst>
      <p:ext uri="{BB962C8B-B14F-4D97-AF65-F5344CB8AC3E}">
        <p14:creationId xmlns:p14="http://schemas.microsoft.com/office/powerpoint/2010/main" val="7039927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5667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FE810-24EB-F8D1-C6DD-4131A547D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CF5E73-C01B-0554-D500-3CEDB9BFD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36495E3-73B0-4A9D-8E02-D45D87F13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122648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2372D-BE88-532E-F2EA-55C41B244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E6D2C2B-2996-9C92-5422-5CCF222A9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B546BE-7254-353B-1D72-2815AA0C8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9730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0C68C-A208-FB3E-3344-B3393D635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467CE8-859E-062F-6283-BC715763C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BD0B8A-2483-2963-4553-683CC670D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复杂，不建议用太多</a:t>
            </a:r>
          </a:p>
        </p:txBody>
      </p:sp>
    </p:spTree>
    <p:extLst>
      <p:ext uri="{BB962C8B-B14F-4D97-AF65-F5344CB8AC3E}">
        <p14:creationId xmlns:p14="http://schemas.microsoft.com/office/powerpoint/2010/main" val="2845881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83E9-4E36-F0F8-7606-102BD562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28548B-4993-09C6-9FFF-13476A6F6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73C88-EA5A-22A1-1F97-46343DFB4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endParaRPr lang="zh-CN" altLang="en-US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5272721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AF62-7DBD-55B7-4748-A9EA2D9A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B2F7502-661C-757F-BF62-301101D6F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EF0CA97-6C4F-2FEB-455B-42F70FFA5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3338219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50696-E33E-1051-D7DF-3903B0D6D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4669E-BE0C-B804-3824-18056F369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DF21B9-7106-F428-0765-46A486BB3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19824947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876-0C31-11A8-EE98-CFD5308F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73070C-B8F6-B687-1585-9274283A3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4EC7B9-B20E-481F-3B0C-1F0A53C2A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334416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638A4-B42C-097D-399D-60A2B59E5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60A03E-8756-4F8E-4C60-98AC743CF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6513CFC-9F04-5D2A-19C3-0466EF71E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44848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584D7-2CBD-51DC-9603-9F231DF55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E4D792-0DA4-4526-E547-7AD116A5E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CDA646-75D4-3533-0570-EDD635D6C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Insert(), pop() </a:t>
            </a:r>
            <a:r>
              <a:rPr lang="zh-CN" altLang="en-US" dirty="0"/>
              <a:t>根据索引进行增加，删除。</a:t>
            </a:r>
          </a:p>
        </p:txBody>
      </p:sp>
    </p:spTree>
    <p:extLst>
      <p:ext uri="{BB962C8B-B14F-4D97-AF65-F5344CB8AC3E}">
        <p14:creationId xmlns:p14="http://schemas.microsoft.com/office/powerpoint/2010/main" val="1243478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48ED7-40E5-5350-7774-90EE815B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31D5A35-580C-8469-CFDF-47F78CDD8B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B2495-CB7E-4889-6409-90A51B0A2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950951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4B465-6A66-3672-A53F-AC8A7F4E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A01508-06EB-6574-DAFC-7A565BCA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AA37F3-5C94-9724-B21A-AAEDECF34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62986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50A-F8CA-4C0C-EF8E-B9E0FB9F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8FE580-4801-43E8-FD48-D7955C8DE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7030F8-DA08-B8AF-729C-4A887C481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059621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1313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第二章 变量与数据类型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 err="1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7502719" y="243145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二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21131" y="3765250"/>
            <a:ext cx="6403721" cy="718410"/>
            <a:chOff x="2121801" y="3511059"/>
            <a:chExt cx="5718901" cy="576331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11059"/>
              <a:ext cx="5062803" cy="56788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数据类型</a:t>
              </a:r>
              <a:endParaRPr lang="en-US" altLang="zh-CN" sz="40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21131" y="2479393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27599"/>
              <a:ext cx="4645533" cy="528043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变量命名与赋值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9050" y="3529013"/>
            <a:ext cx="121539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32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8115" y="3926042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一、变量命名与赋值</a:t>
            </a:r>
          </a:p>
        </p:txBody>
      </p:sp>
      <p:sp>
        <p:nvSpPr>
          <p:cNvPr id="8" name="矩形 7"/>
          <p:cNvSpPr/>
          <p:nvPr/>
        </p:nvSpPr>
        <p:spPr>
          <a:xfrm>
            <a:off x="19050" y="5072061"/>
            <a:ext cx="12153900" cy="102281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0D4BC-A0A2-3939-2C6F-FC340D3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D9BC452-13E2-26AE-1D4E-3F9E7D53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C63F67-9AAB-CE6E-C7E5-38F577238B01}"/>
              </a:ext>
            </a:extLst>
          </p:cNvPr>
          <p:cNvSpPr txBox="1"/>
          <p:nvPr/>
        </p:nvSpPr>
        <p:spPr>
          <a:xfrm>
            <a:off x="95250" y="872803"/>
            <a:ext cx="8820150" cy="5494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中，变量是用来存储数据的容器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变量作用：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存储数据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：临时保存程序运行中的信息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标识数据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：通过名称快速访问和修改数据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提高可读性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：有意义的名称让代码更易懂</a:t>
            </a:r>
          </a:p>
        </p:txBody>
      </p:sp>
      <p:pic>
        <p:nvPicPr>
          <p:cNvPr id="5" name="Picture 4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88DD1C61-3773-EAD5-BA14-53FA4DEA3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490" y="4714709"/>
            <a:ext cx="4957260" cy="1582844"/>
          </a:xfrm>
          <a:prstGeom prst="rect">
            <a:avLst/>
          </a:prstGeom>
        </p:spPr>
      </p:pic>
      <p:pic>
        <p:nvPicPr>
          <p:cNvPr id="9" name="Picture 8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449B9F92-196A-7E4D-877F-A2B6A500C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490" y="3052415"/>
            <a:ext cx="4957260" cy="1203110"/>
          </a:xfrm>
          <a:prstGeom prst="rect">
            <a:avLst/>
          </a:prstGeom>
          <a:ln w="19050">
            <a:solidFill>
              <a:schemeClr val="accent4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3982732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7ED8-4CEA-5DA0-0B93-FC3FB95A5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58EA445-8D73-2A6D-E8D8-1E94A245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47652-ADE6-1A19-DBC2-8FB12A86429C}"/>
              </a:ext>
            </a:extLst>
          </p:cNvPr>
          <p:cNvSpPr txBox="1"/>
          <p:nvPr/>
        </p:nvSpPr>
        <p:spPr>
          <a:xfrm>
            <a:off x="341086" y="912062"/>
            <a:ext cx="5515428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30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99E83B8-BC53-3905-04CF-E68D4C6D7284}"/>
              </a:ext>
            </a:extLst>
          </p:cNvPr>
          <p:cNvSpPr txBox="1"/>
          <p:nvPr/>
        </p:nvSpPr>
        <p:spPr>
          <a:xfrm>
            <a:off x="5856514" y="1211384"/>
            <a:ext cx="6270173" cy="531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3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）字符限制：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）只能包含字母、数字、下划线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）禁止特殊符号：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@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$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%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等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4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）开头字符：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）必须以字母或下划线开头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  <a:r>
              <a:rPr lang="zh-CN" altLang="en-US" sz="3000" u="sng" dirty="0">
                <a:solidFill>
                  <a:srgbClr val="151515"/>
                </a:solidFill>
                <a:latin typeface="+mn-ea"/>
                <a:ea typeface="+mn-ea"/>
              </a:rPr>
              <a:t>禁止以数字开头</a:t>
            </a:r>
            <a:endParaRPr lang="en-US" altLang="zh-CN" sz="3000" u="sng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BBBC9-95AF-1FDD-6FA3-954BAD4CBD7D}"/>
              </a:ext>
            </a:extLst>
          </p:cNvPr>
          <p:cNvSpPr txBox="1"/>
          <p:nvPr/>
        </p:nvSpPr>
        <p:spPr>
          <a:xfrm>
            <a:off x="304800" y="2300709"/>
            <a:ext cx="5791200" cy="416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）区分大小写：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和 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是两个不同的变量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）禁止关键字：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不能使用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保留字（如 </a:t>
            </a:r>
            <a:r>
              <a:rPr lang="en-US" sz="3000" dirty="0" err="1">
                <a:solidFill>
                  <a:srgbClr val="151515"/>
                </a:solidFill>
                <a:latin typeface="+mn-ea"/>
                <a:ea typeface="+mn-ea"/>
              </a:rPr>
              <a:t>if、for、class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49654745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0C043-D7F5-5EC4-835A-9580B8D2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1642B-0E97-3F4F-C77A-F3C5A56ED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A4876-2007-A214-A357-C912FABB9A38}"/>
              </a:ext>
            </a:extLst>
          </p:cNvPr>
          <p:cNvSpPr txBox="1"/>
          <p:nvPr/>
        </p:nvSpPr>
        <p:spPr>
          <a:xfrm>
            <a:off x="312057" y="846748"/>
            <a:ext cx="975586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34931A-A9F6-297A-CC1B-7C3DC3470DB2}"/>
              </a:ext>
            </a:extLst>
          </p:cNvPr>
          <p:cNvSpPr txBox="1"/>
          <p:nvPr/>
        </p:nvSpPr>
        <p:spPr>
          <a:xfrm>
            <a:off x="680523" y="1704141"/>
            <a:ext cx="515240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E30BAF6-7A90-6F63-659D-D4DB1DEFE0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14380"/>
          <a:stretch/>
        </p:blipFill>
        <p:spPr>
          <a:xfrm>
            <a:off x="464622" y="3580928"/>
            <a:ext cx="5866100" cy="2043358"/>
          </a:xfrm>
          <a:prstGeom prst="rect">
            <a:avLst/>
          </a:prstGeom>
        </p:spPr>
      </p:pic>
      <p:pic>
        <p:nvPicPr>
          <p:cNvPr id="8" name="Picture 7" descr="A black background with white text and blue text&#10;&#10;AI-generated content may be incorrect.">
            <a:extLst>
              <a:ext uri="{FF2B5EF4-FFF2-40B4-BE49-F238E27FC236}">
                <a16:creationId xmlns:a16="http://schemas.microsoft.com/office/drawing/2014/main" id="{5EBA9DC3-9106-59D4-3F66-A04564D06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783" y="3580928"/>
            <a:ext cx="5168494" cy="20433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5026F3-BB96-9A25-DE88-F9C139715DAF}"/>
              </a:ext>
            </a:extLst>
          </p:cNvPr>
          <p:cNvSpPr txBox="1"/>
          <p:nvPr/>
        </p:nvSpPr>
        <p:spPr>
          <a:xfrm>
            <a:off x="2736396" y="2514407"/>
            <a:ext cx="733152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判断哪些是正确命名，哪些是错误命名？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9418559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FFDD-BE38-62E2-8ECA-8CD1FAC4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184C65-D287-3A63-3DC9-746DECE25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5" y="8526"/>
            <a:ext cx="10472058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81A8D4-261D-7555-40EB-7FAE0C2E1CBF}"/>
              </a:ext>
            </a:extLst>
          </p:cNvPr>
          <p:cNvSpPr txBox="1"/>
          <p:nvPr/>
        </p:nvSpPr>
        <p:spPr>
          <a:xfrm>
            <a:off x="391886" y="846748"/>
            <a:ext cx="96760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61566-7FEF-4779-6E17-AA0F3264FA78}"/>
              </a:ext>
            </a:extLst>
          </p:cNvPr>
          <p:cNvSpPr txBox="1"/>
          <p:nvPr/>
        </p:nvSpPr>
        <p:spPr>
          <a:xfrm>
            <a:off x="580572" y="1582604"/>
            <a:ext cx="3788230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命名规范：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7E8AB-12B2-395F-8F0C-49A577C75A90}"/>
              </a:ext>
            </a:extLst>
          </p:cNvPr>
          <p:cNvSpPr txBox="1"/>
          <p:nvPr/>
        </p:nvSpPr>
        <p:spPr>
          <a:xfrm>
            <a:off x="391886" y="2444308"/>
            <a:ext cx="8186057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见名知意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用英文单词描述数据含义（如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user_age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 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而非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）蛇形命名法</a:t>
            </a:r>
            <a:r>
              <a:rPr 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多个单词用下划线连接（如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student_id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）全大写常量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固定值的变量名全大写（如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MAX_SIZE = 100）</a:t>
            </a:r>
          </a:p>
        </p:txBody>
      </p:sp>
      <p:pic>
        <p:nvPicPr>
          <p:cNvPr id="14" name="Picture 1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DD1256B2-969E-76E3-F585-5DF513E09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729" y="2408023"/>
            <a:ext cx="3816391" cy="3774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70828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23370" y="667019"/>
            <a:ext cx="11945439" cy="36370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变量的赋值是将一个值或表达式赋给一个变量。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中的变量赋值是动态的，即可将不同类型的值赋给同一个变量。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核心概念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：变量是对象（数据）的标签（引用），而非数据本身。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E043B62-585B-96D3-4608-3F7ED6358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980" y="4407928"/>
            <a:ext cx="7029830" cy="224050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DA8C4C1-015F-FAB3-DC38-2CCE9071E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323" y="4562272"/>
            <a:ext cx="4153355" cy="65150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0530B1E-7EC6-E9E0-75AA-CAD3281128F7}"/>
              </a:ext>
            </a:extLst>
          </p:cNvPr>
          <p:cNvSpPr txBox="1"/>
          <p:nvPr/>
        </p:nvSpPr>
        <p:spPr>
          <a:xfrm>
            <a:off x="174172" y="5145625"/>
            <a:ext cx="4689658" cy="1689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x=10, 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会先在内存中创建对象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，再将变量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x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绑定（引用）到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这个对象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6549635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829CE-67EE-A9AB-D842-8C2811AB1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C118951-D4A5-20CD-F22A-F909B672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57" y="8526"/>
            <a:ext cx="104285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B7ACDF-1E1D-A97F-35E4-C48B20886982}"/>
              </a:ext>
            </a:extLst>
          </p:cNvPr>
          <p:cNvSpPr txBox="1"/>
          <p:nvPr/>
        </p:nvSpPr>
        <p:spPr>
          <a:xfrm>
            <a:off x="174171" y="846749"/>
            <a:ext cx="101548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可变对象与不可变对象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8D305C4-842E-F06A-EEE2-294456E6E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17886"/>
              </p:ext>
            </p:extLst>
          </p:nvPr>
        </p:nvGraphicFramePr>
        <p:xfrm>
          <a:off x="943427" y="2349865"/>
          <a:ext cx="10617200" cy="2475766"/>
        </p:xfrm>
        <a:graphic>
          <a:graphicData uri="http://schemas.openxmlformats.org/drawingml/2006/table">
            <a:tbl>
              <a:tblPr/>
              <a:tblGrid>
                <a:gridCol w="2289464">
                  <a:extLst>
                    <a:ext uri="{9D8B030D-6E8A-4147-A177-3AD203B41FA5}">
                      <a16:colId xmlns:a16="http://schemas.microsoft.com/office/drawing/2014/main" val="1900554652"/>
                    </a:ext>
                  </a:extLst>
                </a:gridCol>
                <a:gridCol w="2442194">
                  <a:extLst>
                    <a:ext uri="{9D8B030D-6E8A-4147-A177-3AD203B41FA5}">
                      <a16:colId xmlns:a16="http://schemas.microsoft.com/office/drawing/2014/main" val="2247705889"/>
                    </a:ext>
                  </a:extLst>
                </a:gridCol>
                <a:gridCol w="5885542">
                  <a:extLst>
                    <a:ext uri="{9D8B030D-6E8A-4147-A177-3AD203B41FA5}">
                      <a16:colId xmlns:a16="http://schemas.microsoft.com/office/drawing/2014/main" val="579228908"/>
                    </a:ext>
                  </a:extLst>
                </a:gridCol>
              </a:tblGrid>
              <a:tr h="55111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赋值特性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98481"/>
                  </a:ext>
                </a:extLst>
              </a:tr>
              <a:tr h="9938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list, </a:t>
                      </a:r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dict</a:t>
                      </a: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 set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修改时原地更新，所有引用同步变化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470928"/>
                  </a:ext>
                </a:extLst>
              </a:tr>
              <a:tr h="82581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不可变对象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int, str, tuple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修改时创建新对象，原引用不变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61659"/>
                  </a:ext>
                </a:extLst>
              </a:tr>
            </a:tbl>
          </a:graphicData>
        </a:graphic>
      </p:graphicFrame>
      <p:pic>
        <p:nvPicPr>
          <p:cNvPr id="11" name="Picture 10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C1A7862F-2B29-0E19-58B6-E78DC3649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320" y="5042182"/>
            <a:ext cx="4527278" cy="1332626"/>
          </a:xfrm>
          <a:prstGeom prst="rect">
            <a:avLst/>
          </a:prstGeom>
        </p:spPr>
      </p:pic>
      <p:pic>
        <p:nvPicPr>
          <p:cNvPr id="13" name="Picture 12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0222EE34-F09D-7027-0003-CE3BBCC3C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1594" y="5042182"/>
            <a:ext cx="5869033" cy="133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36941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163035D-3A24-C951-F80E-74CB01FCF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0793251"/>
              </p:ext>
            </p:extLst>
          </p:nvPr>
        </p:nvGraphicFramePr>
        <p:xfrm>
          <a:off x="2097313" y="3108843"/>
          <a:ext cx="5631544" cy="3657600"/>
        </p:xfrm>
        <a:graphic>
          <a:graphicData uri="http://schemas.openxmlformats.org/drawingml/2006/table">
            <a:tbl>
              <a:tblPr/>
              <a:tblGrid>
                <a:gridCol w="1407886">
                  <a:extLst>
                    <a:ext uri="{9D8B030D-6E8A-4147-A177-3AD203B41FA5}">
                      <a16:colId xmlns:a16="http://schemas.microsoft.com/office/drawing/2014/main" val="1284844550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160360526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3731756157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3702267183"/>
                    </a:ext>
                  </a:extLst>
                </a:gridCol>
              </a:tblGrid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63777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+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加法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 + 2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97606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减法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5 - 3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79014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乘法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 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108595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除法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3.333...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67538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整除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124482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取模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10 %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251116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幂运算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**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5105"/>
                  </a:ext>
                </a:extLst>
              </a:tr>
            </a:tbl>
          </a:graphicData>
        </a:graphic>
      </p:graphicFrame>
      <p:pic>
        <p:nvPicPr>
          <p:cNvPr id="7" name="Picture 6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7FD567E0-DDD9-BB2A-29C4-EA9A5DEBA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62" y="4167077"/>
            <a:ext cx="3842595" cy="15370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AF043E7-806D-383D-FE81-C07896C99E2B}"/>
              </a:ext>
            </a:extLst>
          </p:cNvPr>
          <p:cNvSpPr txBox="1"/>
          <p:nvPr/>
        </p:nvSpPr>
        <p:spPr>
          <a:xfrm>
            <a:off x="290007" y="4587063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314FBAF0-70BA-6395-A923-9CE89DF4F9F9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0638082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5884F-A859-2052-ECFA-7BFF6C87E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F5A5D75-8F87-6E73-4916-7D9CC3C97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F172DF-28DC-0D74-BC10-EE83BEAF4B32}"/>
              </a:ext>
            </a:extLst>
          </p:cNvPr>
          <p:cNvSpPr txBox="1"/>
          <p:nvPr/>
        </p:nvSpPr>
        <p:spPr>
          <a:xfrm>
            <a:off x="43263" y="4538418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E1E227E-592B-5984-7C00-AD9E35F86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581827"/>
              </p:ext>
            </p:extLst>
          </p:nvPr>
        </p:nvGraphicFramePr>
        <p:xfrm>
          <a:off x="1748971" y="3163270"/>
          <a:ext cx="6045200" cy="361638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373708207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70873351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043820404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034331548"/>
                    </a:ext>
                  </a:extLst>
                </a:gridCol>
              </a:tblGrid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052075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==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==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575112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!=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不等于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!=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668473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46667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648251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578532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981563"/>
                  </a:ext>
                </a:extLst>
              </a:tr>
            </a:tbl>
          </a:graphicData>
        </a:graphic>
      </p:graphicFrame>
      <p:pic>
        <p:nvPicPr>
          <p:cNvPr id="8" name="Picture 7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4EA08E5E-E390-3EDF-44E6-403B3D286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27" y="4278909"/>
            <a:ext cx="3816978" cy="1526791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A9C41C27-892E-0F2B-6274-7B0A1C342DA6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1513231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37773-E5CC-1339-074C-CA79A9AB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4EF1E7-684D-964B-A381-A883C0767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DF7EA9-D756-3F82-04ED-917BA97519A4}"/>
              </a:ext>
            </a:extLst>
          </p:cNvPr>
          <p:cNvSpPr txBox="1"/>
          <p:nvPr/>
        </p:nvSpPr>
        <p:spPr>
          <a:xfrm>
            <a:off x="-55823" y="4552823"/>
            <a:ext cx="18788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89071B-A380-DEDF-A3BF-1E6AE5CA6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63189"/>
              </p:ext>
            </p:extLst>
          </p:nvPr>
        </p:nvGraphicFramePr>
        <p:xfrm>
          <a:off x="1712686" y="3324330"/>
          <a:ext cx="5239655" cy="3289163"/>
        </p:xfrm>
        <a:graphic>
          <a:graphicData uri="http://schemas.openxmlformats.org/drawingml/2006/table">
            <a:tbl>
              <a:tblPr/>
              <a:tblGrid>
                <a:gridCol w="1122785">
                  <a:extLst>
                    <a:ext uri="{9D8B030D-6E8A-4147-A177-3AD203B41FA5}">
                      <a16:colId xmlns:a16="http://schemas.microsoft.com/office/drawing/2014/main" val="3950374018"/>
                    </a:ext>
                  </a:extLst>
                </a:gridCol>
                <a:gridCol w="1219366">
                  <a:extLst>
                    <a:ext uri="{9D8B030D-6E8A-4147-A177-3AD203B41FA5}">
                      <a16:colId xmlns:a16="http://schemas.microsoft.com/office/drawing/2014/main" val="2950506611"/>
                    </a:ext>
                  </a:extLst>
                </a:gridCol>
                <a:gridCol w="1587590">
                  <a:extLst>
                    <a:ext uri="{9D8B030D-6E8A-4147-A177-3AD203B41FA5}">
                      <a16:colId xmlns:a16="http://schemas.microsoft.com/office/drawing/2014/main" val="4224026267"/>
                    </a:ext>
                  </a:extLst>
                </a:gridCol>
                <a:gridCol w="1309914">
                  <a:extLst>
                    <a:ext uri="{9D8B030D-6E8A-4147-A177-3AD203B41FA5}">
                      <a16:colId xmlns:a16="http://schemas.microsoft.com/office/drawing/2014/main" val="1236266824"/>
                    </a:ext>
                  </a:extLst>
                </a:gridCol>
              </a:tblGrid>
              <a:tr h="7995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06586"/>
                  </a:ext>
                </a:extLst>
              </a:tr>
              <a:tr h="867181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and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 and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98812"/>
                  </a:ext>
                </a:extLst>
              </a:tr>
              <a:tr h="799511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 or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586785"/>
                  </a:ext>
                </a:extLst>
              </a:tr>
              <a:tr h="79951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逻辑非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not 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846831"/>
                  </a:ext>
                </a:extLst>
              </a:tr>
            </a:tbl>
          </a:graphicData>
        </a:graphic>
      </p:graphicFrame>
      <p:pic>
        <p:nvPicPr>
          <p:cNvPr id="7" name="Picture 6" descr="A group of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410ADC27-A8FA-2E3E-9C6A-5A42BE8F7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706" y="4229005"/>
            <a:ext cx="4106649" cy="1549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35D8A4-424D-6AEC-A4F7-4221ABAE39A0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9007973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CFA5E-E628-EE26-04BB-7E57FED58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8B30701-AD4D-6823-D328-DC1047C1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1" y="8526"/>
            <a:ext cx="104865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98076-590D-2107-40A8-BB49CF7C1410}"/>
              </a:ext>
            </a:extLst>
          </p:cNvPr>
          <p:cNvSpPr txBox="1"/>
          <p:nvPr/>
        </p:nvSpPr>
        <p:spPr>
          <a:xfrm>
            <a:off x="897592" y="3228400"/>
            <a:ext cx="10249380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是直接对整数在内存中的二进制位进行操作。</a:t>
            </a:r>
            <a:r>
              <a:rPr 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中的位运算符包括：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&amp;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（与）、｜（或）、～（非）等。</a:t>
            </a:r>
            <a:endParaRPr lang="en-US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  <p:pic>
        <p:nvPicPr>
          <p:cNvPr id="14" name="Picture 13" descr="A black background with green writing&#10;&#10;AI-generated content may be incorrect.">
            <a:extLst>
              <a:ext uri="{FF2B5EF4-FFF2-40B4-BE49-F238E27FC236}">
                <a16:creationId xmlns:a16="http://schemas.microsoft.com/office/drawing/2014/main" id="{693EC964-78C5-0417-1DDA-39FADE614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21" y="4832235"/>
            <a:ext cx="11329790" cy="1568566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5A4E9AD6-B61A-05FC-27E4-9530EFA4BF21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8932848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39864"/>
            <a:ext cx="116707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二、数据类型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CE10-6069-D684-EEBD-B4AE298CE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8E23A91-440B-A32F-DA65-1E30F04F7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881D9B-9E37-EE50-728E-695E4983BE8F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数据类型概念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E6260-E6B0-E9A5-EE36-5C6B04AE8C23}"/>
              </a:ext>
            </a:extLst>
          </p:cNvPr>
          <p:cNvSpPr txBox="1"/>
          <p:nvPr/>
        </p:nvSpPr>
        <p:spPr>
          <a:xfrm>
            <a:off x="384630" y="1707210"/>
            <a:ext cx="9582332" cy="489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数据类型概念：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数据在计算机中的</a:t>
            </a:r>
            <a:r>
              <a:rPr lang="zh-CN" altLang="en-US" sz="3200" b="1" dirty="0">
                <a:solidFill>
                  <a:schemeClr val="accent2"/>
                </a:solidFill>
                <a:latin typeface="+mj-ea"/>
                <a:ea typeface="+mj-ea"/>
              </a:rPr>
              <a:t>存储方式与操作规则</a:t>
            </a:r>
            <a:endParaRPr lang="en-US" altLang="zh-CN" sz="3200" b="1" dirty="0">
              <a:solidFill>
                <a:schemeClr val="accent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数据类型作用：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内存高效管理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规定操作规范（如数字可加减，字符串可拼接）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8388806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25C8-C118-5256-1547-930525F8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4D717D-1318-65B5-FECC-03699A23D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F1033C-442C-5498-6FB7-8CF9E065EB39}"/>
              </a:ext>
            </a:extLst>
          </p:cNvPr>
          <p:cNvSpPr txBox="1"/>
          <p:nvPr/>
        </p:nvSpPr>
        <p:spPr>
          <a:xfrm>
            <a:off x="123371" y="854005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ECBE6-B2E7-133A-E668-C8433A3C0FEC}"/>
              </a:ext>
            </a:extLst>
          </p:cNvPr>
          <p:cNvSpPr txBox="1"/>
          <p:nvPr/>
        </p:nvSpPr>
        <p:spPr>
          <a:xfrm>
            <a:off x="433727" y="2300975"/>
            <a:ext cx="6235587" cy="4422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Bool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布尔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True/False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Number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数字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；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String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字符串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4. List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列表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：有序元素集合，用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[]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5. Tuple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元组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：类似于列表，但元素不能更改，用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标识。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0D08B56-A55D-A7F0-9DBF-689316436A80}"/>
              </a:ext>
            </a:extLst>
          </p:cNvPr>
          <p:cNvSpPr txBox="1"/>
          <p:nvPr/>
        </p:nvSpPr>
        <p:spPr>
          <a:xfrm>
            <a:off x="6901542" y="2202516"/>
            <a:ext cx="5174343" cy="3372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6. Dictionary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字典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；无序元素集合，元素以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键值对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存在。用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7. Set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集合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：元素可变、无序、且不能重复的元素集合。用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C69C94E-55AE-7511-CDA2-B338A9363D48}"/>
              </a:ext>
            </a:extLst>
          </p:cNvPr>
          <p:cNvSpPr txBox="1"/>
          <p:nvPr/>
        </p:nvSpPr>
        <p:spPr>
          <a:xfrm>
            <a:off x="2946400" y="1601633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6743227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F15BD-A733-9D1D-DD0E-9D48A56A9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699820-CC1F-94AA-D495-C91B4550A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1" y="8526"/>
            <a:ext cx="104357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1E784C-76BA-2461-AFD7-4A7E8038F312}"/>
              </a:ext>
            </a:extLst>
          </p:cNvPr>
          <p:cNvSpPr txBox="1"/>
          <p:nvPr/>
        </p:nvSpPr>
        <p:spPr>
          <a:xfrm>
            <a:off x="275771" y="824977"/>
            <a:ext cx="77005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B2BCB2-219C-ECFF-BE36-1ED1649CDB10}"/>
              </a:ext>
            </a:extLst>
          </p:cNvPr>
          <p:cNvSpPr txBox="1"/>
          <p:nvPr/>
        </p:nvSpPr>
        <p:spPr>
          <a:xfrm>
            <a:off x="341087" y="1583489"/>
            <a:ext cx="10501084" cy="2478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数据类型分类：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标量类型：</a:t>
            </a:r>
            <a:r>
              <a:rPr lang="en-US" altLang="zh-CN" sz="2800" dirty="0">
                <a:solidFill>
                  <a:srgbClr val="151515"/>
                </a:solidFill>
                <a:latin typeface="+mn-ea"/>
              </a:rPr>
              <a:t> number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 int</a:t>
            </a:r>
            <a:r>
              <a:rPr lang="zh-CN" altLang="en-US" sz="28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float 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）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str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bool</a:t>
            </a: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容器类型：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list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tuple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dict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set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472D04-A881-5AAC-CC3D-397F7B928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34607"/>
              </p:ext>
            </p:extLst>
          </p:nvPr>
        </p:nvGraphicFramePr>
        <p:xfrm>
          <a:off x="3287484" y="4203562"/>
          <a:ext cx="8697689" cy="2494886"/>
        </p:xfrm>
        <a:graphic>
          <a:graphicData uri="http://schemas.openxmlformats.org/drawingml/2006/table">
            <a:tbl>
              <a:tblPr/>
              <a:tblGrid>
                <a:gridCol w="1618344">
                  <a:extLst>
                    <a:ext uri="{9D8B030D-6E8A-4147-A177-3AD203B41FA5}">
                      <a16:colId xmlns:a16="http://schemas.microsoft.com/office/drawing/2014/main" val="15950582"/>
                    </a:ext>
                  </a:extLst>
                </a:gridCol>
                <a:gridCol w="1850571">
                  <a:extLst>
                    <a:ext uri="{9D8B030D-6E8A-4147-A177-3AD203B41FA5}">
                      <a16:colId xmlns:a16="http://schemas.microsoft.com/office/drawing/2014/main" val="399157626"/>
                    </a:ext>
                  </a:extLst>
                </a:gridCol>
                <a:gridCol w="1807029">
                  <a:extLst>
                    <a:ext uri="{9D8B030D-6E8A-4147-A177-3AD203B41FA5}">
                      <a16:colId xmlns:a16="http://schemas.microsoft.com/office/drawing/2014/main" val="2140024269"/>
                    </a:ext>
                  </a:extLst>
                </a:gridCol>
                <a:gridCol w="3421745">
                  <a:extLst>
                    <a:ext uri="{9D8B030D-6E8A-4147-A177-3AD203B41FA5}">
                      <a16:colId xmlns:a16="http://schemas.microsoft.com/office/drawing/2014/main" val="2740444552"/>
                    </a:ext>
                  </a:extLst>
                </a:gridCol>
              </a:tblGrid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有序性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元素要求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683114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不可变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单值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056485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list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有序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任意类型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61640"/>
                  </a:ext>
                </a:extLst>
              </a:tr>
              <a:tr h="940406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</a:rPr>
                        <a:t>dict</a:t>
                      </a:r>
                      <a:endParaRPr lang="en-US" sz="28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键不可变、值任意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4981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382CF15-8EBD-452D-8EDD-2AE40D85FAF9}"/>
              </a:ext>
            </a:extLst>
          </p:cNvPr>
          <p:cNvSpPr txBox="1"/>
          <p:nvPr/>
        </p:nvSpPr>
        <p:spPr>
          <a:xfrm>
            <a:off x="420915" y="4603231"/>
            <a:ext cx="2619373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常用数据类型特性对比：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375865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C3C23-4D36-F6FA-EE57-75BB15F9F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9686D0-E98B-2613-1171-9CD39D61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C7DB1091-8910-855C-6F3A-EC7B304CC21F}"/>
              </a:ext>
            </a:extLst>
          </p:cNvPr>
          <p:cNvSpPr txBox="1"/>
          <p:nvPr/>
        </p:nvSpPr>
        <p:spPr>
          <a:xfrm>
            <a:off x="406195" y="1499335"/>
            <a:ext cx="3091748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number</a:t>
            </a:r>
          </a:p>
        </p:txBody>
      </p:sp>
      <p:pic>
        <p:nvPicPr>
          <p:cNvPr id="5" name="Picture 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D419F691-9044-44DE-03B6-B6312250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95" y="2279606"/>
            <a:ext cx="4529616" cy="913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1DEC56-3581-81F0-AA96-9F9FFB3903DC}"/>
              </a:ext>
            </a:extLst>
          </p:cNvPr>
          <p:cNvSpPr txBox="1"/>
          <p:nvPr/>
        </p:nvSpPr>
        <p:spPr>
          <a:xfrm>
            <a:off x="406195" y="3371731"/>
            <a:ext cx="1195271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accent3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accent3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accent3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算术运算：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+, -, *, /, //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（整除）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%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（取模）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**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（幂）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数学函数：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abs(), round(), 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math.sqrt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>
              <a:defRPr/>
            </a:pPr>
            <a:r>
              <a:rPr lang="zh-CN" altLang="en-US" sz="3000" dirty="0">
                <a:solidFill>
                  <a:prstClr val="black"/>
                </a:solidFill>
                <a:latin typeface="微软雅黑"/>
                <a:ea typeface="微软雅黑"/>
              </a:rPr>
              <a:t>类型转换：</a:t>
            </a:r>
            <a:r>
              <a:rPr lang="en-US" sz="3000" dirty="0">
                <a:solidFill>
                  <a:prstClr val="black"/>
                </a:solidFill>
                <a:latin typeface="微软雅黑"/>
                <a:ea typeface="微软雅黑"/>
              </a:rPr>
              <a:t>int(), float()</a:t>
            </a:r>
            <a:endParaRPr 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number and a symbol&#10;&#10;AI-generated content may be incorrect.">
            <a:extLst>
              <a:ext uri="{FF2B5EF4-FFF2-40B4-BE49-F238E27FC236}">
                <a16:creationId xmlns:a16="http://schemas.microsoft.com/office/drawing/2014/main" id="{252A34BE-8A25-C987-51CB-13EA49D5B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1924" y="5417907"/>
            <a:ext cx="6864305" cy="10545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275CA77-B005-F8DF-354C-AF0DFA5E2D96}"/>
              </a:ext>
            </a:extLst>
          </p:cNvPr>
          <p:cNvSpPr txBox="1"/>
          <p:nvPr/>
        </p:nvSpPr>
        <p:spPr>
          <a:xfrm>
            <a:off x="94343" y="846748"/>
            <a:ext cx="788197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37146437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9629-4195-972E-62A6-2E075C83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80239FC-9E8A-4F3A-6CCD-81EE2AB84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992F2ED7-670D-AD19-DAB1-3B5E976BA63F}"/>
              </a:ext>
            </a:extLst>
          </p:cNvPr>
          <p:cNvSpPr txBox="1"/>
          <p:nvPr/>
        </p:nvSpPr>
        <p:spPr>
          <a:xfrm>
            <a:off x="224973" y="1577161"/>
            <a:ext cx="7193682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字符串：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单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/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双引号包裹的文本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401D8-4404-F6EE-5CFB-A4E5B546D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29" y="5612114"/>
            <a:ext cx="10069742" cy="1045107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BB64BF54-90A2-6BFA-9700-6DE34EAAB1A1}"/>
              </a:ext>
            </a:extLst>
          </p:cNvPr>
          <p:cNvGrpSpPr/>
          <p:nvPr/>
        </p:nvGrpSpPr>
        <p:grpSpPr>
          <a:xfrm>
            <a:off x="7169569" y="2117972"/>
            <a:ext cx="3833277" cy="1677514"/>
            <a:chOff x="6822961" y="2250980"/>
            <a:chExt cx="2932866" cy="1290493"/>
          </a:xfrm>
        </p:grpSpPr>
        <p:pic>
          <p:nvPicPr>
            <p:cNvPr id="12" name="Picture 11" descr="A black and white sign with orange text&#10;&#10;AI-generated content may be incorrect.">
              <a:extLst>
                <a:ext uri="{FF2B5EF4-FFF2-40B4-BE49-F238E27FC236}">
                  <a16:creationId xmlns:a16="http://schemas.microsoft.com/office/drawing/2014/main" id="{187E6F44-1324-218F-7908-094F56249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22961" y="2737483"/>
              <a:ext cx="2932866" cy="80399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E6B516C-F780-1627-8BB1-59513E674566}"/>
                </a:ext>
              </a:extLst>
            </p:cNvPr>
            <p:cNvSpPr txBox="1"/>
            <p:nvPr/>
          </p:nvSpPr>
          <p:spPr>
            <a:xfrm>
              <a:off x="6919146" y="2250980"/>
              <a:ext cx="2446737" cy="4025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字符串创建</a:t>
              </a:r>
              <a:endParaRPr lang="en-CN" sz="2800" dirty="0">
                <a:solidFill>
                  <a:schemeClr val="bg2"/>
                </a:solidFill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1F43913-1DFC-079D-2F48-2ACB78444BF9}"/>
              </a:ext>
            </a:extLst>
          </p:cNvPr>
          <p:cNvSpPr txBox="1"/>
          <p:nvPr/>
        </p:nvSpPr>
        <p:spPr>
          <a:xfrm>
            <a:off x="224973" y="2442015"/>
            <a:ext cx="828039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常用操作：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索引与切片：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s[0], s[1:4]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拼接与重复：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+, *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lower(), .upper(), .split(), .strip()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格式化：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f"{name} is {age} years old"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3AFEA-C282-287B-9DC2-A81B7A537632}"/>
              </a:ext>
            </a:extLst>
          </p:cNvPr>
          <p:cNvSpPr txBox="1"/>
          <p:nvPr/>
        </p:nvSpPr>
        <p:spPr>
          <a:xfrm>
            <a:off x="116114" y="846748"/>
            <a:ext cx="7860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6418074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1E9C-7A5C-BC9C-987C-57B08B5D2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84336FC-64E4-B3DD-63D0-5DE115A9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9BCB298F-F8BD-E3FD-DABA-E1A3FF9CAF39}"/>
              </a:ext>
            </a:extLst>
          </p:cNvPr>
          <p:cNvSpPr txBox="1"/>
          <p:nvPr/>
        </p:nvSpPr>
        <p:spPr>
          <a:xfrm>
            <a:off x="253286" y="1694850"/>
            <a:ext cx="787471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列表：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标识，可修改的序列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A08114-6D71-180D-2093-D782E9EA8154}"/>
              </a:ext>
            </a:extLst>
          </p:cNvPr>
          <p:cNvSpPr txBox="1"/>
          <p:nvPr/>
        </p:nvSpPr>
        <p:spPr>
          <a:xfrm>
            <a:off x="142982" y="2715167"/>
            <a:ext cx="641747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增删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append(), .insert(), .pop()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切片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000" dirty="0" err="1">
                <a:solidFill>
                  <a:schemeClr val="bg2"/>
                </a:solidFill>
                <a:latin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[2:</a:t>
            </a:r>
            <a:r>
              <a:rPr lang="en-US" altLang="zh-CN" sz="3000" dirty="0">
                <a:solidFill>
                  <a:schemeClr val="bg2"/>
                </a:solidFill>
                <a:latin typeface="+mn-ea"/>
              </a:rPr>
              <a:t>9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]</a:t>
            </a:r>
            <a:r>
              <a:rPr lang="zh-CN" altLang="en-US" sz="30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[2:9:2]（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步长为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列表推导式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[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x*2 for x in range(5)]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排序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sort(), sorted()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65D284-C10C-C0CD-5AD8-B0252A141CDE}"/>
              </a:ext>
            </a:extLst>
          </p:cNvPr>
          <p:cNvSpPr txBox="1"/>
          <p:nvPr/>
        </p:nvSpPr>
        <p:spPr>
          <a:xfrm>
            <a:off x="101600" y="846748"/>
            <a:ext cx="787471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5C46F24-2C17-DA83-F552-5DC1CB9788B3}"/>
              </a:ext>
            </a:extLst>
          </p:cNvPr>
          <p:cNvGrpSpPr/>
          <p:nvPr/>
        </p:nvGrpSpPr>
        <p:grpSpPr>
          <a:xfrm>
            <a:off x="6516911" y="2081840"/>
            <a:ext cx="5662726" cy="1996154"/>
            <a:chOff x="6881215" y="2569389"/>
            <a:chExt cx="3748258" cy="118431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6779B2-3F40-7108-55B9-BE9A7E99C48D}"/>
                </a:ext>
              </a:extLst>
            </p:cNvPr>
            <p:cNvSpPr txBox="1"/>
            <p:nvPr/>
          </p:nvSpPr>
          <p:spPr>
            <a:xfrm>
              <a:off x="6881215" y="2569389"/>
              <a:ext cx="3748258" cy="3447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创建列表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4" name="Picture 3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2A114E0F-9F1D-7730-87C6-D29AA7A54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1215" y="2945141"/>
              <a:ext cx="3717944" cy="808563"/>
            </a:xfrm>
            <a:prstGeom prst="rect">
              <a:avLst/>
            </a:prstGeom>
          </p:spPr>
        </p:pic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AF2EC4F-BB6D-2024-54E3-B740D456D460}"/>
              </a:ext>
            </a:extLst>
          </p:cNvPr>
          <p:cNvGrpSpPr/>
          <p:nvPr/>
        </p:nvGrpSpPr>
        <p:grpSpPr>
          <a:xfrm>
            <a:off x="6510782" y="4355784"/>
            <a:ext cx="5616928" cy="2062317"/>
            <a:chOff x="6394670" y="4239672"/>
            <a:chExt cx="5616928" cy="2062317"/>
          </a:xfrm>
        </p:grpSpPr>
        <p:pic>
          <p:nvPicPr>
            <p:cNvPr id="26" name="Picture 25" descr="A black background with text and symbols&#10;&#10;AI-generated content may be incorrect.">
              <a:extLst>
                <a:ext uri="{FF2B5EF4-FFF2-40B4-BE49-F238E27FC236}">
                  <a16:creationId xmlns:a16="http://schemas.microsoft.com/office/drawing/2014/main" id="{A1071639-2C12-F929-A901-0FDA4060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94670" y="4845005"/>
              <a:ext cx="5616928" cy="1456984"/>
            </a:xfrm>
            <a:prstGeom prst="rect">
              <a:avLst/>
            </a:prstGeom>
          </p:spPr>
        </p:pic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81930D2-72E1-D563-32DF-27FB7C894E7A}"/>
                </a:ext>
              </a:extLst>
            </p:cNvPr>
            <p:cNvSpPr txBox="1"/>
            <p:nvPr/>
          </p:nvSpPr>
          <p:spPr>
            <a:xfrm>
              <a:off x="6422570" y="4239672"/>
              <a:ext cx="556613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要素追加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848111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C8C2-879B-1C42-62A4-FF83DC6F2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712A3BC-FB54-BA84-AB15-1107FAC7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8" name="文本框 6">
            <a:extLst>
              <a:ext uri="{FF2B5EF4-FFF2-40B4-BE49-F238E27FC236}">
                <a16:creationId xmlns:a16="http://schemas.microsoft.com/office/drawing/2014/main" id="{4B434E8B-994E-FF12-A112-95EEF5534324}"/>
              </a:ext>
            </a:extLst>
          </p:cNvPr>
          <p:cNvSpPr txBox="1"/>
          <p:nvPr/>
        </p:nvSpPr>
        <p:spPr>
          <a:xfrm>
            <a:off x="397491" y="1476557"/>
            <a:ext cx="7012052" cy="70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元组：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圆括号（）标识，不可变序列</a:t>
            </a:r>
            <a:endParaRPr lang="en-US" altLang="zh-CN" sz="30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597FAA60-864C-2DCE-0D75-CD521688C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94604"/>
              </p:ext>
            </p:extLst>
          </p:nvPr>
        </p:nvGraphicFramePr>
        <p:xfrm>
          <a:off x="419263" y="2283167"/>
          <a:ext cx="6170223" cy="1638110"/>
        </p:xfrm>
        <a:graphic>
          <a:graphicData uri="http://schemas.openxmlformats.org/drawingml/2006/table">
            <a:tbl>
              <a:tblPr/>
              <a:tblGrid>
                <a:gridCol w="1519932">
                  <a:extLst>
                    <a:ext uri="{9D8B030D-6E8A-4147-A177-3AD203B41FA5}">
                      <a16:colId xmlns:a16="http://schemas.microsoft.com/office/drawing/2014/main" val="1888596248"/>
                    </a:ext>
                  </a:extLst>
                </a:gridCol>
                <a:gridCol w="2176398">
                  <a:extLst>
                    <a:ext uri="{9D8B030D-6E8A-4147-A177-3AD203B41FA5}">
                      <a16:colId xmlns:a16="http://schemas.microsoft.com/office/drawing/2014/main" val="2269919096"/>
                    </a:ext>
                  </a:extLst>
                </a:gridCol>
                <a:gridCol w="2473893">
                  <a:extLst>
                    <a:ext uri="{9D8B030D-6E8A-4147-A177-3AD203B41FA5}">
                      <a16:colId xmlns:a16="http://schemas.microsoft.com/office/drawing/2014/main" val="557186763"/>
                    </a:ext>
                  </a:extLst>
                </a:gridCol>
              </a:tblGrid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列表（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元组（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Tuple）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603503"/>
                  </a:ext>
                </a:extLst>
              </a:tr>
              <a:tr h="3967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✔️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71285"/>
                  </a:ext>
                </a:extLst>
              </a:tr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语法符号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9368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AC38D09-AF00-9C56-67B2-34EC455226D5}"/>
              </a:ext>
            </a:extLst>
          </p:cNvPr>
          <p:cNvSpPr txBox="1"/>
          <p:nvPr/>
        </p:nvSpPr>
        <p:spPr>
          <a:xfrm>
            <a:off x="397492" y="3936299"/>
            <a:ext cx="603233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解包：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a, b, c = t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t[0]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转换：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list(t)（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元组转列表）</a:t>
            </a:r>
            <a:b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</a:b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注意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：单元素元组需加逗号，如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(5,)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E2C2C5-9306-D0BD-9B7D-DF4D33153BBB}"/>
              </a:ext>
            </a:extLst>
          </p:cNvPr>
          <p:cNvSpPr txBox="1"/>
          <p:nvPr/>
        </p:nvSpPr>
        <p:spPr>
          <a:xfrm>
            <a:off x="79829" y="846748"/>
            <a:ext cx="789648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873F06E-8232-3EB3-364A-84DA55E38A69}"/>
              </a:ext>
            </a:extLst>
          </p:cNvPr>
          <p:cNvGrpSpPr/>
          <p:nvPr/>
        </p:nvGrpSpPr>
        <p:grpSpPr>
          <a:xfrm>
            <a:off x="7522279" y="1808285"/>
            <a:ext cx="3666509" cy="1289701"/>
            <a:chOff x="7369879" y="2016530"/>
            <a:chExt cx="3666509" cy="1289701"/>
          </a:xfrm>
        </p:grpSpPr>
        <p:pic>
          <p:nvPicPr>
            <p:cNvPr id="5" name="Picture 4" descr="A close up of a logo&#10;&#10;AI-generated content may be incorrect.">
              <a:extLst>
                <a:ext uri="{FF2B5EF4-FFF2-40B4-BE49-F238E27FC236}">
                  <a16:creationId xmlns:a16="http://schemas.microsoft.com/office/drawing/2014/main" id="{A580F05C-789D-9008-EE21-F352AEE8D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69879" y="2718352"/>
              <a:ext cx="3666509" cy="587879"/>
            </a:xfrm>
            <a:prstGeom prst="rect">
              <a:avLst/>
            </a:prstGeom>
          </p:spPr>
        </p:pic>
        <p:sp>
          <p:nvSpPr>
            <p:cNvPr id="2" name="TextBox 5">
              <a:extLst>
                <a:ext uri="{FF2B5EF4-FFF2-40B4-BE49-F238E27FC236}">
                  <a16:creationId xmlns:a16="http://schemas.microsoft.com/office/drawing/2014/main" id="{4B2AEB21-A791-1E48-857B-2E234498B361}"/>
                </a:ext>
              </a:extLst>
            </p:cNvPr>
            <p:cNvSpPr txBox="1"/>
            <p:nvPr/>
          </p:nvSpPr>
          <p:spPr>
            <a:xfrm>
              <a:off x="7369879" y="2016530"/>
              <a:ext cx="3666509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创建元组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EEE53071-AC0F-4AEF-8B30-390F5A97B627}"/>
              </a:ext>
            </a:extLst>
          </p:cNvPr>
          <p:cNvGrpSpPr/>
          <p:nvPr/>
        </p:nvGrpSpPr>
        <p:grpSpPr>
          <a:xfrm>
            <a:off x="7163307" y="3572958"/>
            <a:ext cx="4384451" cy="2780642"/>
            <a:chOff x="7010907" y="3275415"/>
            <a:chExt cx="4384451" cy="2780642"/>
          </a:xfrm>
        </p:grpSpPr>
        <p:pic>
          <p:nvPicPr>
            <p:cNvPr id="11" name="Picture 10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B7F7D177-0D90-A860-CFC5-A0B8B9AD3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10907" y="3927795"/>
              <a:ext cx="4384451" cy="212826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B5F1A34-C6F4-F068-B725-35269AD6480C}"/>
                </a:ext>
              </a:extLst>
            </p:cNvPr>
            <p:cNvSpPr txBox="1"/>
            <p:nvPr/>
          </p:nvSpPr>
          <p:spPr>
            <a:xfrm>
              <a:off x="7010907" y="3275415"/>
              <a:ext cx="4384451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元组解包与类型转换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679705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4F787-CB35-B8F1-01D2-CCD994E28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2D7B14C-F165-DFCC-F64B-D231C839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7" y="8526"/>
            <a:ext cx="104793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62DBF6-98A5-1A50-E883-A4DC53AB52B9}"/>
              </a:ext>
            </a:extLst>
          </p:cNvPr>
          <p:cNvSpPr txBox="1"/>
          <p:nvPr/>
        </p:nvSpPr>
        <p:spPr>
          <a:xfrm>
            <a:off x="406401" y="1566206"/>
            <a:ext cx="901336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字典：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</a:t>
            </a:r>
            <a:r>
              <a:rPr lang="zh-CN" altLang="en-CN" sz="3200" dirty="0">
                <a:solidFill>
                  <a:schemeClr val="bg2"/>
                </a:solidFill>
                <a:latin typeface="+mn-ea"/>
                <a:ea typeface="+mn-ea"/>
              </a:rPr>
              <a:t>键值对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集合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71F8D0-9532-1E96-C4F6-8A0EDF6E7293}"/>
              </a:ext>
            </a:extLst>
          </p:cNvPr>
          <p:cNvSpPr txBox="1"/>
          <p:nvPr/>
        </p:nvSpPr>
        <p:spPr>
          <a:xfrm>
            <a:off x="406401" y="2373798"/>
            <a:ext cx="11139714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增删改查：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student['grade'] = 'A', del student['age']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keys(), .values(), .get('key', default)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字典推导式：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{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k: v*2 for k, v in 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original.items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17620-5CAB-C979-1223-0509A3267583}"/>
              </a:ext>
            </a:extLst>
          </p:cNvPr>
          <p:cNvSpPr txBox="1"/>
          <p:nvPr/>
        </p:nvSpPr>
        <p:spPr>
          <a:xfrm>
            <a:off x="319314" y="846748"/>
            <a:ext cx="765700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9CE6FF6-193A-917E-2C09-560C210ABDED}"/>
              </a:ext>
            </a:extLst>
          </p:cNvPr>
          <p:cNvGrpSpPr/>
          <p:nvPr/>
        </p:nvGrpSpPr>
        <p:grpSpPr>
          <a:xfrm>
            <a:off x="1342572" y="5157687"/>
            <a:ext cx="9405259" cy="1542866"/>
            <a:chOff x="1130854" y="2540023"/>
            <a:chExt cx="8031850" cy="118770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6A2CE6-BB08-6E71-1478-0D19605E2814}"/>
                </a:ext>
              </a:extLst>
            </p:cNvPr>
            <p:cNvSpPr txBox="1"/>
            <p:nvPr/>
          </p:nvSpPr>
          <p:spPr>
            <a:xfrm>
              <a:off x="1130854" y="2763141"/>
              <a:ext cx="1718787" cy="9406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600" dirty="0">
                  <a:solidFill>
                    <a:schemeClr val="bg2"/>
                  </a:solidFill>
                  <a:latin typeface="+mj-ea"/>
                  <a:ea typeface="+mj-ea"/>
                </a:rPr>
                <a:t>创建字典及基本操作</a:t>
              </a:r>
              <a:endParaRPr lang="en-US" altLang="zh-CN" sz="26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8" name="Picture 7" descr="A black background with colorful writing&#10;&#10;AI-generated content may be incorrect.">
              <a:extLst>
                <a:ext uri="{FF2B5EF4-FFF2-40B4-BE49-F238E27FC236}">
                  <a16:creationId xmlns:a16="http://schemas.microsoft.com/office/drawing/2014/main" id="{FA73ED5B-854A-2F4C-7D91-C361AF3B2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78667" y="2540023"/>
              <a:ext cx="6284037" cy="11877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4623858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5BB4-C5FD-0E13-F193-875AAE91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EA95603-A604-7E8E-DC04-AC94EE389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9" name="文本框 6">
            <a:extLst>
              <a:ext uri="{FF2B5EF4-FFF2-40B4-BE49-F238E27FC236}">
                <a16:creationId xmlns:a16="http://schemas.microsoft.com/office/drawing/2014/main" id="{C3C7DEEF-CB33-9609-2342-79E398CCF783}"/>
              </a:ext>
            </a:extLst>
          </p:cNvPr>
          <p:cNvSpPr txBox="1"/>
          <p:nvPr/>
        </p:nvSpPr>
        <p:spPr>
          <a:xfrm>
            <a:off x="493487" y="1561605"/>
            <a:ext cx="1095828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集合：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无序且元素唯一，大括号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或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set()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创建。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8EE4A-49FF-8E82-8F12-CFB14161AEAD}"/>
              </a:ext>
            </a:extLst>
          </p:cNvPr>
          <p:cNvSpPr txBox="1"/>
          <p:nvPr/>
        </p:nvSpPr>
        <p:spPr>
          <a:xfrm>
            <a:off x="493488" y="3395941"/>
            <a:ext cx="79828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集合运算：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&amp;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（交集）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|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（并集）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-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（差集）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add(), .remove(), .union()</a:t>
            </a:r>
            <a:endParaRPr lang="zh-CN" alt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group of white text&#10;&#10;AI-generated content may be incorrect.">
            <a:extLst>
              <a:ext uri="{FF2B5EF4-FFF2-40B4-BE49-F238E27FC236}">
                <a16:creationId xmlns:a16="http://schemas.microsoft.com/office/drawing/2014/main" id="{D999077A-EE1E-21E8-BDFE-6EE24E456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547" y="5711938"/>
            <a:ext cx="5736334" cy="10357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30A56F-3447-7677-5981-F588A1B11316}"/>
              </a:ext>
            </a:extLst>
          </p:cNvPr>
          <p:cNvSpPr txBox="1"/>
          <p:nvPr/>
        </p:nvSpPr>
        <p:spPr>
          <a:xfrm>
            <a:off x="341717" y="817408"/>
            <a:ext cx="613465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5EE58EE-4B5B-2B1C-2808-F35FCEFD6E42}"/>
              </a:ext>
            </a:extLst>
          </p:cNvPr>
          <p:cNvGrpSpPr/>
          <p:nvPr/>
        </p:nvGrpSpPr>
        <p:grpSpPr>
          <a:xfrm>
            <a:off x="3645985" y="2408241"/>
            <a:ext cx="7537273" cy="1316534"/>
            <a:chOff x="687612" y="2054284"/>
            <a:chExt cx="7104303" cy="115477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1F2FAF-BD55-6D73-089D-A444A2F90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613" y="2674008"/>
              <a:ext cx="7104302" cy="535052"/>
            </a:xfrm>
            <a:prstGeom prst="rect">
              <a:avLst/>
            </a:prstGeom>
          </p:spPr>
        </p:pic>
        <p:sp>
          <p:nvSpPr>
            <p:cNvPr id="2" name="TextBox 4">
              <a:extLst>
                <a:ext uri="{FF2B5EF4-FFF2-40B4-BE49-F238E27FC236}">
                  <a16:creationId xmlns:a16="http://schemas.microsoft.com/office/drawing/2014/main" id="{00F09495-817D-9252-FBD7-8E2FF20F7D98}"/>
                </a:ext>
              </a:extLst>
            </p:cNvPr>
            <p:cNvSpPr txBox="1"/>
            <p:nvPr/>
          </p:nvSpPr>
          <p:spPr>
            <a:xfrm>
              <a:off x="687612" y="2054284"/>
              <a:ext cx="7104301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创建集合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93FE06DA-1BC0-1546-7A49-B382EF4441F9}"/>
              </a:ext>
            </a:extLst>
          </p:cNvPr>
          <p:cNvSpPr txBox="1"/>
          <p:nvPr/>
        </p:nvSpPr>
        <p:spPr>
          <a:xfrm>
            <a:off x="493487" y="5446697"/>
            <a:ext cx="5602513" cy="1135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accent3"/>
                </a:solidFill>
                <a:latin typeface="+mn-ea"/>
                <a:ea typeface="+mn-ea"/>
              </a:rPr>
              <a:t>集合运算与位运算具有相同运算符，但本质上并不相同！</a:t>
            </a:r>
          </a:p>
        </p:txBody>
      </p:sp>
    </p:spTree>
    <p:extLst>
      <p:ext uri="{BB962C8B-B14F-4D97-AF65-F5344CB8AC3E}">
        <p14:creationId xmlns:p14="http://schemas.microsoft.com/office/powerpoint/2010/main" val="2714098320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2571" y="8526"/>
            <a:ext cx="1046480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137887" y="881630"/>
            <a:ext cx="1011556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课后思考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A98275-75F9-BBF3-2BC6-FAB8125C1A01}"/>
              </a:ext>
            </a:extLst>
          </p:cNvPr>
          <p:cNvSpPr txBox="1"/>
          <p:nvPr/>
        </p:nvSpPr>
        <p:spPr>
          <a:xfrm>
            <a:off x="395916" y="1799787"/>
            <a:ext cx="11135683" cy="172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变量名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first_name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和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哪个更符合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风格？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列举数据类型中的标量类型和容器类型。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25183986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2809</TotalTime>
  <Words>1504</Words>
  <Application>Microsoft Office PowerPoint</Application>
  <PresentationFormat>宽屏</PresentationFormat>
  <Paragraphs>268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4" baseType="lpstr">
      <vt:lpstr>黑体</vt:lpstr>
      <vt:lpstr>Microsoft YaHei</vt:lpstr>
      <vt:lpstr>Microsoft YaHei</vt:lpstr>
      <vt:lpstr>Arial</vt:lpstr>
      <vt:lpstr>Calibri</vt:lpstr>
      <vt:lpstr>Consolas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PowerPoint 演示文稿</vt:lpstr>
      <vt:lpstr>二、数据类型</vt:lpstr>
      <vt:lpstr>一、数据类型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10</cp:revision>
  <dcterms:created xsi:type="dcterms:W3CDTF">2004-07-09T11:40:27Z</dcterms:created>
  <dcterms:modified xsi:type="dcterms:W3CDTF">2025-10-23T02:05:11Z</dcterms:modified>
</cp:coreProperties>
</file>