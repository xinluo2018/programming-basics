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4773" r:id="rId1"/>
    <p:sldMasterId id="2147484986" r:id="rId2"/>
  </p:sldMasterIdLst>
  <p:notesMasterIdLst>
    <p:notesMasterId r:id="rId30"/>
  </p:notesMasterIdLst>
  <p:handoutMasterIdLst>
    <p:handoutMasterId r:id="rId31"/>
  </p:handoutMasterIdLst>
  <p:sldIdLst>
    <p:sldId id="2708" r:id="rId3"/>
    <p:sldId id="2387" r:id="rId4"/>
    <p:sldId id="2447" r:id="rId5"/>
    <p:sldId id="2766" r:id="rId6"/>
    <p:sldId id="2767" r:id="rId7"/>
    <p:sldId id="2768" r:id="rId8"/>
    <p:sldId id="2769" r:id="rId9"/>
    <p:sldId id="2726" r:id="rId10"/>
    <p:sldId id="2770" r:id="rId11"/>
    <p:sldId id="2764" r:id="rId12"/>
    <p:sldId id="2789" r:id="rId13"/>
    <p:sldId id="2772" r:id="rId14"/>
    <p:sldId id="2782" r:id="rId15"/>
    <p:sldId id="2709" r:id="rId16"/>
    <p:sldId id="2773" r:id="rId17"/>
    <p:sldId id="2787" r:id="rId18"/>
    <p:sldId id="2788" r:id="rId19"/>
    <p:sldId id="2786" r:id="rId20"/>
    <p:sldId id="2780" r:id="rId21"/>
    <p:sldId id="2781" r:id="rId22"/>
    <p:sldId id="2774" r:id="rId23"/>
    <p:sldId id="2783" r:id="rId24"/>
    <p:sldId id="2784" r:id="rId25"/>
    <p:sldId id="2775" r:id="rId26"/>
    <p:sldId id="2785" r:id="rId27"/>
    <p:sldId id="2741" r:id="rId28"/>
    <p:sldId id="2760" r:id="rId29"/>
  </p:sldIdLst>
  <p:sldSz cx="12192000" cy="6858000"/>
  <p:notesSz cx="7099300" cy="10234613"/>
  <p:custDataLst>
    <p:tags r:id="rId32"/>
  </p:custDataLst>
  <p:defaultTextStyle>
    <a:defPPr>
      <a:defRPr lang="zh-CN"/>
    </a:defPPr>
    <a:lvl1pPr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1pPr>
    <a:lvl2pPr marL="4572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2pPr>
    <a:lvl3pPr marL="9144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3pPr>
    <a:lvl4pPr marL="13716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4pPr>
    <a:lvl5pPr marL="18288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663" userDrawn="1">
          <p15:clr>
            <a:srgbClr val="A4A3A4"/>
          </p15:clr>
        </p15:guide>
        <p15:guide id="2" orient="horz" pos="1412" userDrawn="1">
          <p15:clr>
            <a:srgbClr val="A4A3A4"/>
          </p15:clr>
        </p15:guide>
        <p15:guide id="3" pos="241" userDrawn="1">
          <p15:clr>
            <a:srgbClr val="A4A3A4"/>
          </p15:clr>
        </p15:guide>
        <p15:guide id="4" pos="7408" userDrawn="1">
          <p15:clr>
            <a:srgbClr val="A4A3A4"/>
          </p15:clr>
        </p15:guide>
        <p15:guide id="5" pos="3871" userDrawn="1">
          <p15:clr>
            <a:srgbClr val="A4A3A4"/>
          </p15:clr>
        </p15:guide>
        <p15:guide id="6" orient="horz" pos="700" userDrawn="1">
          <p15:clr>
            <a:srgbClr val="A4A3A4"/>
          </p15:clr>
        </p15:guide>
        <p15:guide id="7" orient="horz" pos="4119" userDrawn="1">
          <p15:clr>
            <a:srgbClr val="A4A3A4"/>
          </p15:clr>
        </p15:guide>
        <p15:guide id="8" pos="415" userDrawn="1">
          <p15:clr>
            <a:srgbClr val="A4A3A4"/>
          </p15:clr>
        </p15:guide>
        <p15:guide id="9" pos="7335" userDrawn="1">
          <p15:clr>
            <a:srgbClr val="A4A3A4"/>
          </p15:clr>
        </p15:guide>
        <p15:guide id="10" orient="horz" pos="462" userDrawn="1">
          <p15:clr>
            <a:srgbClr val="A4A3A4"/>
          </p15:clr>
        </p15:guide>
        <p15:guide id="11" pos="103" userDrawn="1">
          <p15:clr>
            <a:srgbClr val="A4A3A4"/>
          </p15:clr>
        </p15:guide>
        <p15:guide id="12" pos="96" userDrawn="1">
          <p15:clr>
            <a:srgbClr val="A4A3A4"/>
          </p15:clr>
        </p15:guide>
        <p15:guide id="13" orient="horz" pos="2" userDrawn="1">
          <p15:clr>
            <a:srgbClr val="A4A3A4"/>
          </p15:clr>
        </p15:guide>
        <p15:guide id="14" pos="1076" userDrawn="1">
          <p15:clr>
            <a:srgbClr val="A4A3A4"/>
          </p15:clr>
        </p15:guide>
        <p15:guide id="15" pos="1951" userDrawn="1">
          <p15:clr>
            <a:srgbClr val="A4A3A4"/>
          </p15:clr>
        </p15:guide>
        <p15:guide id="16" pos="2772" userDrawn="1">
          <p15:clr>
            <a:srgbClr val="A4A3A4"/>
          </p15:clr>
        </p15:guide>
        <p15:guide id="17" pos="3619" userDrawn="1">
          <p15:clr>
            <a:srgbClr val="A4A3A4"/>
          </p15:clr>
        </p15:guide>
        <p15:guide id="18" pos="4493" userDrawn="1">
          <p15:clr>
            <a:srgbClr val="A4A3A4"/>
          </p15:clr>
        </p15:guide>
        <p15:guide id="19" pos="5313" userDrawn="1">
          <p15:clr>
            <a:srgbClr val="A4A3A4"/>
          </p15:clr>
        </p15:guide>
        <p15:guide id="20" pos="6175" userDrawn="1">
          <p15:clr>
            <a:srgbClr val="A4A3A4"/>
          </p15:clr>
        </p15:guide>
        <p15:guide id="21" orient="horz" pos="581" userDrawn="1">
          <p15:clr>
            <a:srgbClr val="A4A3A4"/>
          </p15:clr>
        </p15:guide>
        <p15:guide id="22" orient="horz" pos="3230" userDrawn="1">
          <p15:clr>
            <a:srgbClr val="A4A3A4"/>
          </p15:clr>
        </p15:guide>
        <p15:guide id="23" orient="horz" pos="1230" userDrawn="1">
          <p15:clr>
            <a:srgbClr val="A4A3A4"/>
          </p15:clr>
        </p15:guide>
        <p15:guide id="24" orient="horz" userDrawn="1">
          <p15:clr>
            <a:srgbClr val="A4A3A4"/>
          </p15:clr>
        </p15:guide>
        <p15:guide id="25" orient="horz" pos="1450" userDrawn="1">
          <p15:clr>
            <a:srgbClr val="A4A3A4"/>
          </p15:clr>
        </p15:guide>
        <p15:guide id="26" pos="375" userDrawn="1">
          <p15:clr>
            <a:srgbClr val="A4A3A4"/>
          </p15:clr>
        </p15:guide>
        <p15:guide id="27" orient="horz" pos="3095" userDrawn="1">
          <p15:clr>
            <a:srgbClr val="A4A3A4"/>
          </p15:clr>
        </p15:guide>
        <p15:guide id="28" orient="horz" pos="2372" userDrawn="1">
          <p15:clr>
            <a:srgbClr val="A4A3A4"/>
          </p15:clr>
        </p15:guide>
        <p15:guide id="29" orient="horz" pos="4159" userDrawn="1">
          <p15:clr>
            <a:srgbClr val="A4A3A4"/>
          </p15:clr>
        </p15:guide>
        <p15:guide id="30" pos="417" userDrawn="1">
          <p15:clr>
            <a:srgbClr val="A4A3A4"/>
          </p15:clr>
        </p15:guide>
        <p15:guide id="31" pos="2207" userDrawn="1">
          <p15:clr>
            <a:srgbClr val="A4A3A4"/>
          </p15:clr>
        </p15:guide>
        <p15:guide id="32" pos="7636" userDrawn="1">
          <p15:clr>
            <a:srgbClr val="A4A3A4"/>
          </p15:clr>
        </p15:guide>
        <p15:guide id="33" orient="horz" pos="632" userDrawn="1">
          <p15:clr>
            <a:srgbClr val="A4A3A4"/>
          </p15:clr>
        </p15:guide>
        <p15:guide id="34" orient="horz" pos="1461" userDrawn="1">
          <p15:clr>
            <a:srgbClr val="A4A3A4"/>
          </p15:clr>
        </p15:guide>
        <p15:guide id="35" orient="horz" pos="2262" userDrawn="1">
          <p15:clr>
            <a:srgbClr val="A4A3A4"/>
          </p15:clr>
        </p15:guide>
        <p15:guide id="36" orient="horz" pos="3072" userDrawn="1">
          <p15:clr>
            <a:srgbClr val="A4A3A4"/>
          </p15:clr>
        </p15:guide>
        <p15:guide id="37" pos="1020" userDrawn="1">
          <p15:clr>
            <a:srgbClr val="A4A3A4"/>
          </p15:clr>
        </p15:guide>
        <p15:guide id="38" pos="7440" userDrawn="1">
          <p15:clr>
            <a:srgbClr val="A4A3A4"/>
          </p15:clr>
        </p15:guide>
        <p15:guide id="39" pos="6719" userDrawn="1">
          <p15:clr>
            <a:srgbClr val="A4A3A4"/>
          </p15:clr>
        </p15:guide>
        <p15:guide id="40" orient="horz" pos="621" userDrawn="1">
          <p15:clr>
            <a:srgbClr val="A4A3A4"/>
          </p15:clr>
        </p15:guide>
        <p15:guide id="41" orient="horz" pos="38" userDrawn="1">
          <p15:clr>
            <a:srgbClr val="A4A3A4"/>
          </p15:clr>
        </p15:guide>
        <p15:guide id="42" orient="horz" pos="4319" userDrawn="1">
          <p15:clr>
            <a:srgbClr val="A4A3A4"/>
          </p15:clr>
        </p15:guide>
        <p15:guide id="43" orient="horz" pos="39" userDrawn="1">
          <p15:clr>
            <a:srgbClr val="A4A3A4"/>
          </p15:clr>
        </p15:guide>
        <p15:guide id="44" pos="4489" userDrawn="1">
          <p15:clr>
            <a:srgbClr val="A4A3A4"/>
          </p15:clr>
        </p15:guide>
        <p15:guide id="45" pos="6207" userDrawn="1">
          <p15:clr>
            <a:srgbClr val="A4A3A4"/>
          </p15:clr>
        </p15:guide>
        <p15:guide id="46" orient="horz" pos="1" userDrawn="1">
          <p15:clr>
            <a:srgbClr val="A4A3A4"/>
          </p15:clr>
        </p15:guide>
        <p15:guide id="47" orient="horz" pos="4067" userDrawn="1">
          <p15:clr>
            <a:srgbClr val="A4A3A4"/>
          </p15:clr>
        </p15:guide>
        <p15:guide id="48" orient="horz" pos="601" userDrawn="1">
          <p15:clr>
            <a:srgbClr val="A4A3A4"/>
          </p15:clr>
        </p15:guide>
        <p15:guide id="49" pos="199" userDrawn="1">
          <p15:clr>
            <a:srgbClr val="A4A3A4"/>
          </p15:clr>
        </p15:guide>
        <p15:guide id="50" pos="7452" userDrawn="1">
          <p15:clr>
            <a:srgbClr val="A4A3A4"/>
          </p15:clr>
        </p15:guide>
        <p15:guide id="51" pos="430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office316" initials="o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7A81FF"/>
    <a:srgbClr val="00B050"/>
    <a:srgbClr val="FF00DF"/>
    <a:srgbClr val="C3E8CC"/>
    <a:srgbClr val="FF00FF"/>
    <a:srgbClr val="269FA0"/>
    <a:srgbClr val="FFC000"/>
    <a:srgbClr val="333399"/>
    <a:srgbClr val="0000CC"/>
    <a:srgbClr val="9507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D610E5-752B-7B4A-889B-D40C860DA0F0}" v="6" dt="2025-05-31T15:05:49.2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842" autoAdjust="0"/>
    <p:restoredTop sz="84580" autoAdjust="0"/>
  </p:normalViewPr>
  <p:slideViewPr>
    <p:cSldViewPr snapToGrid="0">
      <p:cViewPr>
        <p:scale>
          <a:sx n="50" d="100"/>
          <a:sy n="50" d="100"/>
        </p:scale>
        <p:origin x="1272" y="567"/>
      </p:cViewPr>
      <p:guideLst>
        <p:guide orient="horz" pos="663"/>
        <p:guide orient="horz" pos="1412"/>
        <p:guide pos="241"/>
        <p:guide pos="7408"/>
        <p:guide pos="3871"/>
        <p:guide orient="horz" pos="700"/>
        <p:guide orient="horz" pos="4119"/>
        <p:guide pos="415"/>
        <p:guide pos="7335"/>
        <p:guide orient="horz" pos="462"/>
        <p:guide pos="103"/>
        <p:guide pos="96"/>
        <p:guide orient="horz" pos="2"/>
        <p:guide pos="1076"/>
        <p:guide pos="1951"/>
        <p:guide pos="2772"/>
        <p:guide pos="3619"/>
        <p:guide pos="4493"/>
        <p:guide pos="5313"/>
        <p:guide pos="6175"/>
        <p:guide orient="horz" pos="581"/>
        <p:guide orient="horz" pos="3230"/>
        <p:guide orient="horz" pos="1230"/>
        <p:guide orient="horz"/>
        <p:guide orient="horz" pos="1450"/>
        <p:guide pos="375"/>
        <p:guide orient="horz" pos="3095"/>
        <p:guide orient="horz" pos="2372"/>
        <p:guide orient="horz" pos="4159"/>
        <p:guide pos="417"/>
        <p:guide pos="2207"/>
        <p:guide pos="7636"/>
        <p:guide orient="horz" pos="632"/>
        <p:guide orient="horz" pos="1461"/>
        <p:guide orient="horz" pos="2262"/>
        <p:guide orient="horz" pos="3072"/>
        <p:guide pos="1020"/>
        <p:guide pos="7440"/>
        <p:guide pos="6719"/>
        <p:guide orient="horz" pos="621"/>
        <p:guide orient="horz" pos="38"/>
        <p:guide orient="horz" pos="4319"/>
        <p:guide orient="horz" pos="39"/>
        <p:guide pos="4489"/>
        <p:guide pos="6207"/>
        <p:guide orient="horz" pos="1"/>
        <p:guide orient="horz" pos="4067"/>
        <p:guide orient="horz" pos="601"/>
        <p:guide pos="199"/>
        <p:guide pos="7452"/>
        <p:guide pos="4303"/>
      </p:guideLst>
    </p:cSldViewPr>
  </p:slideViewPr>
  <p:notesTextViewPr>
    <p:cViewPr>
      <p:scale>
        <a:sx n="155" d="100"/>
        <a:sy n="155" d="100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4"/>
        <p:guide pos="223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microsoft.com/office/2015/10/relationships/revisionInfo" Target="revisionInfo.xml"/><Relationship Id="rId21" Type="http://schemas.openxmlformats.org/officeDocument/2006/relationships/slide" Target="slides/slide19.xml"/><Relationship Id="rId34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commentAuthors" Target="commentAuthors.xml"/><Relationship Id="rId38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ags" Target="tags/tag1.xml"/><Relationship Id="rId37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notesMaster" Target="notesMasters/notesMaster1.xml"/><Relationship Id="rId35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n Luo" userId="82312ee5779919a4" providerId="LiveId" clId="{3C4A7AF4-6488-5041-B432-D36EF53163D3}"/>
    <pc:docChg chg="undo custSel addSld delSld modSld sldOrd">
      <pc:chgData name="Xin Luo" userId="82312ee5779919a4" providerId="LiveId" clId="{3C4A7AF4-6488-5041-B432-D36EF53163D3}" dt="2023-02-23T14:33:41.327" v="6919" actId="478"/>
      <pc:docMkLst>
        <pc:docMk/>
      </pc:docMkLst>
      <pc:sldChg chg="del">
        <pc:chgData name="Xin Luo" userId="82312ee5779919a4" providerId="LiveId" clId="{3C4A7AF4-6488-5041-B432-D36EF53163D3}" dt="2023-02-22T05:30:51.981" v="0" actId="2696"/>
        <pc:sldMkLst>
          <pc:docMk/>
          <pc:sldMk cId="1153920038" sldId="2206"/>
        </pc:sldMkLst>
      </pc:sldChg>
      <pc:sldChg chg="addSp modSp mod">
        <pc:chgData name="Xin Luo" userId="82312ee5779919a4" providerId="LiveId" clId="{3C4A7AF4-6488-5041-B432-D36EF53163D3}" dt="2023-02-23T07:39:26.083" v="2380" actId="20577"/>
        <pc:sldMkLst>
          <pc:docMk/>
          <pc:sldMk cId="1576120367" sldId="2387"/>
        </pc:sldMkLst>
      </pc:sldChg>
      <pc:sldChg chg="modSp mod">
        <pc:chgData name="Xin Luo" userId="82312ee5779919a4" providerId="LiveId" clId="{3C4A7AF4-6488-5041-B432-D36EF53163D3}" dt="2023-02-22T07:33:21.001" v="351" actId="20577"/>
        <pc:sldMkLst>
          <pc:docMk/>
          <pc:sldMk cId="2415901206" sldId="2447"/>
        </pc:sldMkLst>
      </pc:sldChg>
      <pc:sldChg chg="addSp delSp modSp mod">
        <pc:chgData name="Xin Luo" userId="82312ee5779919a4" providerId="LiveId" clId="{3C4A7AF4-6488-5041-B432-D36EF53163D3}" dt="2023-02-23T01:16:39.011" v="1571" actId="1037"/>
        <pc:sldMkLst>
          <pc:docMk/>
          <pc:sldMk cId="4067577602" sldId="2605"/>
        </pc:sldMkLst>
      </pc:sldChg>
      <pc:sldChg chg="del">
        <pc:chgData name="Xin Luo" userId="82312ee5779919a4" providerId="LiveId" clId="{3C4A7AF4-6488-5041-B432-D36EF53163D3}" dt="2023-02-22T05:30:52.002" v="3" actId="2696"/>
        <pc:sldMkLst>
          <pc:docMk/>
          <pc:sldMk cId="2688334957" sldId="2705"/>
        </pc:sldMkLst>
      </pc:sldChg>
      <pc:sldChg chg="del">
        <pc:chgData name="Xin Luo" userId="82312ee5779919a4" providerId="LiveId" clId="{3C4A7AF4-6488-5041-B432-D36EF53163D3}" dt="2023-02-22T05:30:51.986" v="2" actId="2696"/>
        <pc:sldMkLst>
          <pc:docMk/>
          <pc:sldMk cId="2464444856" sldId="2706"/>
        </pc:sldMkLst>
      </pc:sldChg>
      <pc:sldChg chg="del">
        <pc:chgData name="Xin Luo" userId="82312ee5779919a4" providerId="LiveId" clId="{3C4A7AF4-6488-5041-B432-D36EF53163D3}" dt="2023-02-22T05:30:51.983" v="1" actId="2696"/>
        <pc:sldMkLst>
          <pc:docMk/>
          <pc:sldMk cId="1602808061" sldId="2707"/>
        </pc:sldMkLst>
      </pc:sldChg>
      <pc:sldChg chg="modSp mod">
        <pc:chgData name="Xin Luo" userId="82312ee5779919a4" providerId="LiveId" clId="{3C4A7AF4-6488-5041-B432-D36EF53163D3}" dt="2023-02-22T07:27:49.994" v="45" actId="20577"/>
        <pc:sldMkLst>
          <pc:docMk/>
          <pc:sldMk cId="1658607177" sldId="2708"/>
        </pc:sldMkLst>
      </pc:sldChg>
      <pc:sldChg chg="modSp add mod">
        <pc:chgData name="Xin Luo" userId="82312ee5779919a4" providerId="LiveId" clId="{3C4A7AF4-6488-5041-B432-D36EF53163D3}" dt="2023-02-23T07:39:57.891" v="2394" actId="20577"/>
        <pc:sldMkLst>
          <pc:docMk/>
          <pc:sldMk cId="481122590" sldId="2709"/>
        </pc:sldMkLst>
      </pc:sldChg>
      <pc:sldChg chg="addSp delSp modSp del mod">
        <pc:chgData name="Xin Luo" userId="82312ee5779919a4" providerId="LiveId" clId="{3C4A7AF4-6488-5041-B432-D36EF53163D3}" dt="2023-02-23T07:26:52.546" v="2336" actId="2696"/>
        <pc:sldMkLst>
          <pc:docMk/>
          <pc:sldMk cId="1257969106" sldId="2709"/>
        </pc:sldMkLst>
      </pc:sldChg>
      <pc:sldChg chg="del">
        <pc:chgData name="Xin Luo" userId="82312ee5779919a4" providerId="LiveId" clId="{3C4A7AF4-6488-5041-B432-D36EF53163D3}" dt="2023-02-22T07:32:46.487" v="311" actId="2696"/>
        <pc:sldMkLst>
          <pc:docMk/>
          <pc:sldMk cId="2744383376" sldId="2711"/>
        </pc:sldMkLst>
      </pc:sldChg>
      <pc:sldChg chg="del">
        <pc:chgData name="Xin Luo" userId="82312ee5779919a4" providerId="LiveId" clId="{3C4A7AF4-6488-5041-B432-D36EF53163D3}" dt="2023-02-22T07:32:46.489" v="312" actId="2696"/>
        <pc:sldMkLst>
          <pc:docMk/>
          <pc:sldMk cId="280619949" sldId="2714"/>
        </pc:sldMkLst>
      </pc:sldChg>
      <pc:sldChg chg="del">
        <pc:chgData name="Xin Luo" userId="82312ee5779919a4" providerId="LiveId" clId="{3C4A7AF4-6488-5041-B432-D36EF53163D3}" dt="2023-02-22T07:32:53.087" v="313" actId="2696"/>
        <pc:sldMkLst>
          <pc:docMk/>
          <pc:sldMk cId="3852391939" sldId="2715"/>
        </pc:sldMkLst>
      </pc:sldChg>
      <pc:sldChg chg="delSp modSp del mod ord">
        <pc:chgData name="Xin Luo" userId="82312ee5779919a4" providerId="LiveId" clId="{3C4A7AF4-6488-5041-B432-D36EF53163D3}" dt="2023-02-23T07:26:52.546" v="2336" actId="2696"/>
        <pc:sldMkLst>
          <pc:docMk/>
          <pc:sldMk cId="3026715585" sldId="2716"/>
        </pc:sldMkLst>
      </pc:sldChg>
      <pc:sldChg chg="addSp modSp add mod">
        <pc:chgData name="Xin Luo" userId="82312ee5779919a4" providerId="LiveId" clId="{3C4A7AF4-6488-5041-B432-D36EF53163D3}" dt="2023-02-23T07:58:34.775" v="2627" actId="20577"/>
        <pc:sldMkLst>
          <pc:docMk/>
          <pc:sldMk cId="3833073590" sldId="2716"/>
        </pc:sldMkLst>
      </pc:sldChg>
      <pc:sldChg chg="del">
        <pc:chgData name="Xin Luo" userId="82312ee5779919a4" providerId="LiveId" clId="{3C4A7AF4-6488-5041-B432-D36EF53163D3}" dt="2023-02-22T07:32:53.106" v="315" actId="2696"/>
        <pc:sldMkLst>
          <pc:docMk/>
          <pc:sldMk cId="4136986794" sldId="2717"/>
        </pc:sldMkLst>
      </pc:sldChg>
      <pc:sldChg chg="del">
        <pc:chgData name="Xin Luo" userId="82312ee5779919a4" providerId="LiveId" clId="{3C4A7AF4-6488-5041-B432-D36EF53163D3}" dt="2023-02-22T07:32:53.089" v="314" actId="2696"/>
        <pc:sldMkLst>
          <pc:docMk/>
          <pc:sldMk cId="1778017482" sldId="2718"/>
        </pc:sldMkLst>
      </pc:sldChg>
      <pc:sldChg chg="modSp del mod ord">
        <pc:chgData name="Xin Luo" userId="82312ee5779919a4" providerId="LiveId" clId="{3C4A7AF4-6488-5041-B432-D36EF53163D3}" dt="2023-02-23T07:26:52.546" v="2336" actId="2696"/>
        <pc:sldMkLst>
          <pc:docMk/>
          <pc:sldMk cId="1858913004" sldId="2719"/>
        </pc:sldMkLst>
      </pc:sldChg>
      <pc:sldChg chg="modSp add del mod">
        <pc:chgData name="Xin Luo" userId="82312ee5779919a4" providerId="LiveId" clId="{3C4A7AF4-6488-5041-B432-D36EF53163D3}" dt="2023-02-23T07:29:10.384" v="2343" actId="2696"/>
        <pc:sldMkLst>
          <pc:docMk/>
          <pc:sldMk cId="3840444413" sldId="2719"/>
        </pc:sldMkLst>
      </pc:sldChg>
      <pc:sldChg chg="modSp add mod ord">
        <pc:chgData name="Xin Luo" userId="82312ee5779919a4" providerId="LiveId" clId="{3C4A7AF4-6488-5041-B432-D36EF53163D3}" dt="2023-02-23T04:51:04.333" v="1905" actId="20577"/>
        <pc:sldMkLst>
          <pc:docMk/>
          <pc:sldMk cId="972163772" sldId="2720"/>
        </pc:sldMkLst>
      </pc:sldChg>
      <pc:sldChg chg="del">
        <pc:chgData name="Xin Luo" userId="82312ee5779919a4" providerId="LiveId" clId="{3C4A7AF4-6488-5041-B432-D36EF53163D3}" dt="2023-02-22T07:32:37.778" v="309" actId="2696"/>
        <pc:sldMkLst>
          <pc:docMk/>
          <pc:sldMk cId="3480831675" sldId="2720"/>
        </pc:sldMkLst>
      </pc:sldChg>
      <pc:sldChg chg="del">
        <pc:chgData name="Xin Luo" userId="82312ee5779919a4" providerId="LiveId" clId="{3C4A7AF4-6488-5041-B432-D36EF53163D3}" dt="2023-02-22T07:32:46.484" v="310" actId="2696"/>
        <pc:sldMkLst>
          <pc:docMk/>
          <pc:sldMk cId="1410676903" sldId="2721"/>
        </pc:sldMkLst>
      </pc:sldChg>
      <pc:sldChg chg="delSp modSp add mod ord">
        <pc:chgData name="Xin Luo" userId="82312ee5779919a4" providerId="LiveId" clId="{3C4A7AF4-6488-5041-B432-D36EF53163D3}" dt="2023-02-23T07:12:50.196" v="2062" actId="478"/>
        <pc:sldMkLst>
          <pc:docMk/>
          <pc:sldMk cId="2689695864" sldId="2721"/>
        </pc:sldMkLst>
      </pc:sldChg>
      <pc:sldChg chg="add del">
        <pc:chgData name="Xin Luo" userId="82312ee5779919a4" providerId="LiveId" clId="{3C4A7AF4-6488-5041-B432-D36EF53163D3}" dt="2023-02-23T01:10:59.145" v="1497"/>
        <pc:sldMkLst>
          <pc:docMk/>
          <pc:sldMk cId="2910826875" sldId="2721"/>
        </pc:sldMkLst>
      </pc:sldChg>
      <pc:sldChg chg="addSp delSp modSp add mod ord">
        <pc:chgData name="Xin Luo" userId="82312ee5779919a4" providerId="LiveId" clId="{3C4A7AF4-6488-5041-B432-D36EF53163D3}" dt="2023-02-23T07:26:03.168" v="2327" actId="20577"/>
        <pc:sldMkLst>
          <pc:docMk/>
          <pc:sldMk cId="1209572041" sldId="2722"/>
        </pc:sldMkLst>
      </pc:sldChg>
      <pc:sldChg chg="add del">
        <pc:chgData name="Xin Luo" userId="82312ee5779919a4" providerId="LiveId" clId="{3C4A7AF4-6488-5041-B432-D36EF53163D3}" dt="2023-02-23T01:15:26.280" v="1535"/>
        <pc:sldMkLst>
          <pc:docMk/>
          <pc:sldMk cId="1287359691" sldId="2722"/>
        </pc:sldMkLst>
      </pc:sldChg>
      <pc:sldChg chg="add del">
        <pc:chgData name="Xin Luo" userId="82312ee5779919a4" providerId="LiveId" clId="{3C4A7AF4-6488-5041-B432-D36EF53163D3}" dt="2023-02-23T04:49:30.686" v="1883" actId="2696"/>
        <pc:sldMkLst>
          <pc:docMk/>
          <pc:sldMk cId="510300836" sldId="2723"/>
        </pc:sldMkLst>
      </pc:sldChg>
      <pc:sldChg chg="addSp delSp modSp add del mod">
        <pc:chgData name="Xin Luo" userId="82312ee5779919a4" providerId="LiveId" clId="{3C4A7AF4-6488-5041-B432-D36EF53163D3}" dt="2023-02-23T07:26:33.576" v="2330" actId="2696"/>
        <pc:sldMkLst>
          <pc:docMk/>
          <pc:sldMk cId="2794277739" sldId="2723"/>
        </pc:sldMkLst>
      </pc:sldChg>
      <pc:sldChg chg="addSp delSp new del mod">
        <pc:chgData name="Xin Luo" userId="82312ee5779919a4" providerId="LiveId" clId="{3C4A7AF4-6488-5041-B432-D36EF53163D3}" dt="2023-02-23T07:57:59.493" v="2582" actId="2696"/>
        <pc:sldMkLst>
          <pc:docMk/>
          <pc:sldMk cId="2812212654" sldId="2723"/>
        </pc:sldMkLst>
      </pc:sldChg>
      <pc:sldChg chg="delSp modSp add del mod">
        <pc:chgData name="Xin Luo" userId="82312ee5779919a4" providerId="LiveId" clId="{3C4A7AF4-6488-5041-B432-D36EF53163D3}" dt="2023-02-23T07:58:40.953" v="2629" actId="2696"/>
        <pc:sldMkLst>
          <pc:docMk/>
          <pc:sldMk cId="1937332499" sldId="2724"/>
        </pc:sldMkLst>
      </pc:sldChg>
      <pc:sldChg chg="addSp delSp modSp add mod">
        <pc:chgData name="Xin Luo" userId="82312ee5779919a4" providerId="LiveId" clId="{3C4A7AF4-6488-5041-B432-D36EF53163D3}" dt="2023-02-23T14:01:10.568" v="6309" actId="403"/>
        <pc:sldMkLst>
          <pc:docMk/>
          <pc:sldMk cId="353940032" sldId="2725"/>
        </pc:sldMkLst>
      </pc:sldChg>
      <pc:sldChg chg="addSp delSp modSp add mod">
        <pc:chgData name="Xin Luo" userId="82312ee5779919a4" providerId="LiveId" clId="{3C4A7AF4-6488-5041-B432-D36EF53163D3}" dt="2023-02-23T08:31:04.830" v="3778" actId="113"/>
        <pc:sldMkLst>
          <pc:docMk/>
          <pc:sldMk cId="45083394" sldId="2726"/>
        </pc:sldMkLst>
      </pc:sldChg>
      <pc:sldChg chg="addSp delSp modSp add mod">
        <pc:chgData name="Xin Luo" userId="82312ee5779919a4" providerId="LiveId" clId="{3C4A7AF4-6488-5041-B432-D36EF53163D3}" dt="2023-02-23T09:13:39.268" v="5260" actId="1076"/>
        <pc:sldMkLst>
          <pc:docMk/>
          <pc:sldMk cId="148985918" sldId="2727"/>
        </pc:sldMkLst>
      </pc:sldChg>
      <pc:sldChg chg="addSp delSp modSp add mod">
        <pc:chgData name="Xin Luo" userId="82312ee5779919a4" providerId="LiveId" clId="{3C4A7AF4-6488-5041-B432-D36EF53163D3}" dt="2023-02-23T08:32:21.875" v="3790" actId="1076"/>
        <pc:sldMkLst>
          <pc:docMk/>
          <pc:sldMk cId="3544980656" sldId="2728"/>
        </pc:sldMkLst>
      </pc:sldChg>
      <pc:sldChg chg="addSp delSp modSp add mod">
        <pc:chgData name="Xin Luo" userId="82312ee5779919a4" providerId="LiveId" clId="{3C4A7AF4-6488-5041-B432-D36EF53163D3}" dt="2023-02-23T09:02:43.022" v="4809" actId="20577"/>
        <pc:sldMkLst>
          <pc:docMk/>
          <pc:sldMk cId="1664139585" sldId="2729"/>
        </pc:sldMkLst>
      </pc:sldChg>
      <pc:sldChg chg="addSp delSp modSp add mod">
        <pc:chgData name="Xin Luo" userId="82312ee5779919a4" providerId="LiveId" clId="{3C4A7AF4-6488-5041-B432-D36EF53163D3}" dt="2023-02-23T09:02:46.545" v="4811" actId="20577"/>
        <pc:sldMkLst>
          <pc:docMk/>
          <pc:sldMk cId="3561803108" sldId="2730"/>
        </pc:sldMkLst>
      </pc:sldChg>
      <pc:sldChg chg="addSp delSp modSp add mod">
        <pc:chgData name="Xin Luo" userId="82312ee5779919a4" providerId="LiveId" clId="{3C4A7AF4-6488-5041-B432-D36EF53163D3}" dt="2023-02-23T11:42:21.434" v="5641" actId="20577"/>
        <pc:sldMkLst>
          <pc:docMk/>
          <pc:sldMk cId="236610701" sldId="2731"/>
        </pc:sldMkLst>
      </pc:sldChg>
      <pc:sldChg chg="add del">
        <pc:chgData name="Xin Luo" userId="82312ee5779919a4" providerId="LiveId" clId="{3C4A7AF4-6488-5041-B432-D36EF53163D3}" dt="2023-02-23T08:54:40.823" v="4449"/>
        <pc:sldMkLst>
          <pc:docMk/>
          <pc:sldMk cId="3607281671" sldId="2731"/>
        </pc:sldMkLst>
      </pc:sldChg>
      <pc:sldChg chg="addSp delSp modSp add mod modNotesTx">
        <pc:chgData name="Xin Luo" userId="82312ee5779919a4" providerId="LiveId" clId="{3C4A7AF4-6488-5041-B432-D36EF53163D3}" dt="2023-02-23T13:58:03.496" v="6246" actId="1076"/>
        <pc:sldMkLst>
          <pc:docMk/>
          <pc:sldMk cId="1986913413" sldId="2732"/>
        </pc:sldMkLst>
      </pc:sldChg>
      <pc:sldChg chg="addSp delSp modSp add mod">
        <pc:chgData name="Xin Luo" userId="82312ee5779919a4" providerId="LiveId" clId="{3C4A7AF4-6488-5041-B432-D36EF53163D3}" dt="2023-02-23T14:00:47.321" v="6304" actId="1076"/>
        <pc:sldMkLst>
          <pc:docMk/>
          <pc:sldMk cId="270311508" sldId="2733"/>
        </pc:sldMkLst>
      </pc:sldChg>
      <pc:sldChg chg="addSp delSp modSp add mod">
        <pc:chgData name="Xin Luo" userId="82312ee5779919a4" providerId="LiveId" clId="{3C4A7AF4-6488-5041-B432-D36EF53163D3}" dt="2023-02-23T14:29:59.110" v="6746" actId="403"/>
        <pc:sldMkLst>
          <pc:docMk/>
          <pc:sldMk cId="3138813826" sldId="2734"/>
        </pc:sldMkLst>
      </pc:sldChg>
      <pc:sldChg chg="addSp modSp add mod">
        <pc:chgData name="Xin Luo" userId="82312ee5779919a4" providerId="LiveId" clId="{3C4A7AF4-6488-5041-B432-D36EF53163D3}" dt="2023-02-23T14:33:30.940" v="6917" actId="1037"/>
        <pc:sldMkLst>
          <pc:docMk/>
          <pc:sldMk cId="128317883" sldId="2735"/>
        </pc:sldMkLst>
      </pc:sldChg>
      <pc:sldChg chg="delSp add mod">
        <pc:chgData name="Xin Luo" userId="82312ee5779919a4" providerId="LiveId" clId="{3C4A7AF4-6488-5041-B432-D36EF53163D3}" dt="2023-02-23T14:33:41.327" v="6919" actId="478"/>
        <pc:sldMkLst>
          <pc:docMk/>
          <pc:sldMk cId="383906436" sldId="2736"/>
        </pc:sldMkLst>
      </pc:sldChg>
    </pc:docChg>
  </pc:docChgLst>
  <pc:docChgLst>
    <pc:chgData name="Xin Luo" userId="82312ee5779919a4" providerId="LiveId" clId="{4DB6C473-8E57-A543-81F7-48BE109E8C13}"/>
    <pc:docChg chg="undo custSel addSld delSld modSld sldOrd delMainMaster">
      <pc:chgData name="Xin Luo" userId="82312ee5779919a4" providerId="LiveId" clId="{4DB6C473-8E57-A543-81F7-48BE109E8C13}" dt="2023-02-21T15:10:04.498" v="5724" actId="108"/>
      <pc:docMkLst>
        <pc:docMk/>
      </pc:docMkLst>
      <pc:sldChg chg="addSp delSp modSp mod">
        <pc:chgData name="Xin Luo" userId="82312ee5779919a4" providerId="LiveId" clId="{4DB6C473-8E57-A543-81F7-48BE109E8C13}" dt="2023-02-21T08:54:32.554" v="3595" actId="1076"/>
        <pc:sldMkLst>
          <pc:docMk/>
          <pc:sldMk cId="1576120367" sldId="2387"/>
        </pc:sldMkLst>
      </pc:sldChg>
      <pc:sldChg chg="del">
        <pc:chgData name="Xin Luo" userId="82312ee5779919a4" providerId="LiveId" clId="{4DB6C473-8E57-A543-81F7-48BE109E8C13}" dt="2023-02-21T08:54:15.767" v="3575" actId="2696"/>
        <pc:sldMkLst>
          <pc:docMk/>
          <pc:sldMk cId="0" sldId="2446"/>
        </pc:sldMkLst>
      </pc:sldChg>
      <pc:sldChg chg="modSp mod ord">
        <pc:chgData name="Xin Luo" userId="82312ee5779919a4" providerId="LiveId" clId="{4DB6C473-8E57-A543-81F7-48BE109E8C13}" dt="2023-02-21T06:59:18.091" v="3225" actId="20578"/>
        <pc:sldMkLst>
          <pc:docMk/>
          <pc:sldMk cId="2415901206" sldId="2447"/>
        </pc:sldMkLst>
      </pc:sldChg>
      <pc:sldChg chg="addSp delSp modSp mod ord">
        <pc:chgData name="Xin Luo" userId="82312ee5779919a4" providerId="LiveId" clId="{4DB6C473-8E57-A543-81F7-48BE109E8C13}" dt="2023-02-21T07:23:56.843" v="3356" actId="20577"/>
        <pc:sldMkLst>
          <pc:docMk/>
          <pc:sldMk cId="4067577602" sldId="2605"/>
        </pc:sldMkLst>
      </pc:sldChg>
      <pc:sldChg chg="del">
        <pc:chgData name="Xin Luo" userId="82312ee5779919a4" providerId="LiveId" clId="{4DB6C473-8E57-A543-81F7-48BE109E8C13}" dt="2023-02-21T14:49:50.253" v="5372" actId="2696"/>
        <pc:sldMkLst>
          <pc:docMk/>
          <pc:sldMk cId="963926578" sldId="2613"/>
        </pc:sldMkLst>
      </pc:sldChg>
      <pc:sldChg chg="del">
        <pc:chgData name="Xin Luo" userId="82312ee5779919a4" providerId="LiveId" clId="{4DB6C473-8E57-A543-81F7-48BE109E8C13}" dt="2023-02-21T14:49:50.286" v="5373" actId="2696"/>
        <pc:sldMkLst>
          <pc:docMk/>
          <pc:sldMk cId="1377829391" sldId="2689"/>
        </pc:sldMkLst>
      </pc:sldChg>
      <pc:sldChg chg="del">
        <pc:chgData name="Xin Luo" userId="82312ee5779919a4" providerId="LiveId" clId="{4DB6C473-8E57-A543-81F7-48BE109E8C13}" dt="2023-02-21T14:49:50.299" v="5374" actId="2696"/>
        <pc:sldMkLst>
          <pc:docMk/>
          <pc:sldMk cId="2843640805" sldId="2704"/>
        </pc:sldMkLst>
      </pc:sldChg>
      <pc:sldChg chg="delSp modSp add mod ord">
        <pc:chgData name="Xin Luo" userId="82312ee5779919a4" providerId="LiveId" clId="{4DB6C473-8E57-A543-81F7-48BE109E8C13}" dt="2023-02-21T05:54:53.172" v="2328" actId="113"/>
        <pc:sldMkLst>
          <pc:docMk/>
          <pc:sldMk cId="2688334957" sldId="2705"/>
        </pc:sldMkLst>
      </pc:sldChg>
      <pc:sldChg chg="modSp add mod">
        <pc:chgData name="Xin Luo" userId="82312ee5779919a4" providerId="LiveId" clId="{4DB6C473-8E57-A543-81F7-48BE109E8C13}" dt="2023-02-21T05:59:45.306" v="2357" actId="2711"/>
        <pc:sldMkLst>
          <pc:docMk/>
          <pc:sldMk cId="2464444856" sldId="2706"/>
        </pc:sldMkLst>
      </pc:sldChg>
      <pc:sldChg chg="modSp add mod">
        <pc:chgData name="Xin Luo" userId="82312ee5779919a4" providerId="LiveId" clId="{4DB6C473-8E57-A543-81F7-48BE109E8C13}" dt="2023-02-21T06:00:27.005" v="2362" actId="113"/>
        <pc:sldMkLst>
          <pc:docMk/>
          <pc:sldMk cId="1602808061" sldId="2707"/>
        </pc:sldMkLst>
      </pc:sldChg>
      <pc:sldChg chg="addSp modSp add mod">
        <pc:chgData name="Xin Luo" userId="82312ee5779919a4" providerId="LiveId" clId="{4DB6C473-8E57-A543-81F7-48BE109E8C13}" dt="2023-02-21T03:24:12.660" v="1798" actId="207"/>
        <pc:sldMkLst>
          <pc:docMk/>
          <pc:sldMk cId="1658607177" sldId="2708"/>
        </pc:sldMkLst>
      </pc:sldChg>
      <pc:sldChg chg="add del setBg">
        <pc:chgData name="Xin Luo" userId="82312ee5779919a4" providerId="LiveId" clId="{4DB6C473-8E57-A543-81F7-48BE109E8C13}" dt="2023-02-21T03:21:36.224" v="1707"/>
        <pc:sldMkLst>
          <pc:docMk/>
          <pc:sldMk cId="3430641667" sldId="2708"/>
        </pc:sldMkLst>
      </pc:sldChg>
      <pc:sldChg chg="modSp add mod ord">
        <pc:chgData name="Xin Luo" userId="82312ee5779919a4" providerId="LiveId" clId="{4DB6C473-8E57-A543-81F7-48BE109E8C13}" dt="2023-02-21T07:27:15.123" v="3399" actId="20578"/>
        <pc:sldMkLst>
          <pc:docMk/>
          <pc:sldMk cId="1257969106" sldId="2709"/>
        </pc:sldMkLst>
      </pc:sldChg>
      <pc:sldChg chg="add del setBg">
        <pc:chgData name="Xin Luo" userId="82312ee5779919a4" providerId="LiveId" clId="{4DB6C473-8E57-A543-81F7-48BE109E8C13}" dt="2023-02-21T03:22:38.148" v="1735"/>
        <pc:sldMkLst>
          <pc:docMk/>
          <pc:sldMk cId="2068292362" sldId="2709"/>
        </pc:sldMkLst>
      </pc:sldChg>
      <pc:sldChg chg="add del setBg">
        <pc:chgData name="Xin Luo" userId="82312ee5779919a4" providerId="LiveId" clId="{4DB6C473-8E57-A543-81F7-48BE109E8C13}" dt="2023-02-21T03:22:29.206" v="1733"/>
        <pc:sldMkLst>
          <pc:docMk/>
          <pc:sldMk cId="4244071672" sldId="2709"/>
        </pc:sldMkLst>
      </pc:sldChg>
      <pc:sldChg chg="modSp add del mod">
        <pc:chgData name="Xin Luo" userId="82312ee5779919a4" providerId="LiveId" clId="{4DB6C473-8E57-A543-81F7-48BE109E8C13}" dt="2023-02-21T12:49:10.754" v="4207" actId="2696"/>
        <pc:sldMkLst>
          <pc:docMk/>
          <pc:sldMk cId="4096743637" sldId="2710"/>
        </pc:sldMkLst>
      </pc:sldChg>
      <pc:sldChg chg="addSp delSp modSp add mod">
        <pc:chgData name="Xin Luo" userId="82312ee5779919a4" providerId="LiveId" clId="{4DB6C473-8E57-A543-81F7-48BE109E8C13}" dt="2023-02-21T15:08:47.651" v="5619" actId="113"/>
        <pc:sldMkLst>
          <pc:docMk/>
          <pc:sldMk cId="2744383376" sldId="2711"/>
        </pc:sldMkLst>
      </pc:sldChg>
      <pc:sldChg chg="delSp modSp add del mod">
        <pc:chgData name="Xin Luo" userId="82312ee5779919a4" providerId="LiveId" clId="{4DB6C473-8E57-A543-81F7-48BE109E8C13}" dt="2023-02-21T07:27:24.620" v="3402" actId="2696"/>
        <pc:sldMkLst>
          <pc:docMk/>
          <pc:sldMk cId="1581220802" sldId="2712"/>
        </pc:sldMkLst>
      </pc:sldChg>
      <pc:sldChg chg="modSp add del mod">
        <pc:chgData name="Xin Luo" userId="82312ee5779919a4" providerId="LiveId" clId="{4DB6C473-8E57-A543-81F7-48BE109E8C13}" dt="2023-02-21T07:24:13.066" v="3357" actId="2696"/>
        <pc:sldMkLst>
          <pc:docMk/>
          <pc:sldMk cId="2395170792" sldId="2713"/>
        </pc:sldMkLst>
      </pc:sldChg>
      <pc:sldChg chg="addSp modSp add mod">
        <pc:chgData name="Xin Luo" userId="82312ee5779919a4" providerId="LiveId" clId="{4DB6C473-8E57-A543-81F7-48BE109E8C13}" dt="2023-02-21T07:23:52.393" v="3353" actId="20577"/>
        <pc:sldMkLst>
          <pc:docMk/>
          <pc:sldMk cId="280619949" sldId="2714"/>
        </pc:sldMkLst>
      </pc:sldChg>
      <pc:sldChg chg="addSp modSp add mod">
        <pc:chgData name="Xin Luo" userId="82312ee5779919a4" providerId="LiveId" clId="{4DB6C473-8E57-A543-81F7-48BE109E8C13}" dt="2023-02-21T13:47:35.461" v="4912" actId="1076"/>
        <pc:sldMkLst>
          <pc:docMk/>
          <pc:sldMk cId="3852391939" sldId="2715"/>
        </pc:sldMkLst>
      </pc:sldChg>
      <pc:sldChg chg="addSp modSp add mod ord">
        <pc:chgData name="Xin Luo" userId="82312ee5779919a4" providerId="LiveId" clId="{4DB6C473-8E57-A543-81F7-48BE109E8C13}" dt="2023-02-21T13:15:30.678" v="4562" actId="1035"/>
        <pc:sldMkLst>
          <pc:docMk/>
          <pc:sldMk cId="3026715585" sldId="2716"/>
        </pc:sldMkLst>
      </pc:sldChg>
      <pc:sldChg chg="addSp modSp add mod">
        <pc:chgData name="Xin Luo" userId="82312ee5779919a4" providerId="LiveId" clId="{4DB6C473-8E57-A543-81F7-48BE109E8C13}" dt="2023-02-21T13:48:38.001" v="4936" actId="1076"/>
        <pc:sldMkLst>
          <pc:docMk/>
          <pc:sldMk cId="4136986794" sldId="2717"/>
        </pc:sldMkLst>
      </pc:sldChg>
      <pc:sldChg chg="addSp delSp modSp add mod">
        <pc:chgData name="Xin Luo" userId="82312ee5779919a4" providerId="LiveId" clId="{4DB6C473-8E57-A543-81F7-48BE109E8C13}" dt="2023-02-21T14:08:09.514" v="5152" actId="1035"/>
        <pc:sldMkLst>
          <pc:docMk/>
          <pc:sldMk cId="1778017482" sldId="2718"/>
        </pc:sldMkLst>
      </pc:sldChg>
      <pc:sldChg chg="delSp modSp add mod">
        <pc:chgData name="Xin Luo" userId="82312ee5779919a4" providerId="LiveId" clId="{4DB6C473-8E57-A543-81F7-48BE109E8C13}" dt="2023-02-21T15:10:04.498" v="5724" actId="108"/>
        <pc:sldMkLst>
          <pc:docMk/>
          <pc:sldMk cId="1858913004" sldId="2719"/>
        </pc:sldMkLst>
      </pc:sldChg>
      <pc:sldChg chg="addSp delSp modSp add mod ord">
        <pc:chgData name="Xin Luo" userId="82312ee5779919a4" providerId="LiveId" clId="{4DB6C473-8E57-A543-81F7-48BE109E8C13}" dt="2023-02-21T15:06:45.211" v="5600" actId="20578"/>
        <pc:sldMkLst>
          <pc:docMk/>
          <pc:sldMk cId="3480831675" sldId="2720"/>
        </pc:sldMkLst>
      </pc:sldChg>
      <pc:sldChg chg="add del">
        <pc:chgData name="Xin Luo" userId="82312ee5779919a4" providerId="LiveId" clId="{4DB6C473-8E57-A543-81F7-48BE109E8C13}" dt="2023-02-21T14:55:30.326" v="5468" actId="2696"/>
        <pc:sldMkLst>
          <pc:docMk/>
          <pc:sldMk cId="120373349" sldId="2721"/>
        </pc:sldMkLst>
      </pc:sldChg>
      <pc:sldChg chg="addSp delSp modSp add mod ord">
        <pc:chgData name="Xin Luo" userId="82312ee5779919a4" providerId="LiveId" clId="{4DB6C473-8E57-A543-81F7-48BE109E8C13}" dt="2023-02-21T15:06:40.684" v="5599" actId="20578"/>
        <pc:sldMkLst>
          <pc:docMk/>
          <pc:sldMk cId="1410676903" sldId="2721"/>
        </pc:sldMkLst>
      </pc:sldChg>
      <pc:sldMasterChg chg="del delSldLayout">
        <pc:chgData name="Xin Luo" userId="82312ee5779919a4" providerId="LiveId" clId="{4DB6C473-8E57-A543-81F7-48BE109E8C13}" dt="2023-02-21T08:54:15.791" v="3593" actId="2696"/>
        <pc:sldMasterMkLst>
          <pc:docMk/>
          <pc:sldMasterMk cId="1248561168" sldId="2147484998"/>
        </pc:sldMasterMkLst>
        <pc:sldLayoutChg chg="del">
          <pc:chgData name="Xin Luo" userId="82312ee5779919a4" providerId="LiveId" clId="{4DB6C473-8E57-A543-81F7-48BE109E8C13}" dt="2023-02-21T08:54:15.772" v="3576" actId="2696"/>
          <pc:sldLayoutMkLst>
            <pc:docMk/>
            <pc:sldMasterMk cId="1248561168" sldId="2147484998"/>
            <pc:sldLayoutMk cId="2755518727" sldId="2147484999"/>
          </pc:sldLayoutMkLst>
        </pc:sldLayoutChg>
        <pc:sldLayoutChg chg="del">
          <pc:chgData name="Xin Luo" userId="82312ee5779919a4" providerId="LiveId" clId="{4DB6C473-8E57-A543-81F7-48BE109E8C13}" dt="2023-02-21T08:54:15.773" v="3577" actId="2696"/>
          <pc:sldLayoutMkLst>
            <pc:docMk/>
            <pc:sldMasterMk cId="1248561168" sldId="2147484998"/>
            <pc:sldLayoutMk cId="784447712" sldId="2147485000"/>
          </pc:sldLayoutMkLst>
        </pc:sldLayoutChg>
        <pc:sldLayoutChg chg="del">
          <pc:chgData name="Xin Luo" userId="82312ee5779919a4" providerId="LiveId" clId="{4DB6C473-8E57-A543-81F7-48BE109E8C13}" dt="2023-02-21T08:54:15.774" v="3578" actId="2696"/>
          <pc:sldLayoutMkLst>
            <pc:docMk/>
            <pc:sldMasterMk cId="1248561168" sldId="2147484998"/>
            <pc:sldLayoutMk cId="36404751" sldId="2147485001"/>
          </pc:sldLayoutMkLst>
        </pc:sldLayoutChg>
        <pc:sldLayoutChg chg="del">
          <pc:chgData name="Xin Luo" userId="82312ee5779919a4" providerId="LiveId" clId="{4DB6C473-8E57-A543-81F7-48BE109E8C13}" dt="2023-02-21T08:54:15.775" v="3579" actId="2696"/>
          <pc:sldLayoutMkLst>
            <pc:docMk/>
            <pc:sldMasterMk cId="1248561168" sldId="2147484998"/>
            <pc:sldLayoutMk cId="2142531553" sldId="2147485002"/>
          </pc:sldLayoutMkLst>
        </pc:sldLayoutChg>
        <pc:sldLayoutChg chg="del">
          <pc:chgData name="Xin Luo" userId="82312ee5779919a4" providerId="LiveId" clId="{4DB6C473-8E57-A543-81F7-48BE109E8C13}" dt="2023-02-21T08:54:15.776" v="3580" actId="2696"/>
          <pc:sldLayoutMkLst>
            <pc:docMk/>
            <pc:sldMasterMk cId="1248561168" sldId="2147484998"/>
            <pc:sldLayoutMk cId="646270699" sldId="2147485003"/>
          </pc:sldLayoutMkLst>
        </pc:sldLayoutChg>
        <pc:sldLayoutChg chg="del">
          <pc:chgData name="Xin Luo" userId="82312ee5779919a4" providerId="LiveId" clId="{4DB6C473-8E57-A543-81F7-48BE109E8C13}" dt="2023-02-21T08:54:15.777" v="3581" actId="2696"/>
          <pc:sldLayoutMkLst>
            <pc:docMk/>
            <pc:sldMasterMk cId="1248561168" sldId="2147484998"/>
            <pc:sldLayoutMk cId="1316154404" sldId="2147485004"/>
          </pc:sldLayoutMkLst>
        </pc:sldLayoutChg>
        <pc:sldLayoutChg chg="del">
          <pc:chgData name="Xin Luo" userId="82312ee5779919a4" providerId="LiveId" clId="{4DB6C473-8E57-A543-81F7-48BE109E8C13}" dt="2023-02-21T08:54:15.778" v="3582" actId="2696"/>
          <pc:sldLayoutMkLst>
            <pc:docMk/>
            <pc:sldMasterMk cId="1248561168" sldId="2147484998"/>
            <pc:sldLayoutMk cId="275448905" sldId="2147485005"/>
          </pc:sldLayoutMkLst>
        </pc:sldLayoutChg>
        <pc:sldLayoutChg chg="del">
          <pc:chgData name="Xin Luo" userId="82312ee5779919a4" providerId="LiveId" clId="{4DB6C473-8E57-A543-81F7-48BE109E8C13}" dt="2023-02-21T08:54:15.779" v="3583" actId="2696"/>
          <pc:sldLayoutMkLst>
            <pc:docMk/>
            <pc:sldMasterMk cId="1248561168" sldId="2147484998"/>
            <pc:sldLayoutMk cId="3173493555" sldId="2147485006"/>
          </pc:sldLayoutMkLst>
        </pc:sldLayoutChg>
        <pc:sldLayoutChg chg="del">
          <pc:chgData name="Xin Luo" userId="82312ee5779919a4" providerId="LiveId" clId="{4DB6C473-8E57-A543-81F7-48BE109E8C13}" dt="2023-02-21T08:54:15.780" v="3584" actId="2696"/>
          <pc:sldLayoutMkLst>
            <pc:docMk/>
            <pc:sldMasterMk cId="1248561168" sldId="2147484998"/>
            <pc:sldLayoutMk cId="2494408642" sldId="2147485007"/>
          </pc:sldLayoutMkLst>
        </pc:sldLayoutChg>
        <pc:sldLayoutChg chg="del">
          <pc:chgData name="Xin Luo" userId="82312ee5779919a4" providerId="LiveId" clId="{4DB6C473-8E57-A543-81F7-48BE109E8C13}" dt="2023-02-21T08:54:15.781" v="3585" actId="2696"/>
          <pc:sldLayoutMkLst>
            <pc:docMk/>
            <pc:sldMasterMk cId="1248561168" sldId="2147484998"/>
            <pc:sldLayoutMk cId="2144339703" sldId="2147485008"/>
          </pc:sldLayoutMkLst>
        </pc:sldLayoutChg>
        <pc:sldLayoutChg chg="del">
          <pc:chgData name="Xin Luo" userId="82312ee5779919a4" providerId="LiveId" clId="{4DB6C473-8E57-A543-81F7-48BE109E8C13}" dt="2023-02-21T08:54:15.781" v="3586" actId="2696"/>
          <pc:sldLayoutMkLst>
            <pc:docMk/>
            <pc:sldMasterMk cId="1248561168" sldId="2147484998"/>
            <pc:sldLayoutMk cId="3933479768" sldId="2147485009"/>
          </pc:sldLayoutMkLst>
        </pc:sldLayoutChg>
        <pc:sldLayoutChg chg="del">
          <pc:chgData name="Xin Luo" userId="82312ee5779919a4" providerId="LiveId" clId="{4DB6C473-8E57-A543-81F7-48BE109E8C13}" dt="2023-02-21T08:54:15.782" v="3587" actId="2696"/>
          <pc:sldLayoutMkLst>
            <pc:docMk/>
            <pc:sldMasterMk cId="1248561168" sldId="2147484998"/>
            <pc:sldLayoutMk cId="2569911404" sldId="2147485010"/>
          </pc:sldLayoutMkLst>
        </pc:sldLayoutChg>
        <pc:sldLayoutChg chg="del">
          <pc:chgData name="Xin Luo" userId="82312ee5779919a4" providerId="LiveId" clId="{4DB6C473-8E57-A543-81F7-48BE109E8C13}" dt="2023-02-21T08:54:15.783" v="3588" actId="2696"/>
          <pc:sldLayoutMkLst>
            <pc:docMk/>
            <pc:sldMasterMk cId="1248561168" sldId="2147484998"/>
            <pc:sldLayoutMk cId="487309151" sldId="2147485011"/>
          </pc:sldLayoutMkLst>
        </pc:sldLayoutChg>
        <pc:sldLayoutChg chg="del">
          <pc:chgData name="Xin Luo" userId="82312ee5779919a4" providerId="LiveId" clId="{4DB6C473-8E57-A543-81F7-48BE109E8C13}" dt="2023-02-21T08:54:15.784" v="3589" actId="2696"/>
          <pc:sldLayoutMkLst>
            <pc:docMk/>
            <pc:sldMasterMk cId="1248561168" sldId="2147484998"/>
            <pc:sldLayoutMk cId="940838525" sldId="2147485012"/>
          </pc:sldLayoutMkLst>
        </pc:sldLayoutChg>
        <pc:sldLayoutChg chg="del">
          <pc:chgData name="Xin Luo" userId="82312ee5779919a4" providerId="LiveId" clId="{4DB6C473-8E57-A543-81F7-48BE109E8C13}" dt="2023-02-21T08:54:15.785" v="3590" actId="2696"/>
          <pc:sldLayoutMkLst>
            <pc:docMk/>
            <pc:sldMasterMk cId="1248561168" sldId="2147484998"/>
            <pc:sldLayoutMk cId="858249230" sldId="2147485013"/>
          </pc:sldLayoutMkLst>
        </pc:sldLayoutChg>
        <pc:sldLayoutChg chg="del">
          <pc:chgData name="Xin Luo" userId="82312ee5779919a4" providerId="LiveId" clId="{4DB6C473-8E57-A543-81F7-48BE109E8C13}" dt="2023-02-21T08:54:15.786" v="3591" actId="2696"/>
          <pc:sldLayoutMkLst>
            <pc:docMk/>
            <pc:sldMasterMk cId="1248561168" sldId="2147484998"/>
            <pc:sldLayoutMk cId="1094809115" sldId="2147485014"/>
          </pc:sldLayoutMkLst>
        </pc:sldLayoutChg>
        <pc:sldLayoutChg chg="del">
          <pc:chgData name="Xin Luo" userId="82312ee5779919a4" providerId="LiveId" clId="{4DB6C473-8E57-A543-81F7-48BE109E8C13}" dt="2023-02-21T08:54:15.787" v="3592" actId="2696"/>
          <pc:sldLayoutMkLst>
            <pc:docMk/>
            <pc:sldMasterMk cId="1248561168" sldId="2147484998"/>
            <pc:sldLayoutMk cId="2452001345" sldId="2147485015"/>
          </pc:sldLayoutMkLst>
        </pc:sldLayoutChg>
      </pc:sldMasterChg>
    </pc:docChg>
  </pc:docChgLst>
  <pc:docChgLst>
    <pc:chgData name="Xin Luo" userId="82312ee5779919a4" providerId="LiveId" clId="{82BFAA31-791A-9843-976C-3AAFAA5AC07D}"/>
    <pc:docChg chg="undo custSel addSld delSld modSld">
      <pc:chgData name="Xin Luo" userId="82312ee5779919a4" providerId="LiveId" clId="{82BFAA31-791A-9843-976C-3AAFAA5AC07D}" dt="2023-03-05T13:50:34.172" v="6224" actId="1035"/>
      <pc:docMkLst>
        <pc:docMk/>
      </pc:docMkLst>
      <pc:sldChg chg="modSp mod">
        <pc:chgData name="Xin Luo" userId="82312ee5779919a4" providerId="LiveId" clId="{82BFAA31-791A-9843-976C-3AAFAA5AC07D}" dt="2023-03-04T01:58:49.501" v="2918" actId="20577"/>
        <pc:sldMkLst>
          <pc:docMk/>
          <pc:sldMk cId="4067577602" sldId="2605"/>
        </pc:sldMkLst>
      </pc:sldChg>
      <pc:sldChg chg="addSp delSp modSp mod">
        <pc:chgData name="Xin Luo" userId="82312ee5779919a4" providerId="LiveId" clId="{82BFAA31-791A-9843-976C-3AAFAA5AC07D}" dt="2023-03-04T03:17:04.154" v="3027" actId="20577"/>
        <pc:sldMkLst>
          <pc:docMk/>
          <pc:sldMk cId="3833073590" sldId="2716"/>
        </pc:sldMkLst>
      </pc:sldChg>
      <pc:sldChg chg="addSp delSp modSp mod">
        <pc:chgData name="Xin Luo" userId="82312ee5779919a4" providerId="LiveId" clId="{82BFAA31-791A-9843-976C-3AAFAA5AC07D}" dt="2023-02-24T08:50:06.402" v="585" actId="20577"/>
        <pc:sldMkLst>
          <pc:docMk/>
          <pc:sldMk cId="972163772" sldId="2720"/>
        </pc:sldMkLst>
      </pc:sldChg>
      <pc:sldChg chg="addSp delSp modSp mod">
        <pc:chgData name="Xin Luo" userId="82312ee5779919a4" providerId="LiveId" clId="{82BFAA31-791A-9843-976C-3AAFAA5AC07D}" dt="2023-02-24T13:00:34.955" v="2586" actId="1036"/>
        <pc:sldMkLst>
          <pc:docMk/>
          <pc:sldMk cId="2689695864" sldId="2721"/>
        </pc:sldMkLst>
      </pc:sldChg>
      <pc:sldChg chg="modSp add del mod">
        <pc:chgData name="Xin Luo" userId="82312ee5779919a4" providerId="LiveId" clId="{82BFAA31-791A-9843-976C-3AAFAA5AC07D}" dt="2023-03-05T13:50:34.172" v="6224" actId="1035"/>
        <pc:sldMkLst>
          <pc:docMk/>
          <pc:sldMk cId="1209572041" sldId="2722"/>
        </pc:sldMkLst>
      </pc:sldChg>
      <pc:sldChg chg="add del">
        <pc:chgData name="Xin Luo" userId="82312ee5779919a4" providerId="LiveId" clId="{82BFAA31-791A-9843-976C-3AAFAA5AC07D}" dt="2023-03-04T02:01:30.300" v="3010" actId="2696"/>
        <pc:sldMkLst>
          <pc:docMk/>
          <pc:sldMk cId="2179406886" sldId="2724"/>
        </pc:sldMkLst>
      </pc:sldChg>
      <pc:sldChg chg="addSp delSp modSp add mod">
        <pc:chgData name="Xin Luo" userId="82312ee5779919a4" providerId="LiveId" clId="{82BFAA31-791A-9843-976C-3AAFAA5AC07D}" dt="2023-03-04T03:20:48.887" v="3034" actId="1036"/>
        <pc:sldMkLst>
          <pc:docMk/>
          <pc:sldMk cId="4156684215" sldId="2738"/>
        </pc:sldMkLst>
      </pc:sldChg>
      <pc:sldChg chg="delSp modSp add mod">
        <pc:chgData name="Xin Luo" userId="82312ee5779919a4" providerId="LiveId" clId="{82BFAA31-791A-9843-976C-3AAFAA5AC07D}" dt="2023-03-04T03:45:03.441" v="3776" actId="21"/>
        <pc:sldMkLst>
          <pc:docMk/>
          <pc:sldMk cId="2776132283" sldId="2739"/>
        </pc:sldMkLst>
      </pc:sldChg>
      <pc:sldChg chg="delSp modSp add mod">
        <pc:chgData name="Xin Luo" userId="82312ee5779919a4" providerId="LiveId" clId="{82BFAA31-791A-9843-976C-3AAFAA5AC07D}" dt="2023-02-24T12:42:54.354" v="2196" actId="20577"/>
        <pc:sldMkLst>
          <pc:docMk/>
          <pc:sldMk cId="2510358707" sldId="2740"/>
        </pc:sldMkLst>
      </pc:sldChg>
      <pc:sldChg chg="add del">
        <pc:chgData name="Xin Luo" userId="82312ee5779919a4" providerId="LiveId" clId="{82BFAA31-791A-9843-976C-3AAFAA5AC07D}" dt="2023-02-24T12:26:24.988" v="1931"/>
        <pc:sldMkLst>
          <pc:docMk/>
          <pc:sldMk cId="2028886328" sldId="2741"/>
        </pc:sldMkLst>
      </pc:sldChg>
      <pc:sldChg chg="delSp modSp add mod">
        <pc:chgData name="Xin Luo" userId="82312ee5779919a4" providerId="LiveId" clId="{82BFAA31-791A-9843-976C-3AAFAA5AC07D}" dt="2023-03-04T15:50:04.739" v="6144" actId="1076"/>
        <pc:sldMkLst>
          <pc:docMk/>
          <pc:sldMk cId="2476237792" sldId="2741"/>
        </pc:sldMkLst>
      </pc:sldChg>
      <pc:sldChg chg="addSp delSp modSp add mod">
        <pc:chgData name="Xin Luo" userId="82312ee5779919a4" providerId="LiveId" clId="{82BFAA31-791A-9843-976C-3AAFAA5AC07D}" dt="2023-03-04T03:03:29.776" v="3020" actId="1036"/>
        <pc:sldMkLst>
          <pc:docMk/>
          <pc:sldMk cId="3151170836" sldId="2742"/>
        </pc:sldMkLst>
      </pc:sldChg>
      <pc:sldChg chg="addSp delSp modSp add mod">
        <pc:chgData name="Xin Luo" userId="82312ee5779919a4" providerId="LiveId" clId="{82BFAA31-791A-9843-976C-3AAFAA5AC07D}" dt="2023-03-04T03:37:26.975" v="3431" actId="1076"/>
        <pc:sldMkLst>
          <pc:docMk/>
          <pc:sldMk cId="4194482579" sldId="2743"/>
        </pc:sldMkLst>
      </pc:sldChg>
      <pc:sldChg chg="addSp delSp modSp add mod">
        <pc:chgData name="Xin Luo" userId="82312ee5779919a4" providerId="LiveId" clId="{82BFAA31-791A-9843-976C-3AAFAA5AC07D}" dt="2023-03-04T15:11:00.971" v="4794" actId="2711"/>
        <pc:sldMkLst>
          <pc:docMk/>
          <pc:sldMk cId="3883315984" sldId="2744"/>
        </pc:sldMkLst>
      </pc:sldChg>
      <pc:sldChg chg="modSp add mod">
        <pc:chgData name="Xin Luo" userId="82312ee5779919a4" providerId="LiveId" clId="{82BFAA31-791A-9843-976C-3AAFAA5AC07D}" dt="2023-03-04T15:21:58.766" v="5230" actId="1038"/>
        <pc:sldMkLst>
          <pc:docMk/>
          <pc:sldMk cId="3741103209" sldId="2745"/>
        </pc:sldMkLst>
      </pc:sldChg>
      <pc:sldChg chg="modSp add mod">
        <pc:chgData name="Xin Luo" userId="82312ee5779919a4" providerId="LiveId" clId="{82BFAA31-791A-9843-976C-3AAFAA5AC07D}" dt="2023-03-04T15:08:22.005" v="4615" actId="1035"/>
        <pc:sldMkLst>
          <pc:docMk/>
          <pc:sldMk cId="322086101" sldId="2746"/>
        </pc:sldMkLst>
      </pc:sldChg>
      <pc:sldChg chg="addSp modSp add mod">
        <pc:chgData name="Xin Luo" userId="82312ee5779919a4" providerId="LiveId" clId="{82BFAA31-791A-9843-976C-3AAFAA5AC07D}" dt="2023-03-04T15:26:46.366" v="5547" actId="1076"/>
        <pc:sldMkLst>
          <pc:docMk/>
          <pc:sldMk cId="2920839983" sldId="2747"/>
        </pc:sldMkLst>
      </pc:sldChg>
      <pc:sldChg chg="addSp delSp modSp add mod">
        <pc:chgData name="Xin Luo" userId="82312ee5779919a4" providerId="LiveId" clId="{82BFAA31-791A-9843-976C-3AAFAA5AC07D}" dt="2023-03-04T15:46:20.499" v="5952" actId="1582"/>
        <pc:sldMkLst>
          <pc:docMk/>
          <pc:sldMk cId="2081473989" sldId="2748"/>
        </pc:sldMkLst>
      </pc:sldChg>
      <pc:sldChg chg="addSp delSp modSp add mod">
        <pc:chgData name="Xin Luo" userId="82312ee5779919a4" providerId="LiveId" clId="{82BFAA31-791A-9843-976C-3AAFAA5AC07D}" dt="2023-03-04T15:48:59.888" v="6079" actId="1076"/>
        <pc:sldMkLst>
          <pc:docMk/>
          <pc:sldMk cId="1994915307" sldId="2749"/>
        </pc:sldMkLst>
      </pc:sldChg>
      <pc:sldChg chg="addSp delSp modSp add mod">
        <pc:chgData name="Xin Luo" userId="82312ee5779919a4" providerId="LiveId" clId="{82BFAA31-791A-9843-976C-3AAFAA5AC07D}" dt="2023-03-04T15:43:09.927" v="5903" actId="1035"/>
        <pc:sldMkLst>
          <pc:docMk/>
          <pc:sldMk cId="202264030" sldId="2750"/>
        </pc:sldMkLst>
      </pc:sldChg>
      <pc:sldChg chg="add del">
        <pc:chgData name="Xin Luo" userId="82312ee5779919a4" providerId="LiveId" clId="{82BFAA31-791A-9843-976C-3AAFAA5AC07D}" dt="2023-03-04T15:46:42.673" v="5956" actId="2696"/>
        <pc:sldMkLst>
          <pc:docMk/>
          <pc:sldMk cId="1628918360" sldId="2751"/>
        </pc:sldMkLst>
      </pc:sldChg>
    </pc:docChg>
  </pc:docChgLst>
  <pc:docChgLst>
    <pc:chgData name="Xin Luo" userId="82312ee5779919a4" providerId="LiveId" clId="{44968A38-E2ED-AB49-A7AA-4E241E470C4E}"/>
    <pc:docChg chg="custSel addSld modSld">
      <pc:chgData name="Xin Luo" userId="82312ee5779919a4" providerId="LiveId" clId="{44968A38-E2ED-AB49-A7AA-4E241E470C4E}" dt="2024-04-06T05:28:09.746" v="48" actId="20577"/>
      <pc:docMkLst>
        <pc:docMk/>
      </pc:docMkLst>
      <pc:sldChg chg="addSp delSp modSp mod">
        <pc:chgData name="Xin Luo" userId="82312ee5779919a4" providerId="LiveId" clId="{44968A38-E2ED-AB49-A7AA-4E241E470C4E}" dt="2024-04-06T05:28:09.746" v="48" actId="20577"/>
        <pc:sldMkLst>
          <pc:docMk/>
          <pc:sldMk cId="1209572041" sldId="2722"/>
        </pc:sldMkLst>
      </pc:sldChg>
      <pc:sldChg chg="add">
        <pc:chgData name="Xin Luo" userId="82312ee5779919a4" providerId="LiveId" clId="{44968A38-E2ED-AB49-A7AA-4E241E470C4E}" dt="2024-04-06T03:15:35.142" v="0"/>
        <pc:sldMkLst>
          <pc:docMk/>
          <pc:sldMk cId="472418319" sldId="2759"/>
        </pc:sldMkLst>
      </pc:sldChg>
      <pc:sldChg chg="add">
        <pc:chgData name="Xin Luo" userId="82312ee5779919a4" providerId="LiveId" clId="{44968A38-E2ED-AB49-A7AA-4E241E470C4E}" dt="2024-04-06T03:15:37.385" v="1"/>
        <pc:sldMkLst>
          <pc:docMk/>
          <pc:sldMk cId="1125183986" sldId="2760"/>
        </pc:sldMkLst>
      </pc:sldChg>
      <pc:sldChg chg="add">
        <pc:chgData name="Xin Luo" userId="82312ee5779919a4" providerId="LiveId" clId="{44968A38-E2ED-AB49-A7AA-4E241E470C4E}" dt="2024-04-06T03:16:16.152" v="10"/>
        <pc:sldMkLst>
          <pc:docMk/>
          <pc:sldMk cId="1417780723" sldId="2761"/>
        </pc:sldMkLst>
      </pc:sldChg>
    </pc:docChg>
  </pc:docChgLst>
  <pc:docChgLst>
    <pc:chgData name="Xin Luo" userId="82312ee5779919a4" providerId="LiveId" clId="{C61A3064-79B6-C04E-96BC-25A14B9EC5E9}"/>
    <pc:docChg chg="undo custSel addSld delSld modSld sldOrd">
      <pc:chgData name="Xin Luo" userId="82312ee5779919a4" providerId="LiveId" clId="{C61A3064-79B6-C04E-96BC-25A14B9EC5E9}" dt="2025-05-09T11:15:29.792" v="1442" actId="2696"/>
      <pc:docMkLst>
        <pc:docMk/>
      </pc:docMkLst>
      <pc:sldChg chg="delSp mod">
        <pc:chgData name="Xin Luo" userId="82312ee5779919a4" providerId="LiveId" clId="{C61A3064-79B6-C04E-96BC-25A14B9EC5E9}" dt="2025-05-09T10:56:57.743" v="1282" actId="478"/>
        <pc:sldMkLst>
          <pc:docMk/>
          <pc:sldMk cId="1576120367" sldId="2387"/>
        </pc:sldMkLst>
      </pc:sldChg>
      <pc:sldChg chg="del">
        <pc:chgData name="Xin Luo" userId="82312ee5779919a4" providerId="LiveId" clId="{C61A3064-79B6-C04E-96BC-25A14B9EC5E9}" dt="2025-05-09T11:15:29.792" v="1442" actId="2696"/>
        <pc:sldMkLst>
          <pc:docMk/>
          <pc:sldMk cId="972163772" sldId="2720"/>
        </pc:sldMkLst>
      </pc:sldChg>
      <pc:sldChg chg="modSp mod">
        <pc:chgData name="Xin Luo" userId="82312ee5779919a4" providerId="LiveId" clId="{C61A3064-79B6-C04E-96BC-25A14B9EC5E9}" dt="2025-05-09T11:13:05.045" v="1441" actId="14100"/>
        <pc:sldMkLst>
          <pc:docMk/>
          <pc:sldMk cId="3506380824" sldId="2764"/>
        </pc:sldMkLst>
        <pc:spChg chg="mod">
          <ac:chgData name="Xin Luo" userId="82312ee5779919a4" providerId="LiveId" clId="{C61A3064-79B6-C04E-96BC-25A14B9EC5E9}" dt="2025-05-09T11:12:41.524" v="1435" actId="1076"/>
          <ac:spMkLst>
            <pc:docMk/>
            <pc:sldMk cId="3506380824" sldId="2764"/>
            <ac:spMk id="13" creationId="{FAF043E7-806D-383D-FE81-C07896C99E2B}"/>
          </ac:spMkLst>
        </pc:spChg>
        <pc:graphicFrameChg chg="mod modGraphic">
          <ac:chgData name="Xin Luo" userId="82312ee5779919a4" providerId="LiveId" clId="{C61A3064-79B6-C04E-96BC-25A14B9EC5E9}" dt="2025-05-09T11:13:05.045" v="1441" actId="14100"/>
          <ac:graphicFrameMkLst>
            <pc:docMk/>
            <pc:sldMk cId="3506380824" sldId="2764"/>
            <ac:graphicFrameMk id="2" creationId="{8163035D-3A24-C951-F80E-74CB01FCFC0E}"/>
          </ac:graphicFrameMkLst>
        </pc:graphicFrameChg>
        <pc:picChg chg="mod">
          <ac:chgData name="Xin Luo" userId="82312ee5779919a4" providerId="LiveId" clId="{C61A3064-79B6-C04E-96BC-25A14B9EC5E9}" dt="2025-05-09T11:12:51.526" v="1439" actId="14100"/>
          <ac:picMkLst>
            <pc:docMk/>
            <pc:sldMk cId="3506380824" sldId="2764"/>
            <ac:picMk id="7" creationId="{7FD567E0-DDD9-BB2A-29C4-EA9A5DEBA366}"/>
          </ac:picMkLst>
        </pc:picChg>
      </pc:sldChg>
      <pc:sldChg chg="modSp mod">
        <pc:chgData name="Xin Luo" userId="82312ee5779919a4" providerId="LiveId" clId="{C61A3064-79B6-C04E-96BC-25A14B9EC5E9}" dt="2025-05-09T10:54:06.926" v="1275" actId="1076"/>
        <pc:sldMkLst>
          <pc:docMk/>
          <pc:sldMk cId="3776743227" sldId="2765"/>
        </pc:sldMkLst>
        <pc:spChg chg="mod">
          <ac:chgData name="Xin Luo" userId="82312ee5779919a4" providerId="LiveId" clId="{C61A3064-79B6-C04E-96BC-25A14B9EC5E9}" dt="2025-05-09T10:54:06.926" v="1275" actId="1076"/>
          <ac:spMkLst>
            <pc:docMk/>
            <pc:sldMk cId="3776743227" sldId="2765"/>
            <ac:spMk id="6" creationId="{10D08B56-A55D-A7F0-9DBF-689316436A80}"/>
          </ac:spMkLst>
        </pc:spChg>
      </pc:sldChg>
      <pc:sldChg chg="modSp mod">
        <pc:chgData name="Xin Luo" userId="82312ee5779919a4" providerId="LiveId" clId="{C61A3064-79B6-C04E-96BC-25A14B9EC5E9}" dt="2025-05-09T11:12:13.187" v="1430" actId="1036"/>
        <pc:sldMkLst>
          <pc:docMk/>
          <pc:sldMk cId="4115132314" sldId="2771"/>
        </pc:sldMkLst>
        <pc:spChg chg="mod">
          <ac:chgData name="Xin Luo" userId="82312ee5779919a4" providerId="LiveId" clId="{C61A3064-79B6-C04E-96BC-25A14B9EC5E9}" dt="2025-05-09T11:12:13.187" v="1430" actId="1036"/>
          <ac:spMkLst>
            <pc:docMk/>
            <pc:sldMk cId="4115132314" sldId="2771"/>
            <ac:spMk id="13" creationId="{11F172DF-28DC-0D74-BC10-EE83BEAF4B32}"/>
          </ac:spMkLst>
        </pc:spChg>
        <pc:graphicFrameChg chg="mod modGraphic">
          <ac:chgData name="Xin Luo" userId="82312ee5779919a4" providerId="LiveId" clId="{C61A3064-79B6-C04E-96BC-25A14B9EC5E9}" dt="2025-05-09T11:12:13.187" v="1430" actId="1036"/>
          <ac:graphicFrameMkLst>
            <pc:docMk/>
            <pc:sldMk cId="4115132314" sldId="2771"/>
            <ac:graphicFrameMk id="4" creationId="{3E1E227E-592B-5984-7C00-AD9E35F86C00}"/>
          </ac:graphicFrameMkLst>
        </pc:graphicFrameChg>
        <pc:picChg chg="mod">
          <ac:chgData name="Xin Luo" userId="82312ee5779919a4" providerId="LiveId" clId="{C61A3064-79B6-C04E-96BC-25A14B9EC5E9}" dt="2025-05-09T11:12:13.187" v="1430" actId="1036"/>
          <ac:picMkLst>
            <pc:docMk/>
            <pc:sldMk cId="4115132314" sldId="2771"/>
            <ac:picMk id="8" creationId="{4EA08E5E-E390-3EDF-44E6-403B3D286689}"/>
          </ac:picMkLst>
        </pc:picChg>
      </pc:sldChg>
      <pc:sldChg chg="modSp mod">
        <pc:chgData name="Xin Luo" userId="82312ee5779919a4" providerId="LiveId" clId="{C61A3064-79B6-C04E-96BC-25A14B9EC5E9}" dt="2025-05-09T11:11:19.611" v="1413" actId="1038"/>
        <pc:sldMkLst>
          <pc:docMk/>
          <pc:sldMk cId="2890079731" sldId="2772"/>
        </pc:sldMkLst>
        <pc:spChg chg="mod">
          <ac:chgData name="Xin Luo" userId="82312ee5779919a4" providerId="LiveId" clId="{C61A3064-79B6-C04E-96BC-25A14B9EC5E9}" dt="2025-05-09T11:11:10.688" v="1408" actId="20577"/>
          <ac:spMkLst>
            <pc:docMk/>
            <pc:sldMk cId="2890079731" sldId="2772"/>
            <ac:spMk id="13" creationId="{36DF7EA9-D756-3F82-04ED-917BA97519A4}"/>
          </ac:spMkLst>
        </pc:spChg>
        <pc:graphicFrameChg chg="mod modGraphic">
          <ac:chgData name="Xin Luo" userId="82312ee5779919a4" providerId="LiveId" clId="{C61A3064-79B6-C04E-96BC-25A14B9EC5E9}" dt="2025-05-09T11:11:03.203" v="1399" actId="1035"/>
          <ac:graphicFrameMkLst>
            <pc:docMk/>
            <pc:sldMk cId="2890079731" sldId="2772"/>
            <ac:graphicFrameMk id="2" creationId="{D989071B-A380-DEDF-A3BF-1E6AE5CA62E2}"/>
          </ac:graphicFrameMkLst>
        </pc:graphicFrameChg>
        <pc:picChg chg="mod">
          <ac:chgData name="Xin Luo" userId="82312ee5779919a4" providerId="LiveId" clId="{C61A3064-79B6-C04E-96BC-25A14B9EC5E9}" dt="2025-05-09T11:11:19.611" v="1413" actId="1038"/>
          <ac:picMkLst>
            <pc:docMk/>
            <pc:sldMk cId="2890079731" sldId="2772"/>
            <ac:picMk id="7" creationId="{410ADC27-A8FA-2E3E-9C6A-5A42BE8F7467}"/>
          </ac:picMkLst>
        </pc:picChg>
      </pc:sldChg>
      <pc:sldChg chg="addSp delSp modSp add mod ord modNotesTx">
        <pc:chgData name="Xin Luo" userId="82312ee5779919a4" providerId="LiveId" clId="{C61A3064-79B6-C04E-96BC-25A14B9EC5E9}" dt="2025-05-09T11:10:09.026" v="1360" actId="20577"/>
        <pc:sldMkLst>
          <pc:docMk/>
          <pc:sldMk cId="3483888068" sldId="2773"/>
        </pc:sldMkLst>
        <pc:spChg chg="add mod">
          <ac:chgData name="Xin Luo" userId="82312ee5779919a4" providerId="LiveId" clId="{C61A3064-79B6-C04E-96BC-25A14B9EC5E9}" dt="2025-05-09T11:10:09.026" v="1360" actId="20577"/>
          <ac:spMkLst>
            <pc:docMk/>
            <pc:sldMk cId="3483888068" sldId="2773"/>
            <ac:spMk id="8" creationId="{8D4E6260-E6B0-E9A5-EE36-5C6B04AE8C23}"/>
          </ac:spMkLst>
        </pc:spChg>
      </pc:sldChg>
      <pc:sldChg chg="addSp delSp modSp add mod modNotesTx">
        <pc:chgData name="Xin Luo" userId="82312ee5779919a4" providerId="LiveId" clId="{C61A3064-79B6-C04E-96BC-25A14B9EC5E9}" dt="2025-05-09T10:39:21.138" v="1013" actId="14100"/>
        <pc:sldMkLst>
          <pc:docMk/>
          <pc:sldMk cId="3486418074" sldId="2774"/>
        </pc:sldMkLst>
        <pc:spChg chg="add mod">
          <ac:chgData name="Xin Luo" userId="82312ee5779919a4" providerId="LiveId" clId="{C61A3064-79B6-C04E-96BC-25A14B9EC5E9}" dt="2025-05-09T09:22:46.615" v="797" actId="122"/>
          <ac:spMkLst>
            <pc:docMk/>
            <pc:sldMk cId="3486418074" sldId="2774"/>
            <ac:spMk id="9" creationId="{992F2ED7-670D-AD19-DAB1-3B5E976BA63F}"/>
          </ac:spMkLst>
        </pc:spChg>
        <pc:spChg chg="add mod">
          <ac:chgData name="Xin Luo" userId="82312ee5779919a4" providerId="LiveId" clId="{C61A3064-79B6-C04E-96BC-25A14B9EC5E9}" dt="2025-05-09T10:25:29.187" v="801" actId="207"/>
          <ac:spMkLst>
            <pc:docMk/>
            <pc:sldMk cId="3486418074" sldId="2774"/>
            <ac:spMk id="10" creationId="{538141C9-490E-C12B-A86C-3479A3B108B3}"/>
          </ac:spMkLst>
        </pc:spChg>
        <pc:spChg chg="add mod">
          <ac:chgData name="Xin Luo" userId="82312ee5779919a4" providerId="LiveId" clId="{C61A3064-79B6-C04E-96BC-25A14B9EC5E9}" dt="2025-05-09T10:25:29.187" v="801" actId="207"/>
          <ac:spMkLst>
            <pc:docMk/>
            <pc:sldMk cId="3486418074" sldId="2774"/>
            <ac:spMk id="27" creationId="{3E6B516C-F780-1627-8BB1-59513E674566}"/>
          </ac:spMkLst>
        </pc:spChg>
        <pc:picChg chg="add mod">
          <ac:chgData name="Xin Luo" userId="82312ee5779919a4" providerId="LiveId" clId="{C61A3064-79B6-C04E-96BC-25A14B9EC5E9}" dt="2025-05-09T09:21:23.585" v="723" actId="1035"/>
          <ac:picMkLst>
            <pc:docMk/>
            <pc:sldMk cId="3486418074" sldId="2774"/>
            <ac:picMk id="12" creationId="{187E6F44-1324-218F-7908-094F56249B5E}"/>
          </ac:picMkLst>
        </pc:picChg>
        <pc:picChg chg="add mod">
          <ac:chgData name="Xin Luo" userId="82312ee5779919a4" providerId="LiveId" clId="{C61A3064-79B6-C04E-96BC-25A14B9EC5E9}" dt="2025-05-09T09:21:23.585" v="723" actId="1035"/>
          <ac:picMkLst>
            <pc:docMk/>
            <pc:sldMk cId="3486418074" sldId="2774"/>
            <ac:picMk id="14" creationId="{1C0401D8-4404-F6EE-5CFB-A4E5B546DED5}"/>
          </ac:picMkLst>
        </pc:picChg>
      </pc:sldChg>
      <pc:sldChg chg="addSp delSp modSp add mod">
        <pc:chgData name="Xin Luo" userId="82312ee5779919a4" providerId="LiveId" clId="{C61A3064-79B6-C04E-96BC-25A14B9EC5E9}" dt="2025-05-09T10:58:06.880" v="1352" actId="1036"/>
        <pc:sldMkLst>
          <pc:docMk/>
          <pc:sldMk cId="1254623858" sldId="2775"/>
        </pc:sldMkLst>
        <pc:spChg chg="add mod">
          <ac:chgData name="Xin Luo" userId="82312ee5779919a4" providerId="LiveId" clId="{C61A3064-79B6-C04E-96BC-25A14B9EC5E9}" dt="2025-05-09T10:58:06.880" v="1352" actId="1036"/>
          <ac:spMkLst>
            <pc:docMk/>
            <pc:sldMk cId="1254623858" sldId="2775"/>
            <ac:spMk id="5" creationId="{FF6A2CE6-BB08-6E71-1478-0D19605E2814}"/>
          </ac:spMkLst>
        </pc:spChg>
        <pc:spChg chg="mod">
          <ac:chgData name="Xin Luo" userId="82312ee5779919a4" providerId="LiveId" clId="{C61A3064-79B6-C04E-96BC-25A14B9EC5E9}" dt="2025-05-09T10:57:48.461" v="1325" actId="1035"/>
          <ac:spMkLst>
            <pc:docMk/>
            <pc:sldMk cId="1254623858" sldId="2775"/>
            <ac:spMk id="7" creationId="{0F62DBF6-98A5-1A50-E883-A4DC53AB52B9}"/>
          </ac:spMkLst>
        </pc:spChg>
      </pc:sldChg>
      <pc:sldChg chg="addSp delSp modSp add mod ord">
        <pc:chgData name="Xin Luo" userId="82312ee5779919a4" providerId="LiveId" clId="{C61A3064-79B6-C04E-96BC-25A14B9EC5E9}" dt="2025-05-09T10:57:31.858" v="1310" actId="1076"/>
        <pc:sldMkLst>
          <pc:docMk/>
          <pc:sldMk cId="2703268884" sldId="2776"/>
        </pc:sldMkLst>
      </pc:sldChg>
    </pc:docChg>
  </pc:docChgLst>
  <pc:docChgLst>
    <pc:chgData name="Xin Luo" userId="82312ee5779919a4" providerId="LiveId" clId="{D28526AD-BB72-0B4E-9638-04907E1F3622}"/>
    <pc:docChg chg="delSld modSld">
      <pc:chgData name="Xin Luo" userId="82312ee5779919a4" providerId="LiveId" clId="{D28526AD-BB72-0B4E-9638-04907E1F3622}" dt="2023-09-18T01:27:13.837" v="116" actId="2696"/>
      <pc:docMkLst>
        <pc:docMk/>
      </pc:docMkLst>
      <pc:sldChg chg="modSp mod">
        <pc:chgData name="Xin Luo" userId="82312ee5779919a4" providerId="LiveId" clId="{D28526AD-BB72-0B4E-9638-04907E1F3622}" dt="2023-09-18T01:27:09.604" v="115" actId="255"/>
        <pc:sldMkLst>
          <pc:docMk/>
          <pc:sldMk cId="1209572041" sldId="2722"/>
        </pc:sldMkLst>
      </pc:sldChg>
      <pc:sldChg chg="del">
        <pc:chgData name="Xin Luo" userId="82312ee5779919a4" providerId="LiveId" clId="{D28526AD-BB72-0B4E-9638-04907E1F3622}" dt="2023-09-18T01:27:13.837" v="116" actId="2696"/>
        <pc:sldMkLst>
          <pc:docMk/>
          <pc:sldMk cId="2476237792" sldId="2741"/>
        </pc:sldMkLst>
      </pc:sldChg>
    </pc:docChg>
  </pc:docChgLst>
  <pc:docChgLst>
    <pc:chgData name="Xin Luo" userId="82312ee5779919a4" providerId="LiveId" clId="{9073B790-108B-9A41-B544-91FBC3D671E5}"/>
    <pc:docChg chg="custSel delSld modSld sldOrd">
      <pc:chgData name="Xin Luo" userId="82312ee5779919a4" providerId="LiveId" clId="{9073B790-108B-9A41-B544-91FBC3D671E5}" dt="2025-05-08T15:08:38.626" v="318" actId="20578"/>
      <pc:docMkLst>
        <pc:docMk/>
      </pc:docMkLst>
      <pc:sldChg chg="modSp mod">
        <pc:chgData name="Xin Luo" userId="82312ee5779919a4" providerId="LiveId" clId="{9073B790-108B-9A41-B544-91FBC3D671E5}" dt="2025-05-08T15:07:42.200" v="225" actId="1076"/>
        <pc:sldMkLst>
          <pc:docMk/>
          <pc:sldMk cId="1576120367" sldId="2387"/>
        </pc:sldMkLst>
        <pc:spChg chg="mod">
          <ac:chgData name="Xin Luo" userId="82312ee5779919a4" providerId="LiveId" clId="{9073B790-108B-9A41-B544-91FBC3D671E5}" dt="2025-05-08T15:06:54.751" v="150" actId="20577"/>
          <ac:spMkLst>
            <pc:docMk/>
            <pc:sldMk cId="1576120367" sldId="2387"/>
            <ac:spMk id="5" creationId="{494DAA55-5621-28DB-D255-E0EBB6C6477B}"/>
          </ac:spMkLst>
        </pc:spChg>
        <pc:spChg chg="mod">
          <ac:chgData name="Xin Luo" userId="82312ee5779919a4" providerId="LiveId" clId="{9073B790-108B-9A41-B544-91FBC3D671E5}" dt="2025-05-08T15:07:42.200" v="225" actId="1076"/>
          <ac:spMkLst>
            <pc:docMk/>
            <pc:sldMk cId="1576120367" sldId="2387"/>
            <ac:spMk id="6" creationId="{00000000-0000-0000-0000-000000000000}"/>
          </ac:spMkLst>
        </pc:spChg>
        <pc:spChg chg="mod">
          <ac:chgData name="Xin Luo" userId="82312ee5779919a4" providerId="LiveId" clId="{9073B790-108B-9A41-B544-91FBC3D671E5}" dt="2025-05-08T15:07:25.228" v="194" actId="20577"/>
          <ac:spMkLst>
            <pc:docMk/>
            <pc:sldMk cId="1576120367" sldId="2387"/>
            <ac:spMk id="14" creationId="{00000000-0000-0000-0000-000000000000}"/>
          </ac:spMkLst>
        </pc:spChg>
      </pc:sldChg>
      <pc:sldChg chg="modSp mod">
        <pc:chgData name="Xin Luo" userId="82312ee5779919a4" providerId="LiveId" clId="{9073B790-108B-9A41-B544-91FBC3D671E5}" dt="2025-05-08T15:07:54.688" v="256" actId="20577"/>
        <pc:sldMkLst>
          <pc:docMk/>
          <pc:sldMk cId="2415901206" sldId="2447"/>
        </pc:sldMkLst>
        <pc:spChg chg="mod">
          <ac:chgData name="Xin Luo" userId="82312ee5779919a4" providerId="LiveId" clId="{9073B790-108B-9A41-B544-91FBC3D671E5}" dt="2025-05-08T15:07:54.688" v="256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mod">
        <pc:chgData name="Xin Luo" userId="82312ee5779919a4" providerId="LiveId" clId="{9073B790-108B-9A41-B544-91FBC3D671E5}" dt="2025-05-08T15:06:05.338" v="98" actId="20577"/>
        <pc:sldMkLst>
          <pc:docMk/>
          <pc:sldMk cId="1658607177" sldId="2708"/>
        </pc:sldMkLst>
        <pc:spChg chg="mod">
          <ac:chgData name="Xin Luo" userId="82312ee5779919a4" providerId="LiveId" clId="{9073B790-108B-9A41-B544-91FBC3D671E5}" dt="2025-05-08T15:06:05.338" v="98" actId="20577"/>
          <ac:spMkLst>
            <pc:docMk/>
            <pc:sldMk cId="1658607177" sldId="2708"/>
            <ac:spMk id="3" creationId="{E375549C-74EF-2C8F-6432-2C52B803FB1B}"/>
          </ac:spMkLst>
        </pc:spChg>
        <pc:spChg chg="mod">
          <ac:chgData name="Xin Luo" userId="82312ee5779919a4" providerId="LiveId" clId="{9073B790-108B-9A41-B544-91FBC3D671E5}" dt="2025-05-08T15:05:53.449" v="82" actId="20577"/>
          <ac:spMkLst>
            <pc:docMk/>
            <pc:sldMk cId="1658607177" sldId="2708"/>
            <ac:spMk id="24" creationId="{00000000-0000-0000-0000-000000000000}"/>
          </ac:spMkLst>
        </pc:spChg>
      </pc:sldChg>
      <pc:sldChg chg="modSp mod">
        <pc:chgData name="Xin Luo" userId="82312ee5779919a4" providerId="LiveId" clId="{9073B790-108B-9A41-B544-91FBC3D671E5}" dt="2025-05-08T15:08:09.867" v="289" actId="20577"/>
        <pc:sldMkLst>
          <pc:docMk/>
          <pc:sldMk cId="481122590" sldId="2709"/>
        </pc:sldMkLst>
        <pc:spChg chg="mod">
          <ac:chgData name="Xin Luo" userId="82312ee5779919a4" providerId="LiveId" clId="{9073B790-108B-9A41-B544-91FBC3D671E5}" dt="2025-05-08T15:08:09.867" v="289" actId="20577"/>
          <ac:spMkLst>
            <pc:docMk/>
            <pc:sldMk cId="481122590" sldId="2709"/>
            <ac:spMk id="7" creationId="{00000000-0000-0000-0000-000000000000}"/>
          </ac:spMkLst>
        </pc:spChg>
      </pc:sldChg>
      <pc:sldChg chg="ord">
        <pc:chgData name="Xin Luo" userId="82312ee5779919a4" providerId="LiveId" clId="{9073B790-108B-9A41-B544-91FBC3D671E5}" dt="2025-05-08T15:08:38.626" v="318" actId="20578"/>
        <pc:sldMkLst>
          <pc:docMk/>
          <pc:sldMk cId="3833073590" sldId="2716"/>
        </pc:sldMkLst>
      </pc:sldChg>
      <pc:sldChg chg="modSp mod">
        <pc:chgData name="Xin Luo" userId="82312ee5779919a4" providerId="LiveId" clId="{9073B790-108B-9A41-B544-91FBC3D671E5}" dt="2025-05-08T15:08:23.041" v="317" actId="20577"/>
        <pc:sldMkLst>
          <pc:docMk/>
          <pc:sldMk cId="972163772" sldId="2720"/>
        </pc:sldMkLst>
      </pc:sldChg>
      <pc:sldChg chg="del">
        <pc:chgData name="Xin Luo" userId="82312ee5779919a4" providerId="LiveId" clId="{9073B790-108B-9A41-B544-91FBC3D671E5}" dt="2025-05-08T15:05:09.672" v="25" actId="2696"/>
        <pc:sldMkLst>
          <pc:docMk/>
          <pc:sldMk cId="1209572041" sldId="2722"/>
        </pc:sldMkLst>
      </pc:sldChg>
      <pc:sldChg chg="ord">
        <pc:chgData name="Xin Luo" userId="82312ee5779919a4" providerId="LiveId" clId="{9073B790-108B-9A41-B544-91FBC3D671E5}" dt="2025-05-08T15:08:38.626" v="318" actId="20578"/>
        <pc:sldMkLst>
          <pc:docMk/>
          <pc:sldMk cId="2371836296" sldId="2756"/>
        </pc:sldMkLst>
      </pc:sldChg>
      <pc:sldChg chg="ord">
        <pc:chgData name="Xin Luo" userId="82312ee5779919a4" providerId="LiveId" clId="{9073B790-108B-9A41-B544-91FBC3D671E5}" dt="2025-05-08T15:08:38.626" v="318" actId="20578"/>
        <pc:sldMkLst>
          <pc:docMk/>
          <pc:sldMk cId="397779649" sldId="2757"/>
        </pc:sldMkLst>
      </pc:sldChg>
      <pc:sldChg chg="del">
        <pc:chgData name="Xin Luo" userId="82312ee5779919a4" providerId="LiveId" clId="{9073B790-108B-9A41-B544-91FBC3D671E5}" dt="2025-05-08T15:04:45.007" v="0" actId="2696"/>
        <pc:sldMkLst>
          <pc:docMk/>
          <pc:sldMk cId="472418319" sldId="2759"/>
        </pc:sldMkLst>
      </pc:sldChg>
      <pc:sldChg chg="modSp mod">
        <pc:chgData name="Xin Luo" userId="82312ee5779919a4" providerId="LiveId" clId="{9073B790-108B-9A41-B544-91FBC3D671E5}" dt="2025-05-08T15:05:06.820" v="23" actId="14100"/>
        <pc:sldMkLst>
          <pc:docMk/>
          <pc:sldMk cId="1125183986" sldId="2760"/>
        </pc:sldMkLst>
      </pc:sldChg>
      <pc:sldChg chg="del">
        <pc:chgData name="Xin Luo" userId="82312ee5779919a4" providerId="LiveId" clId="{9073B790-108B-9A41-B544-91FBC3D671E5}" dt="2025-05-08T15:05:09.671" v="24" actId="2696"/>
        <pc:sldMkLst>
          <pc:docMk/>
          <pc:sldMk cId="1417780723" sldId="2761"/>
        </pc:sldMkLst>
      </pc:sldChg>
    </pc:docChg>
  </pc:docChgLst>
  <pc:docChgLst>
    <pc:chgData name="Xin Luo" userId="82312ee5779919a4" providerId="LiveId" clId="{A508F461-0D73-864F-B88A-277BCD613B0A}"/>
    <pc:docChg chg="modSld">
      <pc:chgData name="Xin Luo" userId="82312ee5779919a4" providerId="LiveId" clId="{A508F461-0D73-864F-B88A-277BCD613B0A}" dt="2023-09-11T02:08:48.074" v="121" actId="1076"/>
      <pc:docMkLst>
        <pc:docMk/>
      </pc:docMkLst>
      <pc:sldChg chg="modSp mod">
        <pc:chgData name="Xin Luo" userId="82312ee5779919a4" providerId="LiveId" clId="{A508F461-0D73-864F-B88A-277BCD613B0A}" dt="2023-09-11T01:25:36.157" v="49" actId="255"/>
        <pc:sldMkLst>
          <pc:docMk/>
          <pc:sldMk cId="1209572041" sldId="2722"/>
        </pc:sldMkLst>
      </pc:sldChg>
      <pc:sldChg chg="modSp mod">
        <pc:chgData name="Xin Luo" userId="82312ee5779919a4" providerId="LiveId" clId="{A508F461-0D73-864F-B88A-277BCD613B0A}" dt="2023-09-11T02:08:48.074" v="121" actId="1076"/>
        <pc:sldMkLst>
          <pc:docMk/>
          <pc:sldMk cId="3151170836" sldId="2742"/>
        </pc:sldMkLst>
      </pc:sldChg>
      <pc:sldChg chg="modSp mod">
        <pc:chgData name="Xin Luo" userId="82312ee5779919a4" providerId="LiveId" clId="{A508F461-0D73-864F-B88A-277BCD613B0A}" dt="2023-09-11T01:24:19.474" v="26" actId="255"/>
        <pc:sldMkLst>
          <pc:docMk/>
          <pc:sldMk cId="3741103209" sldId="2745"/>
        </pc:sldMkLst>
      </pc:sldChg>
      <pc:sldChg chg="modSp mod">
        <pc:chgData name="Xin Luo" userId="82312ee5779919a4" providerId="LiveId" clId="{A508F461-0D73-864F-B88A-277BCD613B0A}" dt="2023-09-11T01:25:10.921" v="46" actId="1035"/>
        <pc:sldMkLst>
          <pc:docMk/>
          <pc:sldMk cId="2081473989" sldId="2748"/>
        </pc:sldMkLst>
      </pc:sldChg>
      <pc:sldChg chg="modSp mod">
        <pc:chgData name="Xin Luo" userId="82312ee5779919a4" providerId="LiveId" clId="{A508F461-0D73-864F-B88A-277BCD613B0A}" dt="2023-09-11T01:23:28.376" v="25" actId="1037"/>
        <pc:sldMkLst>
          <pc:docMk/>
          <pc:sldMk cId="2927474256" sldId="2754"/>
        </pc:sldMkLst>
      </pc:sldChg>
    </pc:docChg>
  </pc:docChgLst>
  <pc:docChgLst>
    <pc:chgData name="Xin Luo" userId="82312ee5779919a4" providerId="LiveId" clId="{4807F875-6F75-AB41-83F0-5AE490FE2F1C}"/>
    <pc:docChg chg="custSel addSld modSld">
      <pc:chgData name="Xin Luo" userId="82312ee5779919a4" providerId="LiveId" clId="{4807F875-6F75-AB41-83F0-5AE490FE2F1C}" dt="2023-09-13T14:07:01.122" v="8" actId="1076"/>
      <pc:docMkLst>
        <pc:docMk/>
      </pc:docMkLst>
      <pc:sldChg chg="addSp delSp modSp mod">
        <pc:chgData name="Xin Luo" userId="82312ee5779919a4" providerId="LiveId" clId="{4807F875-6F75-AB41-83F0-5AE490FE2F1C}" dt="2023-09-13T14:06:41.345" v="2" actId="478"/>
        <pc:sldMkLst>
          <pc:docMk/>
          <pc:sldMk cId="3741103209" sldId="2745"/>
        </pc:sldMkLst>
      </pc:sldChg>
      <pc:sldChg chg="modSp add mod">
        <pc:chgData name="Xin Luo" userId="82312ee5779919a4" providerId="LiveId" clId="{4807F875-6F75-AB41-83F0-5AE490FE2F1C}" dt="2023-09-13T14:07:01.122" v="8" actId="1076"/>
        <pc:sldMkLst>
          <pc:docMk/>
          <pc:sldMk cId="1878724924" sldId="2758"/>
        </pc:sldMkLst>
      </pc:sldChg>
    </pc:docChg>
  </pc:docChgLst>
  <pc:docChgLst>
    <pc:chgData name="Xin Luo" userId="82312ee5779919a4" providerId="LiveId" clId="{ABECCF1F-1CAA-3A42-9710-47D9CB1C5B21}"/>
    <pc:docChg chg="undo custSel addSld modSld sldOrd">
      <pc:chgData name="Xin Luo" userId="82312ee5779919a4" providerId="LiveId" clId="{ABECCF1F-1CAA-3A42-9710-47D9CB1C5B21}" dt="2023-08-21T09:31:16.266" v="879" actId="20577"/>
      <pc:docMkLst>
        <pc:docMk/>
      </pc:docMkLst>
      <pc:sldChg chg="modSp mod">
        <pc:chgData name="Xin Luo" userId="82312ee5779919a4" providerId="LiveId" clId="{ABECCF1F-1CAA-3A42-9710-47D9CB1C5B21}" dt="2023-08-21T02:55:15.471" v="67" actId="20577"/>
        <pc:sldMkLst>
          <pc:docMk/>
          <pc:sldMk cId="1576120367" sldId="2387"/>
        </pc:sldMkLst>
      </pc:sldChg>
      <pc:sldChg chg="modSp mod">
        <pc:chgData name="Xin Luo" userId="82312ee5779919a4" providerId="LiveId" clId="{ABECCF1F-1CAA-3A42-9710-47D9CB1C5B21}" dt="2023-08-21T03:50:02.826" v="70" actId="14100"/>
        <pc:sldMkLst>
          <pc:docMk/>
          <pc:sldMk cId="3833073590" sldId="2716"/>
        </pc:sldMkLst>
      </pc:sldChg>
      <pc:sldChg chg="addSp delSp modSp mod">
        <pc:chgData name="Xin Luo" userId="82312ee5779919a4" providerId="LiveId" clId="{ABECCF1F-1CAA-3A42-9710-47D9CB1C5B21}" dt="2023-08-21T03:52:56.239" v="118"/>
        <pc:sldMkLst>
          <pc:docMk/>
          <pc:sldMk cId="2776132283" sldId="2739"/>
        </pc:sldMkLst>
      </pc:sldChg>
      <pc:sldChg chg="addSp modSp mod ord">
        <pc:chgData name="Xin Luo" userId="82312ee5779919a4" providerId="LiveId" clId="{ABECCF1F-1CAA-3A42-9710-47D9CB1C5B21}" dt="2023-08-21T07:26:51.742" v="177" actId="20578"/>
        <pc:sldMkLst>
          <pc:docMk/>
          <pc:sldMk cId="4194482579" sldId="2743"/>
        </pc:sldMkLst>
      </pc:sldChg>
      <pc:sldChg chg="addSp delSp modSp add mod">
        <pc:chgData name="Xin Luo" userId="82312ee5779919a4" providerId="LiveId" clId="{ABECCF1F-1CAA-3A42-9710-47D9CB1C5B21}" dt="2023-08-21T07:50:33.166" v="356" actId="20577"/>
        <pc:sldMkLst>
          <pc:docMk/>
          <pc:sldMk cId="738332523" sldId="2751"/>
        </pc:sldMkLst>
      </pc:sldChg>
      <pc:sldChg chg="addSp delSp modSp add mod">
        <pc:chgData name="Xin Luo" userId="82312ee5779919a4" providerId="LiveId" clId="{ABECCF1F-1CAA-3A42-9710-47D9CB1C5B21}" dt="2023-08-21T07:50:29.891" v="352" actId="20577"/>
        <pc:sldMkLst>
          <pc:docMk/>
          <pc:sldMk cId="3189639985" sldId="2752"/>
        </pc:sldMkLst>
      </pc:sldChg>
      <pc:sldChg chg="addSp delSp modSp add mod">
        <pc:chgData name="Xin Luo" userId="82312ee5779919a4" providerId="LiveId" clId="{ABECCF1F-1CAA-3A42-9710-47D9CB1C5B21}" dt="2023-08-21T08:59:24.857" v="602" actId="478"/>
        <pc:sldMkLst>
          <pc:docMk/>
          <pc:sldMk cId="2878944048" sldId="2753"/>
        </pc:sldMkLst>
      </pc:sldChg>
      <pc:sldChg chg="addSp delSp modSp add mod">
        <pc:chgData name="Xin Luo" userId="82312ee5779919a4" providerId="LiveId" clId="{ABECCF1F-1CAA-3A42-9710-47D9CB1C5B21}" dt="2023-08-21T09:09:03.859" v="781" actId="14100"/>
        <pc:sldMkLst>
          <pc:docMk/>
          <pc:sldMk cId="2927474256" sldId="2754"/>
        </pc:sldMkLst>
      </pc:sldChg>
      <pc:sldChg chg="delSp modSp add mod">
        <pc:chgData name="Xin Luo" userId="82312ee5779919a4" providerId="LiveId" clId="{ABECCF1F-1CAA-3A42-9710-47D9CB1C5B21}" dt="2023-08-21T09:31:16.266" v="879" actId="20577"/>
        <pc:sldMkLst>
          <pc:docMk/>
          <pc:sldMk cId="3593416967" sldId="2755"/>
        </pc:sldMkLst>
      </pc:sldChg>
    </pc:docChg>
  </pc:docChgLst>
  <pc:docChgLst>
    <pc:chgData name="Xin Luo" userId="82312ee5779919a4" providerId="LiveId" clId="{98EC8ECB-A80D-1449-ACFE-0D931F29C13A}"/>
    <pc:docChg chg="undo custSel addSld delSld modSld">
      <pc:chgData name="Xin Luo" userId="82312ee5779919a4" providerId="LiveId" clId="{98EC8ECB-A80D-1449-ACFE-0D931F29C13A}" dt="2023-02-23T15:47:30.471" v="734" actId="478"/>
      <pc:docMkLst>
        <pc:docMk/>
      </pc:docMkLst>
      <pc:sldChg chg="modSp mod">
        <pc:chgData name="Xin Luo" userId="82312ee5779919a4" providerId="LiveId" clId="{98EC8ECB-A80D-1449-ACFE-0D931F29C13A}" dt="2023-02-23T15:07:38.481" v="282" actId="20577"/>
        <pc:sldMkLst>
          <pc:docMk/>
          <pc:sldMk cId="1576120367" sldId="2387"/>
        </pc:sldMkLst>
      </pc:sldChg>
      <pc:sldChg chg="modSp mod">
        <pc:chgData name="Xin Luo" userId="82312ee5779919a4" providerId="LiveId" clId="{98EC8ECB-A80D-1449-ACFE-0D931F29C13A}" dt="2023-02-23T15:23:38.561" v="288" actId="20577"/>
        <pc:sldMkLst>
          <pc:docMk/>
          <pc:sldMk cId="2415901206" sldId="2447"/>
        </pc:sldMkLst>
      </pc:sldChg>
      <pc:sldChg chg="addSp delSp modSp mod">
        <pc:chgData name="Xin Luo" userId="82312ee5779919a4" providerId="LiveId" clId="{98EC8ECB-A80D-1449-ACFE-0D931F29C13A}" dt="2023-02-23T15:32:00.813" v="490" actId="20577"/>
        <pc:sldMkLst>
          <pc:docMk/>
          <pc:sldMk cId="4067577602" sldId="2605"/>
        </pc:sldMkLst>
      </pc:sldChg>
      <pc:sldChg chg="modSp mod">
        <pc:chgData name="Xin Luo" userId="82312ee5779919a4" providerId="LiveId" clId="{98EC8ECB-A80D-1449-ACFE-0D931F29C13A}" dt="2023-02-23T15:03:54.789" v="48" actId="20577"/>
        <pc:sldMkLst>
          <pc:docMk/>
          <pc:sldMk cId="1658607177" sldId="2708"/>
        </pc:sldMkLst>
      </pc:sldChg>
      <pc:sldChg chg="modSp mod">
        <pc:chgData name="Xin Luo" userId="82312ee5779919a4" providerId="LiveId" clId="{98EC8ECB-A80D-1449-ACFE-0D931F29C13A}" dt="2023-02-23T15:46:16.929" v="710" actId="20577"/>
        <pc:sldMkLst>
          <pc:docMk/>
          <pc:sldMk cId="481122590" sldId="2709"/>
        </pc:sldMkLst>
      </pc:sldChg>
      <pc:sldChg chg="modSp mod">
        <pc:chgData name="Xin Luo" userId="82312ee5779919a4" providerId="LiveId" clId="{98EC8ECB-A80D-1449-ACFE-0D931F29C13A}" dt="2023-02-23T15:46:36.362" v="717" actId="20577"/>
        <pc:sldMkLst>
          <pc:docMk/>
          <pc:sldMk cId="3833073590" sldId="2716"/>
        </pc:sldMkLst>
      </pc:sldChg>
      <pc:sldChg chg="modSp mod">
        <pc:chgData name="Xin Luo" userId="82312ee5779919a4" providerId="LiveId" clId="{98EC8ECB-A80D-1449-ACFE-0D931F29C13A}" dt="2023-02-23T15:47:08.933" v="728" actId="20577"/>
        <pc:sldMkLst>
          <pc:docMk/>
          <pc:sldMk cId="972163772" sldId="2720"/>
        </pc:sldMkLst>
      </pc:sldChg>
      <pc:sldChg chg="modSp mod">
        <pc:chgData name="Xin Luo" userId="82312ee5779919a4" providerId="LiveId" clId="{98EC8ECB-A80D-1449-ACFE-0D931F29C13A}" dt="2023-02-23T15:47:17.016" v="729"/>
        <pc:sldMkLst>
          <pc:docMk/>
          <pc:sldMk cId="2689695864" sldId="2721"/>
        </pc:sldMkLst>
      </pc:sldChg>
      <pc:sldChg chg="delSp modSp mod">
        <pc:chgData name="Xin Luo" userId="82312ee5779919a4" providerId="LiveId" clId="{98EC8ECB-A80D-1449-ACFE-0D931F29C13A}" dt="2023-02-23T15:47:30.471" v="734" actId="478"/>
        <pc:sldMkLst>
          <pc:docMk/>
          <pc:sldMk cId="1209572041" sldId="2722"/>
        </pc:sldMkLst>
      </pc:sldChg>
      <pc:sldChg chg="del">
        <pc:chgData name="Xin Luo" userId="82312ee5779919a4" providerId="LiveId" clId="{98EC8ECB-A80D-1449-ACFE-0D931F29C13A}" dt="2023-02-23T15:46:08.434" v="701" actId="2696"/>
        <pc:sldMkLst>
          <pc:docMk/>
          <pc:sldMk cId="353940032" sldId="2725"/>
        </pc:sldMkLst>
      </pc:sldChg>
      <pc:sldChg chg="del">
        <pc:chgData name="Xin Luo" userId="82312ee5779919a4" providerId="LiveId" clId="{98EC8ECB-A80D-1449-ACFE-0D931F29C13A}" dt="2023-02-23T15:46:08.455" v="709" actId="2696"/>
        <pc:sldMkLst>
          <pc:docMk/>
          <pc:sldMk cId="45083394" sldId="2726"/>
        </pc:sldMkLst>
      </pc:sldChg>
      <pc:sldChg chg="del">
        <pc:chgData name="Xin Luo" userId="82312ee5779919a4" providerId="LiveId" clId="{98EC8ECB-A80D-1449-ACFE-0D931F29C13A}" dt="2023-02-23T15:46:08.437" v="702" actId="2696"/>
        <pc:sldMkLst>
          <pc:docMk/>
          <pc:sldMk cId="148985918" sldId="2727"/>
        </pc:sldMkLst>
      </pc:sldChg>
      <pc:sldChg chg="del">
        <pc:chgData name="Xin Luo" userId="82312ee5779919a4" providerId="LiveId" clId="{98EC8ECB-A80D-1449-ACFE-0D931F29C13A}" dt="2023-02-23T15:46:08.445" v="706" actId="2696"/>
        <pc:sldMkLst>
          <pc:docMk/>
          <pc:sldMk cId="3544980656" sldId="2728"/>
        </pc:sldMkLst>
      </pc:sldChg>
      <pc:sldChg chg="del">
        <pc:chgData name="Xin Luo" userId="82312ee5779919a4" providerId="LiveId" clId="{98EC8ECB-A80D-1449-ACFE-0D931F29C13A}" dt="2023-02-23T15:46:08.448" v="708" actId="2696"/>
        <pc:sldMkLst>
          <pc:docMk/>
          <pc:sldMk cId="1664139585" sldId="2729"/>
        </pc:sldMkLst>
      </pc:sldChg>
      <pc:sldChg chg="del">
        <pc:chgData name="Xin Luo" userId="82312ee5779919a4" providerId="LiveId" clId="{98EC8ECB-A80D-1449-ACFE-0D931F29C13A}" dt="2023-02-23T15:46:08.446" v="707" actId="2696"/>
        <pc:sldMkLst>
          <pc:docMk/>
          <pc:sldMk cId="3561803108" sldId="2730"/>
        </pc:sldMkLst>
      </pc:sldChg>
      <pc:sldChg chg="del">
        <pc:chgData name="Xin Luo" userId="82312ee5779919a4" providerId="LiveId" clId="{98EC8ECB-A80D-1449-ACFE-0D931F29C13A}" dt="2023-02-23T15:46:08.439" v="703" actId="2696"/>
        <pc:sldMkLst>
          <pc:docMk/>
          <pc:sldMk cId="236610701" sldId="2731"/>
        </pc:sldMkLst>
      </pc:sldChg>
      <pc:sldChg chg="del">
        <pc:chgData name="Xin Luo" userId="82312ee5779919a4" providerId="LiveId" clId="{98EC8ECB-A80D-1449-ACFE-0D931F29C13A}" dt="2023-02-23T15:46:08.441" v="704" actId="2696"/>
        <pc:sldMkLst>
          <pc:docMk/>
          <pc:sldMk cId="1986913413" sldId="2732"/>
        </pc:sldMkLst>
      </pc:sldChg>
      <pc:sldChg chg="del">
        <pc:chgData name="Xin Luo" userId="82312ee5779919a4" providerId="LiveId" clId="{98EC8ECB-A80D-1449-ACFE-0D931F29C13A}" dt="2023-02-23T15:46:08.443" v="705" actId="2696"/>
        <pc:sldMkLst>
          <pc:docMk/>
          <pc:sldMk cId="270311508" sldId="2733"/>
        </pc:sldMkLst>
      </pc:sldChg>
      <pc:sldChg chg="del">
        <pc:chgData name="Xin Luo" userId="82312ee5779919a4" providerId="LiveId" clId="{98EC8ECB-A80D-1449-ACFE-0D931F29C13A}" dt="2023-02-23T15:47:22.827" v="730" actId="2696"/>
        <pc:sldMkLst>
          <pc:docMk/>
          <pc:sldMk cId="3138813826" sldId="2734"/>
        </pc:sldMkLst>
      </pc:sldChg>
      <pc:sldChg chg="del">
        <pc:chgData name="Xin Luo" userId="82312ee5779919a4" providerId="LiveId" clId="{98EC8ECB-A80D-1449-ACFE-0D931F29C13A}" dt="2023-02-23T15:47:22.864" v="732" actId="2696"/>
        <pc:sldMkLst>
          <pc:docMk/>
          <pc:sldMk cId="128317883" sldId="2735"/>
        </pc:sldMkLst>
      </pc:sldChg>
      <pc:sldChg chg="del">
        <pc:chgData name="Xin Luo" userId="82312ee5779919a4" providerId="LiveId" clId="{98EC8ECB-A80D-1449-ACFE-0D931F29C13A}" dt="2023-02-23T15:47:22.829" v="731" actId="2696"/>
        <pc:sldMkLst>
          <pc:docMk/>
          <pc:sldMk cId="383906436" sldId="2736"/>
        </pc:sldMkLst>
      </pc:sldChg>
      <pc:sldChg chg="addSp delSp modSp add mod">
        <pc:chgData name="Xin Luo" userId="82312ee5779919a4" providerId="LiveId" clId="{98EC8ECB-A80D-1449-ACFE-0D931F29C13A}" dt="2023-02-23T15:45:27.987" v="683" actId="1037"/>
        <pc:sldMkLst>
          <pc:docMk/>
          <pc:sldMk cId="655142816" sldId="2737"/>
        </pc:sldMkLst>
      </pc:sldChg>
    </pc:docChg>
  </pc:docChgLst>
  <pc:docChgLst>
    <pc:chgData name="Xin Luo" userId="82312ee5779919a4" providerId="LiveId" clId="{9DD00C57-1E20-5F45-A5A7-A6F833EE305E}"/>
    <pc:docChg chg="custSel delSld modSld">
      <pc:chgData name="Xin Luo" userId="82312ee5779919a4" providerId="LiveId" clId="{9DD00C57-1E20-5F45-A5A7-A6F833EE305E}" dt="2024-04-05T07:56:38.877" v="69" actId="2696"/>
      <pc:docMkLst>
        <pc:docMk/>
      </pc:docMkLst>
      <pc:sldChg chg="del">
        <pc:chgData name="Xin Luo" userId="82312ee5779919a4" providerId="LiveId" clId="{9DD00C57-1E20-5F45-A5A7-A6F833EE305E}" dt="2024-04-05T07:51:34.265" v="18" actId="2696"/>
        <pc:sldMkLst>
          <pc:docMk/>
          <pc:sldMk cId="4067577602" sldId="2605"/>
        </pc:sldMkLst>
      </pc:sldChg>
      <pc:sldChg chg="modSp mod">
        <pc:chgData name="Xin Luo" userId="82312ee5779919a4" providerId="LiveId" clId="{9DD00C57-1E20-5F45-A5A7-A6F833EE305E}" dt="2024-04-05T07:42:36.104" v="17" actId="5793"/>
        <pc:sldMkLst>
          <pc:docMk/>
          <pc:sldMk cId="1658607177" sldId="2708"/>
        </pc:sldMkLst>
      </pc:sldChg>
      <pc:sldChg chg="modSp mod">
        <pc:chgData name="Xin Luo" userId="82312ee5779919a4" providerId="LiveId" clId="{9DD00C57-1E20-5F45-A5A7-A6F833EE305E}" dt="2024-04-05T07:52:08.536" v="62" actId="20577"/>
        <pc:sldMkLst>
          <pc:docMk/>
          <pc:sldMk cId="481122590" sldId="2709"/>
        </pc:sldMkLst>
      </pc:sldChg>
      <pc:sldChg chg="del">
        <pc:chgData name="Xin Luo" userId="82312ee5779919a4" providerId="LiveId" clId="{9DD00C57-1E20-5F45-A5A7-A6F833EE305E}" dt="2024-04-05T07:51:35.106" v="19" actId="2696"/>
        <pc:sldMkLst>
          <pc:docMk/>
          <pc:sldMk cId="655142816" sldId="2737"/>
        </pc:sldMkLst>
      </pc:sldChg>
      <pc:sldChg chg="del">
        <pc:chgData name="Xin Luo" userId="82312ee5779919a4" providerId="LiveId" clId="{9DD00C57-1E20-5F45-A5A7-A6F833EE305E}" dt="2024-04-05T07:56:34.386" v="63" actId="2696"/>
        <pc:sldMkLst>
          <pc:docMk/>
          <pc:sldMk cId="4156684215" sldId="2738"/>
        </pc:sldMkLst>
      </pc:sldChg>
      <pc:sldChg chg="del">
        <pc:chgData name="Xin Luo" userId="82312ee5779919a4" providerId="LiveId" clId="{9DD00C57-1E20-5F45-A5A7-A6F833EE305E}" dt="2024-04-05T07:56:38.877" v="69" actId="2696"/>
        <pc:sldMkLst>
          <pc:docMk/>
          <pc:sldMk cId="2776132283" sldId="2739"/>
        </pc:sldMkLst>
      </pc:sldChg>
      <pc:sldChg chg="del">
        <pc:chgData name="Xin Luo" userId="82312ee5779919a4" providerId="LiveId" clId="{9DD00C57-1E20-5F45-A5A7-A6F833EE305E}" dt="2024-04-05T07:51:37.161" v="20" actId="2696"/>
        <pc:sldMkLst>
          <pc:docMk/>
          <pc:sldMk cId="3151170836" sldId="2742"/>
        </pc:sldMkLst>
      </pc:sldChg>
      <pc:sldChg chg="del">
        <pc:chgData name="Xin Luo" userId="82312ee5779919a4" providerId="LiveId" clId="{9DD00C57-1E20-5F45-A5A7-A6F833EE305E}" dt="2024-04-05T07:56:34.962" v="64" actId="2696"/>
        <pc:sldMkLst>
          <pc:docMk/>
          <pc:sldMk cId="738332523" sldId="2751"/>
        </pc:sldMkLst>
      </pc:sldChg>
      <pc:sldChg chg="del">
        <pc:chgData name="Xin Luo" userId="82312ee5779919a4" providerId="LiveId" clId="{9DD00C57-1E20-5F45-A5A7-A6F833EE305E}" dt="2024-04-05T07:56:35.443" v="65" actId="2696"/>
        <pc:sldMkLst>
          <pc:docMk/>
          <pc:sldMk cId="3189639985" sldId="2752"/>
        </pc:sldMkLst>
      </pc:sldChg>
      <pc:sldChg chg="del">
        <pc:chgData name="Xin Luo" userId="82312ee5779919a4" providerId="LiveId" clId="{9DD00C57-1E20-5F45-A5A7-A6F833EE305E}" dt="2024-04-05T07:56:35.917" v="66" actId="2696"/>
        <pc:sldMkLst>
          <pc:docMk/>
          <pc:sldMk cId="2878944048" sldId="2753"/>
        </pc:sldMkLst>
      </pc:sldChg>
      <pc:sldChg chg="del">
        <pc:chgData name="Xin Luo" userId="82312ee5779919a4" providerId="LiveId" clId="{9DD00C57-1E20-5F45-A5A7-A6F833EE305E}" dt="2024-04-05T07:56:36.696" v="67" actId="2696"/>
        <pc:sldMkLst>
          <pc:docMk/>
          <pc:sldMk cId="2927474256" sldId="2754"/>
        </pc:sldMkLst>
      </pc:sldChg>
      <pc:sldChg chg="del">
        <pc:chgData name="Xin Luo" userId="82312ee5779919a4" providerId="LiveId" clId="{9DD00C57-1E20-5F45-A5A7-A6F833EE305E}" dt="2024-04-05T07:56:37.562" v="68" actId="2696"/>
        <pc:sldMkLst>
          <pc:docMk/>
          <pc:sldMk cId="3593416967" sldId="2755"/>
        </pc:sldMkLst>
      </pc:sldChg>
    </pc:docChg>
  </pc:docChgLst>
  <pc:docChgLst>
    <pc:chgData name="Xin Luo" userId="82312ee5779919a4" providerId="LiveId" clId="{7C35D78A-E8DF-394E-816A-D2222F18F092}"/>
    <pc:docChg chg="delSld modSld">
      <pc:chgData name="Xin Luo" userId="82312ee5779919a4" providerId="LiveId" clId="{7C35D78A-E8DF-394E-816A-D2222F18F092}" dt="2022-11-28T03:56:42.353" v="21" actId="2696"/>
      <pc:docMkLst>
        <pc:docMk/>
      </pc:docMkLst>
      <pc:sldChg chg="del">
        <pc:chgData name="Xin Luo" userId="82312ee5779919a4" providerId="LiveId" clId="{7C35D78A-E8DF-394E-816A-D2222F18F092}" dt="2022-11-28T03:56:38.106" v="20" actId="2696"/>
        <pc:sldMkLst>
          <pc:docMk/>
          <pc:sldMk cId="0" sldId="279"/>
        </pc:sldMkLst>
      </pc:sldChg>
      <pc:sldChg chg="modSp mod">
        <pc:chgData name="Xin Luo" userId="82312ee5779919a4" providerId="LiveId" clId="{7C35D78A-E8DF-394E-816A-D2222F18F092}" dt="2022-11-28T03:56:03.446" v="17" actId="20577"/>
        <pc:sldMkLst>
          <pc:docMk/>
          <pc:sldMk cId="1153920038" sldId="2206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0" sldId="2501"/>
        </pc:sldMkLst>
      </pc:sldChg>
      <pc:sldChg chg="del">
        <pc:chgData name="Xin Luo" userId="82312ee5779919a4" providerId="LiveId" clId="{7C35D78A-E8DF-394E-816A-D2222F18F092}" dt="2022-11-28T03:56:17.803" v="18" actId="2696"/>
        <pc:sldMkLst>
          <pc:docMk/>
          <pc:sldMk cId="2689840772" sldId="2604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392274363" sldId="2606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92605530" sldId="2607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432126823" sldId="2608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780969545" sldId="2609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351738911" sldId="2610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504723508" sldId="2611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63705705" sldId="261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070817833" sldId="265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2261973024" sldId="2686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1836653143" sldId="2688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715274259" sldId="2690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906920652" sldId="2694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558234131" sldId="2697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507602036" sldId="2700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569668922" sldId="2703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693600848" sldId="2705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2447019445" sldId="2706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037020054" sldId="2707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446628750" sldId="2708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770366385" sldId="2709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1259562490" sldId="2710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573676958" sldId="2711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970267871" sldId="271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4061658258" sldId="2713"/>
        </pc:sldMkLst>
      </pc:sldChg>
      <pc:sldChg chg="del">
        <pc:chgData name="Xin Luo" userId="82312ee5779919a4" providerId="LiveId" clId="{7C35D78A-E8DF-394E-816A-D2222F18F092}" dt="2022-11-28T03:56:17.803" v="18" actId="2696"/>
        <pc:sldMkLst>
          <pc:docMk/>
          <pc:sldMk cId="2358282757" sldId="2714"/>
        </pc:sldMkLst>
      </pc:sldChg>
    </pc:docChg>
  </pc:docChgLst>
  <pc:docChgLst>
    <pc:chgData name="Xin Luo" userId="82312ee5779919a4" providerId="LiveId" clId="{23920C8D-EBCE-A347-9C82-C14316D20539}"/>
    <pc:docChg chg="undo custSel addSld modSld">
      <pc:chgData name="Xin Luo" userId="82312ee5779919a4" providerId="LiveId" clId="{23920C8D-EBCE-A347-9C82-C14316D20539}" dt="2022-10-26T12:19:06.428" v="501" actId="767"/>
      <pc:docMkLst>
        <pc:docMk/>
      </pc:docMkLst>
      <pc:sldChg chg="modSp mod">
        <pc:chgData name="Xin Luo" userId="82312ee5779919a4" providerId="LiveId" clId="{23920C8D-EBCE-A347-9C82-C14316D20539}" dt="2022-10-10T01:06:29.261" v="368" actId="404"/>
        <pc:sldMkLst>
          <pc:docMk/>
          <pc:sldMk cId="1576120367" sldId="2387"/>
        </pc:sldMkLst>
      </pc:sldChg>
      <pc:sldChg chg="modSp mod">
        <pc:chgData name="Xin Luo" userId="82312ee5779919a4" providerId="LiveId" clId="{23920C8D-EBCE-A347-9C82-C14316D20539}" dt="2022-10-10T01:06:39.449" v="369" actId="403"/>
        <pc:sldMkLst>
          <pc:docMk/>
          <pc:sldMk cId="2415901206" sldId="2447"/>
        </pc:sldMkLst>
      </pc:sldChg>
      <pc:sldChg chg="addSp delSp modSp mod">
        <pc:chgData name="Xin Luo" userId="82312ee5779919a4" providerId="LiveId" clId="{23920C8D-EBCE-A347-9C82-C14316D20539}" dt="2022-10-26T11:18:20.490" v="500"/>
        <pc:sldMkLst>
          <pc:docMk/>
          <pc:sldMk cId="2689840772" sldId="2604"/>
        </pc:sldMkLst>
      </pc:sldChg>
      <pc:sldChg chg="modSp mod">
        <pc:chgData name="Xin Luo" userId="82312ee5779919a4" providerId="LiveId" clId="{23920C8D-EBCE-A347-9C82-C14316D20539}" dt="2022-10-25T11:53:23.523" v="402" actId="207"/>
        <pc:sldMkLst>
          <pc:docMk/>
          <pc:sldMk cId="1392274363" sldId="2606"/>
        </pc:sldMkLst>
      </pc:sldChg>
      <pc:sldChg chg="modSp mod">
        <pc:chgData name="Xin Luo" userId="82312ee5779919a4" providerId="LiveId" clId="{23920C8D-EBCE-A347-9C82-C14316D20539}" dt="2022-10-25T12:03:26.240" v="414" actId="14100"/>
        <pc:sldMkLst>
          <pc:docMk/>
          <pc:sldMk cId="292605530" sldId="2607"/>
        </pc:sldMkLst>
      </pc:sldChg>
      <pc:sldChg chg="modSp mod">
        <pc:chgData name="Xin Luo" userId="82312ee5779919a4" providerId="LiveId" clId="{23920C8D-EBCE-A347-9C82-C14316D20539}" dt="2022-10-25T12:09:03.730" v="478" actId="1036"/>
        <pc:sldMkLst>
          <pc:docMk/>
          <pc:sldMk cId="2780969545" sldId="2609"/>
        </pc:sldMkLst>
      </pc:sldChg>
      <pc:sldChg chg="modSp mod">
        <pc:chgData name="Xin Luo" userId="82312ee5779919a4" providerId="LiveId" clId="{23920C8D-EBCE-A347-9C82-C14316D20539}" dt="2022-10-26T02:56:58.658" v="480" actId="207"/>
        <pc:sldMkLst>
          <pc:docMk/>
          <pc:sldMk cId="63705705" sldId="2612"/>
        </pc:sldMkLst>
      </pc:sldChg>
      <pc:sldChg chg="addSp modSp">
        <pc:chgData name="Xin Luo" userId="82312ee5779919a4" providerId="LiveId" clId="{23920C8D-EBCE-A347-9C82-C14316D20539}" dt="2022-10-26T12:19:06.428" v="501" actId="767"/>
        <pc:sldMkLst>
          <pc:docMk/>
          <pc:sldMk cId="963926578" sldId="2613"/>
        </pc:sldMkLst>
      </pc:sldChg>
      <pc:sldChg chg="modSp add mod">
        <pc:chgData name="Xin Luo" userId="82312ee5779919a4" providerId="LiveId" clId="{23920C8D-EBCE-A347-9C82-C14316D20539}" dt="2022-10-10T01:06:02.902" v="365" actId="403"/>
        <pc:sldMkLst>
          <pc:docMk/>
          <pc:sldMk cId="2358282757" sldId="2714"/>
        </pc:sldMkLst>
      </pc:sldChg>
    </pc:docChg>
  </pc:docChgLst>
  <pc:docChgLst>
    <pc:chgData name="Xin Luo" userId="82312ee5779919a4" providerId="LiveId" clId="{A5D610E5-752B-7B4A-889B-D40C860DA0F0}"/>
    <pc:docChg chg="undo redo custSel addSld delSld modSld sldOrd">
      <pc:chgData name="Xin Luo" userId="82312ee5779919a4" providerId="LiveId" clId="{A5D610E5-752B-7B4A-889B-D40C860DA0F0}" dt="2025-05-31T15:06:11.065" v="3108" actId="1038"/>
      <pc:docMkLst>
        <pc:docMk/>
      </pc:docMkLst>
      <pc:sldChg chg="modSp mod">
        <pc:chgData name="Xin Luo" userId="82312ee5779919a4" providerId="LiveId" clId="{A5D610E5-752B-7B4A-889B-D40C860DA0F0}" dt="2025-05-24T15:54:00.558" v="1895" actId="1036"/>
        <pc:sldMkLst>
          <pc:docMk/>
          <pc:sldMk cId="1576120367" sldId="2387"/>
        </pc:sldMkLst>
        <pc:spChg chg="mod">
          <ac:chgData name="Xin Luo" userId="82312ee5779919a4" providerId="LiveId" clId="{A5D610E5-752B-7B4A-889B-D40C860DA0F0}" dt="2025-05-08T15:13:36.832" v="125" actId="20577"/>
          <ac:spMkLst>
            <pc:docMk/>
            <pc:sldMk cId="1576120367" sldId="2387"/>
            <ac:spMk id="5" creationId="{494DAA55-5621-28DB-D255-E0EBB6C6477B}"/>
          </ac:spMkLst>
        </pc:spChg>
        <pc:spChg chg="mod">
          <ac:chgData name="Xin Luo" userId="82312ee5779919a4" providerId="LiveId" clId="{A5D610E5-752B-7B4A-889B-D40C860DA0F0}" dt="2025-05-08T15:12:58.461" v="107" actId="20577"/>
          <ac:spMkLst>
            <pc:docMk/>
            <pc:sldMk cId="1576120367" sldId="2387"/>
            <ac:spMk id="14" creationId="{00000000-0000-0000-0000-000000000000}"/>
          </ac:spMkLst>
        </pc:spChg>
        <pc:grpChg chg="mod">
          <ac:chgData name="Xin Luo" userId="82312ee5779919a4" providerId="LiveId" clId="{A5D610E5-752B-7B4A-889B-D40C860DA0F0}" dt="2025-05-24T15:54:00.558" v="1895" actId="1036"/>
          <ac:grpSpMkLst>
            <pc:docMk/>
            <pc:sldMk cId="1576120367" sldId="2387"/>
            <ac:grpSpMk id="2" creationId="{AFCAA61D-767A-24EA-9072-7425684288BB}"/>
          </ac:grpSpMkLst>
        </pc:grpChg>
        <pc:grpChg chg="mod">
          <ac:chgData name="Xin Luo" userId="82312ee5779919a4" providerId="LiveId" clId="{A5D610E5-752B-7B4A-889B-D40C860DA0F0}" dt="2025-05-24T15:54:00.558" v="1895" actId="1036"/>
          <ac:grpSpMkLst>
            <pc:docMk/>
            <pc:sldMk cId="1576120367" sldId="2387"/>
            <ac:grpSpMk id="3" creationId="{12ED16A1-79B8-7DB1-1CC1-250B051BAD58}"/>
          </ac:grpSpMkLst>
        </pc:grpChg>
      </pc:sldChg>
      <pc:sldChg chg="modSp mod">
        <pc:chgData name="Xin Luo" userId="82312ee5779919a4" providerId="LiveId" clId="{A5D610E5-752B-7B4A-889B-D40C860DA0F0}" dt="2025-05-08T15:14:31.896" v="150" actId="20577"/>
        <pc:sldMkLst>
          <pc:docMk/>
          <pc:sldMk cId="2415901206" sldId="2447"/>
        </pc:sldMkLst>
        <pc:spChg chg="mod">
          <ac:chgData name="Xin Luo" userId="82312ee5779919a4" providerId="LiveId" clId="{A5D610E5-752B-7B4A-889B-D40C860DA0F0}" dt="2025-05-08T15:14:31.896" v="150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mod">
        <pc:chgData name="Xin Luo" userId="82312ee5779919a4" providerId="LiveId" clId="{A5D610E5-752B-7B4A-889B-D40C860DA0F0}" dt="2025-05-08T15:12:24.990" v="38" actId="20577"/>
        <pc:sldMkLst>
          <pc:docMk/>
          <pc:sldMk cId="1658607177" sldId="2708"/>
        </pc:sldMkLst>
        <pc:spChg chg="mod">
          <ac:chgData name="Xin Luo" userId="82312ee5779919a4" providerId="LiveId" clId="{A5D610E5-752B-7B4A-889B-D40C860DA0F0}" dt="2025-05-08T15:12:24.990" v="38" actId="20577"/>
          <ac:spMkLst>
            <pc:docMk/>
            <pc:sldMk cId="1658607177" sldId="2708"/>
            <ac:spMk id="3" creationId="{E375549C-74EF-2C8F-6432-2C52B803FB1B}"/>
          </ac:spMkLst>
        </pc:spChg>
        <pc:spChg chg="mod">
          <ac:chgData name="Xin Luo" userId="82312ee5779919a4" providerId="LiveId" clId="{A5D610E5-752B-7B4A-889B-D40C860DA0F0}" dt="2025-05-08T15:12:20.641" v="34" actId="20577"/>
          <ac:spMkLst>
            <pc:docMk/>
            <pc:sldMk cId="1658607177" sldId="2708"/>
            <ac:spMk id="24" creationId="{00000000-0000-0000-0000-000000000000}"/>
          </ac:spMkLst>
        </pc:spChg>
      </pc:sldChg>
      <pc:sldChg chg="modSp mod">
        <pc:chgData name="Xin Luo" userId="82312ee5779919a4" providerId="LiveId" clId="{A5D610E5-752B-7B4A-889B-D40C860DA0F0}" dt="2025-05-08T15:14:38.806" v="166" actId="20577"/>
        <pc:sldMkLst>
          <pc:docMk/>
          <pc:sldMk cId="481122590" sldId="2709"/>
        </pc:sldMkLst>
        <pc:spChg chg="mod">
          <ac:chgData name="Xin Luo" userId="82312ee5779919a4" providerId="LiveId" clId="{A5D610E5-752B-7B4A-889B-D40C860DA0F0}" dt="2025-05-08T15:14:38.806" v="166" actId="20577"/>
          <ac:spMkLst>
            <pc:docMk/>
            <pc:sldMk cId="481122590" sldId="2709"/>
            <ac:spMk id="7" creationId="{00000000-0000-0000-0000-000000000000}"/>
          </ac:spMkLst>
        </pc:spChg>
      </pc:sldChg>
      <pc:sldChg chg="del">
        <pc:chgData name="Xin Luo" userId="82312ee5779919a4" providerId="LiveId" clId="{A5D610E5-752B-7B4A-889B-D40C860DA0F0}" dt="2025-05-08T15:18:36.427" v="198" actId="2696"/>
        <pc:sldMkLst>
          <pc:docMk/>
          <pc:sldMk cId="3833073590" sldId="2716"/>
        </pc:sldMkLst>
      </pc:sldChg>
      <pc:sldChg chg="modSp mod">
        <pc:chgData name="Xin Luo" userId="82312ee5779919a4" providerId="LiveId" clId="{A5D610E5-752B-7B4A-889B-D40C860DA0F0}" dt="2025-05-08T15:15:01.919" v="196" actId="20577"/>
        <pc:sldMkLst>
          <pc:docMk/>
          <pc:sldMk cId="972163772" sldId="2720"/>
        </pc:sldMkLst>
      </pc:sldChg>
      <pc:sldChg chg="del">
        <pc:chgData name="Xin Luo" userId="82312ee5779919a4" providerId="LiveId" clId="{A5D610E5-752B-7B4A-889B-D40C860DA0F0}" dt="2025-05-08T15:18:36.438" v="205" actId="2696"/>
        <pc:sldMkLst>
          <pc:docMk/>
          <pc:sldMk cId="2689695864" sldId="2721"/>
        </pc:sldMkLst>
      </pc:sldChg>
      <pc:sldChg chg="delSp modSp add del mod ord">
        <pc:chgData name="Xin Luo" userId="82312ee5779919a4" providerId="LiveId" clId="{A5D610E5-752B-7B4A-889B-D40C860DA0F0}" dt="2025-05-08T15:46:13.956" v="259" actId="2696"/>
        <pc:sldMkLst>
          <pc:docMk/>
          <pc:sldMk cId="2826444872" sldId="2723"/>
        </pc:sldMkLst>
      </pc:sldChg>
      <pc:sldChg chg="addSp delSp modSp add mod ord modNotesTx">
        <pc:chgData name="Xin Luo" userId="82312ee5779919a4" providerId="LiveId" clId="{A5D610E5-752B-7B4A-889B-D40C860DA0F0}" dt="2025-05-09T00:33:31.612" v="1867" actId="20577"/>
        <pc:sldMkLst>
          <pc:docMk/>
          <pc:sldMk cId="965496355" sldId="2726"/>
        </pc:sldMkLst>
        <pc:spChg chg="mod">
          <ac:chgData name="Xin Luo" userId="82312ee5779919a4" providerId="LiveId" clId="{A5D610E5-752B-7B4A-889B-D40C860DA0F0}" dt="2025-05-09T00:33:31.612" v="1867" actId="20577"/>
          <ac:spMkLst>
            <pc:docMk/>
            <pc:sldMk cId="965496355" sldId="2726"/>
            <ac:spMk id="2" creationId="{631AADB6-C88A-D817-4683-FC087E4E240F}"/>
          </ac:spMkLst>
        </pc:spChg>
        <pc:spChg chg="mod">
          <ac:chgData name="Xin Luo" userId="82312ee5779919a4" providerId="LiveId" clId="{A5D610E5-752B-7B4A-889B-D40C860DA0F0}" dt="2025-05-08T16:07:08.195" v="802" actId="20577"/>
          <ac:spMkLst>
            <pc:docMk/>
            <pc:sldMk cId="965496355" sldId="2726"/>
            <ac:spMk id="3" creationId="{00000000-0000-0000-0000-000000000000}"/>
          </ac:spMkLst>
        </pc:spChg>
        <pc:picChg chg="add mod">
          <ac:chgData name="Xin Luo" userId="82312ee5779919a4" providerId="LiveId" clId="{A5D610E5-752B-7B4A-889B-D40C860DA0F0}" dt="2025-05-08T23:45:36.462" v="1109" actId="14100"/>
          <ac:picMkLst>
            <pc:docMk/>
            <pc:sldMk cId="965496355" sldId="2726"/>
            <ac:picMk id="5" creationId="{6E043B62-585B-96D3-4608-3F7ED635812D}"/>
          </ac:picMkLst>
        </pc:picChg>
      </pc:sldChg>
      <pc:sldChg chg="del">
        <pc:chgData name="Xin Luo" userId="82312ee5779919a4" providerId="LiveId" clId="{A5D610E5-752B-7B4A-889B-D40C860DA0F0}" dt="2025-05-08T15:18:36.451" v="208" actId="2696"/>
        <pc:sldMkLst>
          <pc:docMk/>
          <pc:sldMk cId="2510358707" sldId="2740"/>
        </pc:sldMkLst>
      </pc:sldChg>
      <pc:sldChg chg="del">
        <pc:chgData name="Xin Luo" userId="82312ee5779919a4" providerId="LiveId" clId="{A5D610E5-752B-7B4A-889B-D40C860DA0F0}" dt="2025-05-08T15:18:36.428" v="199" actId="2696"/>
        <pc:sldMkLst>
          <pc:docMk/>
          <pc:sldMk cId="3883315984" sldId="2744"/>
        </pc:sldMkLst>
      </pc:sldChg>
      <pc:sldChg chg="del">
        <pc:chgData name="Xin Luo" userId="82312ee5779919a4" providerId="LiveId" clId="{A5D610E5-752B-7B4A-889B-D40C860DA0F0}" dt="2025-05-08T15:18:36.439" v="206" actId="2696"/>
        <pc:sldMkLst>
          <pc:docMk/>
          <pc:sldMk cId="3741103209" sldId="2745"/>
        </pc:sldMkLst>
      </pc:sldChg>
      <pc:sldChg chg="del">
        <pc:chgData name="Xin Luo" userId="82312ee5779919a4" providerId="LiveId" clId="{A5D610E5-752B-7B4A-889B-D40C860DA0F0}" dt="2025-05-08T15:18:36.432" v="203" actId="2696"/>
        <pc:sldMkLst>
          <pc:docMk/>
          <pc:sldMk cId="322086101" sldId="2746"/>
        </pc:sldMkLst>
      </pc:sldChg>
      <pc:sldChg chg="del">
        <pc:chgData name="Xin Luo" userId="82312ee5779919a4" providerId="LiveId" clId="{A5D610E5-752B-7B4A-889B-D40C860DA0F0}" dt="2025-05-08T15:18:36.429" v="200" actId="2696"/>
        <pc:sldMkLst>
          <pc:docMk/>
          <pc:sldMk cId="2920839983" sldId="2747"/>
        </pc:sldMkLst>
      </pc:sldChg>
      <pc:sldChg chg="del">
        <pc:chgData name="Xin Luo" userId="82312ee5779919a4" providerId="LiveId" clId="{A5D610E5-752B-7B4A-889B-D40C860DA0F0}" dt="2025-05-08T15:18:36.431" v="202" actId="2696"/>
        <pc:sldMkLst>
          <pc:docMk/>
          <pc:sldMk cId="2081473989" sldId="2748"/>
        </pc:sldMkLst>
      </pc:sldChg>
      <pc:sldChg chg="del">
        <pc:chgData name="Xin Luo" userId="82312ee5779919a4" providerId="LiveId" clId="{A5D610E5-752B-7B4A-889B-D40C860DA0F0}" dt="2025-05-08T15:18:36.457" v="210" actId="2696"/>
        <pc:sldMkLst>
          <pc:docMk/>
          <pc:sldMk cId="1994915307" sldId="2749"/>
        </pc:sldMkLst>
      </pc:sldChg>
      <pc:sldChg chg="del">
        <pc:chgData name="Xin Luo" userId="82312ee5779919a4" providerId="LiveId" clId="{A5D610E5-752B-7B4A-889B-D40C860DA0F0}" dt="2025-05-08T15:18:36.430" v="201" actId="2696"/>
        <pc:sldMkLst>
          <pc:docMk/>
          <pc:sldMk cId="202264030" sldId="2750"/>
        </pc:sldMkLst>
      </pc:sldChg>
      <pc:sldChg chg="del">
        <pc:chgData name="Xin Luo" userId="82312ee5779919a4" providerId="LiveId" clId="{A5D610E5-752B-7B4A-889B-D40C860DA0F0}" dt="2025-05-08T15:18:36.448" v="207" actId="2696"/>
        <pc:sldMkLst>
          <pc:docMk/>
          <pc:sldMk cId="2371836296" sldId="2756"/>
        </pc:sldMkLst>
      </pc:sldChg>
      <pc:sldChg chg="del">
        <pc:chgData name="Xin Luo" userId="82312ee5779919a4" providerId="LiveId" clId="{A5D610E5-752B-7B4A-889B-D40C860DA0F0}" dt="2025-05-08T15:18:36.437" v="204" actId="2696"/>
        <pc:sldMkLst>
          <pc:docMk/>
          <pc:sldMk cId="397779649" sldId="2757"/>
        </pc:sldMkLst>
      </pc:sldChg>
      <pc:sldChg chg="del">
        <pc:chgData name="Xin Luo" userId="82312ee5779919a4" providerId="LiveId" clId="{A5D610E5-752B-7B4A-889B-D40C860DA0F0}" dt="2025-05-08T15:18:36.455" v="209" actId="2696"/>
        <pc:sldMkLst>
          <pc:docMk/>
          <pc:sldMk cId="1878724924" sldId="2758"/>
        </pc:sldMkLst>
      </pc:sldChg>
      <pc:sldChg chg="addSp delSp modSp mod">
        <pc:chgData name="Xin Luo" userId="82312ee5779919a4" providerId="LiveId" clId="{A5D610E5-752B-7B4A-889B-D40C860DA0F0}" dt="2025-05-25T05:28:20.650" v="2988" actId="20577"/>
        <pc:sldMkLst>
          <pc:docMk/>
          <pc:sldMk cId="1125183986" sldId="2760"/>
        </pc:sldMkLst>
        <pc:spChg chg="add mod">
          <ac:chgData name="Xin Luo" userId="82312ee5779919a4" providerId="LiveId" clId="{A5D610E5-752B-7B4A-889B-D40C860DA0F0}" dt="2025-05-25T05:28:20.650" v="2988" actId="20577"/>
          <ac:spMkLst>
            <pc:docMk/>
            <pc:sldMk cId="1125183986" sldId="2760"/>
            <ac:spMk id="4" creationId="{43A98275-75F9-BBF3-2BC6-FAB8125C1A01}"/>
          </ac:spMkLst>
        </pc:spChg>
        <pc:spChg chg="mod">
          <ac:chgData name="Xin Luo" userId="82312ee5779919a4" providerId="LiveId" clId="{A5D610E5-752B-7B4A-889B-D40C860DA0F0}" dt="2025-05-08T23:37:07.969" v="1031" actId="20577"/>
          <ac:spMkLst>
            <pc:docMk/>
            <pc:sldMk cId="1125183986" sldId="2760"/>
            <ac:spMk id="11" creationId="{53A7E693-8098-76C4-CD5D-47166ABEB164}"/>
          </ac:spMkLst>
        </pc:spChg>
      </pc:sldChg>
      <pc:sldChg chg="addSp delSp modSp add mod ord">
        <pc:chgData name="Xin Luo" userId="82312ee5779919a4" providerId="LiveId" clId="{A5D610E5-752B-7B4A-889B-D40C860DA0F0}" dt="2025-05-25T02:42:02.106" v="2410" actId="1036"/>
        <pc:sldMkLst>
          <pc:docMk/>
          <pc:sldMk cId="3506380824" sldId="2764"/>
        </pc:sldMkLst>
        <pc:spChg chg="add mod">
          <ac:chgData name="Xin Luo" userId="82312ee5779919a4" providerId="LiveId" clId="{A5D610E5-752B-7B4A-889B-D40C860DA0F0}" dt="2025-05-25T02:42:02.106" v="2410" actId="1036"/>
          <ac:spMkLst>
            <pc:docMk/>
            <pc:sldMk cId="3506380824" sldId="2764"/>
            <ac:spMk id="4" creationId="{314FBAF0-70BA-6395-A923-9CE89DF4F9F9}"/>
          </ac:spMkLst>
        </pc:spChg>
        <pc:spChg chg="add mod">
          <ac:chgData name="Xin Luo" userId="82312ee5779919a4" providerId="LiveId" clId="{A5D610E5-752B-7B4A-889B-D40C860DA0F0}" dt="2025-05-09T00:34:06.388" v="1876" actId="1076"/>
          <ac:spMkLst>
            <pc:docMk/>
            <pc:sldMk cId="3506380824" sldId="2764"/>
            <ac:spMk id="13" creationId="{FAF043E7-806D-383D-FE81-C07896C99E2B}"/>
          </ac:spMkLst>
        </pc:spChg>
        <pc:graphicFrameChg chg="add mod modGraphic">
          <ac:chgData name="Xin Luo" userId="82312ee5779919a4" providerId="LiveId" clId="{A5D610E5-752B-7B4A-889B-D40C860DA0F0}" dt="2025-05-09T00:29:03.438" v="1803" actId="1076"/>
          <ac:graphicFrameMkLst>
            <pc:docMk/>
            <pc:sldMk cId="3506380824" sldId="2764"/>
            <ac:graphicFrameMk id="2" creationId="{8163035D-3A24-C951-F80E-74CB01FCFC0E}"/>
          </ac:graphicFrameMkLst>
        </pc:graphicFrameChg>
        <pc:picChg chg="add mod">
          <ac:chgData name="Xin Luo" userId="82312ee5779919a4" providerId="LiveId" clId="{A5D610E5-752B-7B4A-889B-D40C860DA0F0}" dt="2025-05-09T00:28:57.412" v="1802" actId="1076"/>
          <ac:picMkLst>
            <pc:docMk/>
            <pc:sldMk cId="3506380824" sldId="2764"/>
            <ac:picMk id="7" creationId="{7FD567E0-DDD9-BB2A-29C4-EA9A5DEBA366}"/>
          </ac:picMkLst>
        </pc:picChg>
      </pc:sldChg>
      <pc:sldChg chg="modSp add mod">
        <pc:chgData name="Xin Luo" userId="82312ee5779919a4" providerId="LiveId" clId="{A5D610E5-752B-7B4A-889B-D40C860DA0F0}" dt="2025-05-25T05:28:59.172" v="2999" actId="20577"/>
        <pc:sldMkLst>
          <pc:docMk/>
          <pc:sldMk cId="3776743227" sldId="2765"/>
        </pc:sldMkLst>
        <pc:spChg chg="mod">
          <ac:chgData name="Xin Luo" userId="82312ee5779919a4" providerId="LiveId" clId="{A5D610E5-752B-7B4A-889B-D40C860DA0F0}" dt="2025-05-25T05:28:59.172" v="2999" actId="20577"/>
          <ac:spMkLst>
            <pc:docMk/>
            <pc:sldMk cId="3776743227" sldId="2765"/>
            <ac:spMk id="2" creationId="{63F1033C-442C-5498-6FB7-8CF9E065EB39}"/>
          </ac:spMkLst>
        </pc:spChg>
        <pc:spChg chg="mod">
          <ac:chgData name="Xin Luo" userId="82312ee5779919a4" providerId="LiveId" clId="{A5D610E5-752B-7B4A-889B-D40C860DA0F0}" dt="2025-05-08T15:44:20.652" v="242" actId="20577"/>
          <ac:spMkLst>
            <pc:docMk/>
            <pc:sldMk cId="3776743227" sldId="2765"/>
            <ac:spMk id="3" creationId="{C94D717D-1318-65B5-FECC-03699A23D433}"/>
          </ac:spMkLst>
        </pc:spChg>
      </pc:sldChg>
      <pc:sldChg chg="addSp delSp modSp add mod ord modNotesTx">
        <pc:chgData name="Xin Luo" userId="82312ee5779919a4" providerId="LiveId" clId="{A5D610E5-752B-7B4A-889B-D40C860DA0F0}" dt="2025-05-31T05:02:56.164" v="3065" actId="1076"/>
        <pc:sldMkLst>
          <pc:docMk/>
          <pc:sldMk cId="3139827326" sldId="2766"/>
        </pc:sldMkLst>
        <pc:spChg chg="mod">
          <ac:chgData name="Xin Luo" userId="82312ee5779919a4" providerId="LiveId" clId="{A5D610E5-752B-7B4A-889B-D40C860DA0F0}" dt="2025-05-31T05:02:53.409" v="3064" actId="1035"/>
          <ac:spMkLst>
            <pc:docMk/>
            <pc:sldMk cId="3139827326" sldId="2766"/>
            <ac:spMk id="2" creationId="{97C63F67-9AAB-CE6E-C7E5-38F577238B01}"/>
          </ac:spMkLst>
        </pc:spChg>
        <pc:spChg chg="mod">
          <ac:chgData name="Xin Luo" userId="82312ee5779919a4" providerId="LiveId" clId="{A5D610E5-752B-7B4A-889B-D40C860DA0F0}" dt="2025-05-08T16:07:21.801" v="805"/>
          <ac:spMkLst>
            <pc:docMk/>
            <pc:sldMk cId="3139827326" sldId="2766"/>
            <ac:spMk id="3" creationId="{AD9BC452-13E2-26AE-1D4E-3F9E7D53BC00}"/>
          </ac:spMkLst>
        </pc:spChg>
        <pc:spChg chg="add del mod">
          <ac:chgData name="Xin Luo" userId="82312ee5779919a4" providerId="LiveId" clId="{A5D610E5-752B-7B4A-889B-D40C860DA0F0}" dt="2025-05-31T05:02:30.139" v="3055"/>
          <ac:spMkLst>
            <pc:docMk/>
            <pc:sldMk cId="3139827326" sldId="2766"/>
            <ac:spMk id="12" creationId="{516580D0-A1BA-ABD2-E90F-415F5FABE51E}"/>
          </ac:spMkLst>
        </pc:spChg>
        <pc:picChg chg="add mod">
          <ac:chgData name="Xin Luo" userId="82312ee5779919a4" providerId="LiveId" clId="{A5D610E5-752B-7B4A-889B-D40C860DA0F0}" dt="2025-05-31T05:02:01.075" v="3046" actId="14100"/>
          <ac:picMkLst>
            <pc:docMk/>
            <pc:sldMk cId="3139827326" sldId="2766"/>
            <ac:picMk id="5" creationId="{88DD1C61-3773-EAD5-BA14-53FA4DEA3110}"/>
          </ac:picMkLst>
        </pc:picChg>
        <pc:picChg chg="add mod">
          <ac:chgData name="Xin Luo" userId="82312ee5779919a4" providerId="LiveId" clId="{A5D610E5-752B-7B4A-889B-D40C860DA0F0}" dt="2025-05-31T05:02:56.164" v="3065" actId="1076"/>
          <ac:picMkLst>
            <pc:docMk/>
            <pc:sldMk cId="3139827326" sldId="2766"/>
            <ac:picMk id="9" creationId="{449B9F92-196A-7E4D-877F-A2B6A500C4C2}"/>
          </ac:picMkLst>
        </pc:picChg>
        <pc:picChg chg="add del mod modCrop">
          <ac:chgData name="Xin Luo" userId="82312ee5779919a4" providerId="LiveId" clId="{A5D610E5-752B-7B4A-889B-D40C860DA0F0}" dt="2025-05-31T05:00:01.942" v="3010" actId="478"/>
          <ac:picMkLst>
            <pc:docMk/>
            <pc:sldMk cId="3139827326" sldId="2766"/>
            <ac:picMk id="14" creationId="{8DB0DEA0-329E-FC92-A1DD-C4D2940F0440}"/>
          </ac:picMkLst>
        </pc:picChg>
      </pc:sldChg>
      <pc:sldChg chg="addSp delSp modSp add mod modNotesTx">
        <pc:chgData name="Xin Luo" userId="82312ee5779919a4" providerId="LiveId" clId="{A5D610E5-752B-7B4A-889B-D40C860DA0F0}" dt="2025-05-08T23:28:32.004" v="841" actId="113"/>
        <pc:sldMkLst>
          <pc:docMk/>
          <pc:sldMk cId="2496547457" sldId="2767"/>
        </pc:sldMkLst>
        <pc:spChg chg="mod">
          <ac:chgData name="Xin Luo" userId="82312ee5779919a4" providerId="LiveId" clId="{A5D610E5-752B-7B4A-889B-D40C860DA0F0}" dt="2025-05-08T23:28:32.004" v="841" actId="113"/>
          <ac:spMkLst>
            <pc:docMk/>
            <pc:sldMk cId="2496547457" sldId="2767"/>
            <ac:spMk id="2" creationId="{AEB47652-ADE6-1A19-DBC2-8FB12A86429C}"/>
          </ac:spMkLst>
        </pc:spChg>
        <pc:spChg chg="mod">
          <ac:chgData name="Xin Luo" userId="82312ee5779919a4" providerId="LiveId" clId="{A5D610E5-752B-7B4A-889B-D40C860DA0F0}" dt="2025-05-08T16:07:18.063" v="804"/>
          <ac:spMkLst>
            <pc:docMk/>
            <pc:sldMk cId="2496547457" sldId="2767"/>
            <ac:spMk id="3" creationId="{B58EA445-8D73-2A6D-E8D8-1E94A2452750}"/>
          </ac:spMkLst>
        </pc:spChg>
        <pc:spChg chg="add mod">
          <ac:chgData name="Xin Luo" userId="82312ee5779919a4" providerId="LiveId" clId="{A5D610E5-752B-7B4A-889B-D40C860DA0F0}" dt="2025-05-08T16:01:10.034" v="638" actId="113"/>
          <ac:spMkLst>
            <pc:docMk/>
            <pc:sldMk cId="2496547457" sldId="2767"/>
            <ac:spMk id="5" creationId="{E7CBBBC9-95AF-1FDD-6FA3-954BAD4CBD7D}"/>
          </ac:spMkLst>
        </pc:spChg>
        <pc:spChg chg="mod">
          <ac:chgData name="Xin Luo" userId="82312ee5779919a4" providerId="LiveId" clId="{A5D610E5-752B-7B4A-889B-D40C860DA0F0}" dt="2025-05-08T16:01:04.615" v="636" actId="113"/>
          <ac:spMkLst>
            <pc:docMk/>
            <pc:sldMk cId="2496547457" sldId="2767"/>
            <ac:spMk id="11" creationId="{199E83B8-BC53-3905-04CF-E68D4C6D7284}"/>
          </ac:spMkLst>
        </pc:spChg>
      </pc:sldChg>
      <pc:sldChg chg="addSp delSp modSp add mod modNotesTx">
        <pc:chgData name="Xin Luo" userId="82312ee5779919a4" providerId="LiveId" clId="{A5D610E5-752B-7B4A-889B-D40C860DA0F0}" dt="2025-05-08T23:28:40.380" v="848" actId="113"/>
        <pc:sldMkLst>
          <pc:docMk/>
          <pc:sldMk cId="4294185596" sldId="2768"/>
        </pc:sldMkLst>
        <pc:spChg chg="mod">
          <ac:chgData name="Xin Luo" userId="82312ee5779919a4" providerId="LiveId" clId="{A5D610E5-752B-7B4A-889B-D40C860DA0F0}" dt="2025-05-08T23:28:40.380" v="848" actId="113"/>
          <ac:spMkLst>
            <pc:docMk/>
            <pc:sldMk cId="4294185596" sldId="2768"/>
            <ac:spMk id="2" creationId="{C86A4876-2007-A214-A357-C912FABB9A38}"/>
          </ac:spMkLst>
        </pc:spChg>
        <pc:spChg chg="mod">
          <ac:chgData name="Xin Luo" userId="82312ee5779919a4" providerId="LiveId" clId="{A5D610E5-752B-7B4A-889B-D40C860DA0F0}" dt="2025-05-08T16:07:15.108" v="803"/>
          <ac:spMkLst>
            <pc:docMk/>
            <pc:sldMk cId="4294185596" sldId="2768"/>
            <ac:spMk id="3" creationId="{5F11642B-0E97-3F4F-C77A-F3C5A56EDB9E}"/>
          </ac:spMkLst>
        </pc:spChg>
        <pc:spChg chg="add mod">
          <ac:chgData name="Xin Luo" userId="82312ee5779919a4" providerId="LiveId" clId="{A5D610E5-752B-7B4A-889B-D40C860DA0F0}" dt="2025-05-08T16:05:09.117" v="725" actId="20577"/>
          <ac:spMkLst>
            <pc:docMk/>
            <pc:sldMk cId="4294185596" sldId="2768"/>
            <ac:spMk id="10" creationId="{F45026F3-BB96-9A25-DE88-F9C139715DAF}"/>
          </ac:spMkLst>
        </pc:spChg>
        <pc:spChg chg="mod">
          <ac:chgData name="Xin Luo" userId="82312ee5779919a4" providerId="LiveId" clId="{A5D610E5-752B-7B4A-889B-D40C860DA0F0}" dt="2025-05-08T16:01:28.257" v="642" actId="20577"/>
          <ac:spMkLst>
            <pc:docMk/>
            <pc:sldMk cId="4294185596" sldId="2768"/>
            <ac:spMk id="11" creationId="{7434931A-A9F6-297A-CC1B-7C3DC3470DB2}"/>
          </ac:spMkLst>
        </pc:spChg>
        <pc:picChg chg="add mod modCrop">
          <ac:chgData name="Xin Luo" userId="82312ee5779919a4" providerId="LiveId" clId="{A5D610E5-752B-7B4A-889B-D40C860DA0F0}" dt="2025-05-08T16:05:32.738" v="736" actId="1037"/>
          <ac:picMkLst>
            <pc:docMk/>
            <pc:sldMk cId="4294185596" sldId="2768"/>
            <ac:picMk id="6" creationId="{FE30BAF6-7A90-6F63-659D-D4DB1DEFE0D8}"/>
          </ac:picMkLst>
        </pc:picChg>
        <pc:picChg chg="add mod">
          <ac:chgData name="Xin Luo" userId="82312ee5779919a4" providerId="LiveId" clId="{A5D610E5-752B-7B4A-889B-D40C860DA0F0}" dt="2025-05-08T16:05:30.879" v="733" actId="1038"/>
          <ac:picMkLst>
            <pc:docMk/>
            <pc:sldMk cId="4294185596" sldId="2768"/>
            <ac:picMk id="8" creationId="{5EBA9DC3-9106-59D4-3F66-A04564D06C41}"/>
          </ac:picMkLst>
        </pc:picChg>
      </pc:sldChg>
      <pc:sldChg chg="addSp delSp modSp add mod modNotesTx">
        <pc:chgData name="Xin Luo" userId="82312ee5779919a4" providerId="LiveId" clId="{A5D610E5-752B-7B4A-889B-D40C860DA0F0}" dt="2025-05-08T23:36:06.320" v="1019" actId="20577"/>
        <pc:sldMkLst>
          <pc:docMk/>
          <pc:sldMk cId="2958708285" sldId="2769"/>
        </pc:sldMkLst>
        <pc:spChg chg="mod">
          <ac:chgData name="Xin Luo" userId="82312ee5779919a4" providerId="LiveId" clId="{A5D610E5-752B-7B4A-889B-D40C860DA0F0}" dt="2025-05-08T23:34:38.443" v="1004" actId="14100"/>
          <ac:spMkLst>
            <pc:docMk/>
            <pc:sldMk cId="2958708285" sldId="2769"/>
            <ac:spMk id="11" creationId="{47361566-7FEF-4779-6E17-AA0F3264FA78}"/>
          </ac:spMkLst>
        </pc:spChg>
        <pc:spChg chg="add mod">
          <ac:chgData name="Xin Luo" userId="82312ee5779919a4" providerId="LiveId" clId="{A5D610E5-752B-7B4A-889B-D40C860DA0F0}" dt="2025-05-08T23:36:06.320" v="1019" actId="20577"/>
          <ac:spMkLst>
            <pc:docMk/>
            <pc:sldMk cId="2958708285" sldId="2769"/>
            <ac:spMk id="12" creationId="{88A7E8AB-12B2-395F-8F0C-49A577C75A90}"/>
          </ac:spMkLst>
        </pc:spChg>
        <pc:picChg chg="add mod">
          <ac:chgData name="Xin Luo" userId="82312ee5779919a4" providerId="LiveId" clId="{A5D610E5-752B-7B4A-889B-D40C860DA0F0}" dt="2025-05-08T23:35:54.400" v="1018" actId="1076"/>
          <ac:picMkLst>
            <pc:docMk/>
            <pc:sldMk cId="2958708285" sldId="2769"/>
            <ac:picMk id="14" creationId="{DD1256B2-969E-76E3-F585-5DF513E09400}"/>
          </ac:picMkLst>
        </pc:picChg>
      </pc:sldChg>
      <pc:sldChg chg="addSp delSp modSp add mod modNotesTx">
        <pc:chgData name="Xin Luo" userId="82312ee5779919a4" providerId="LiveId" clId="{A5D610E5-752B-7B4A-889B-D40C860DA0F0}" dt="2025-05-25T02:08:06.195" v="2292" actId="20577"/>
        <pc:sldMkLst>
          <pc:docMk/>
          <pc:sldMk cId="819369415" sldId="2770"/>
        </pc:sldMkLst>
        <pc:spChg chg="mod">
          <ac:chgData name="Xin Luo" userId="82312ee5779919a4" providerId="LiveId" clId="{A5D610E5-752B-7B4A-889B-D40C860DA0F0}" dt="2025-05-09T00:33:37.440" v="1872" actId="20577"/>
          <ac:spMkLst>
            <pc:docMk/>
            <pc:sldMk cId="819369415" sldId="2770"/>
            <ac:spMk id="2" creationId="{F0B7ACDF-1E1D-A97F-35E4-C48B20886982}"/>
          </ac:spMkLst>
        </pc:spChg>
        <pc:graphicFrameChg chg="add mod modGraphic">
          <ac:chgData name="Xin Luo" userId="82312ee5779919a4" providerId="LiveId" clId="{A5D610E5-752B-7B4A-889B-D40C860DA0F0}" dt="2025-05-08T23:47:49.720" v="1164" actId="14734"/>
          <ac:graphicFrameMkLst>
            <pc:docMk/>
            <pc:sldMk cId="819369415" sldId="2770"/>
            <ac:graphicFrameMk id="4" creationId="{18D305C4-842E-F06A-EEE2-294456E6E0E2}"/>
          </ac:graphicFrameMkLst>
        </pc:graphicFrameChg>
        <pc:picChg chg="add mod">
          <ac:chgData name="Xin Luo" userId="82312ee5779919a4" providerId="LiveId" clId="{A5D610E5-752B-7B4A-889B-D40C860DA0F0}" dt="2025-05-08T23:53:22.254" v="1197" actId="1076"/>
          <ac:picMkLst>
            <pc:docMk/>
            <pc:sldMk cId="819369415" sldId="2770"/>
            <ac:picMk id="11" creationId="{C1A7862F-2B29-0E19-58B6-E78DC3649298}"/>
          </ac:picMkLst>
        </pc:picChg>
        <pc:picChg chg="add mod">
          <ac:chgData name="Xin Luo" userId="82312ee5779919a4" providerId="LiveId" clId="{A5D610E5-752B-7B4A-889B-D40C860DA0F0}" dt="2025-05-08T23:53:22.254" v="1197" actId="1076"/>
          <ac:picMkLst>
            <pc:docMk/>
            <pc:sldMk cId="819369415" sldId="2770"/>
            <ac:picMk id="13" creationId="{0222EE34-F09D-7027-0003-CE3BBCC3C1CA}"/>
          </ac:picMkLst>
        </pc:picChg>
      </pc:sldChg>
      <pc:sldChg chg="modSp add del mod">
        <pc:chgData name="Xin Luo" userId="82312ee5779919a4" providerId="LiveId" clId="{A5D610E5-752B-7B4A-889B-D40C860DA0F0}" dt="2025-05-08T23:37:44.311" v="1053" actId="2696"/>
        <pc:sldMkLst>
          <pc:docMk/>
          <pc:sldMk cId="1295578455" sldId="2770"/>
        </pc:sldMkLst>
      </pc:sldChg>
      <pc:sldChg chg="delSp modSp add del mod modNotesTx">
        <pc:chgData name="Xin Luo" userId="82312ee5779919a4" providerId="LiveId" clId="{A5D610E5-752B-7B4A-889B-D40C860DA0F0}" dt="2025-05-09T00:14:12.475" v="1413" actId="2696"/>
        <pc:sldMkLst>
          <pc:docMk/>
          <pc:sldMk cId="1712122803" sldId="2771"/>
        </pc:sldMkLst>
      </pc:sldChg>
      <pc:sldChg chg="addSp delSp modSp add mod">
        <pc:chgData name="Xin Luo" userId="82312ee5779919a4" providerId="LiveId" clId="{A5D610E5-752B-7B4A-889B-D40C860DA0F0}" dt="2025-05-25T02:11:40.559" v="2305" actId="14100"/>
        <pc:sldMkLst>
          <pc:docMk/>
          <pc:sldMk cId="4115132314" sldId="2771"/>
        </pc:sldMkLst>
        <pc:spChg chg="mod">
          <ac:chgData name="Xin Luo" userId="82312ee5779919a4" providerId="LiveId" clId="{A5D610E5-752B-7B4A-889B-D40C860DA0F0}" dt="2025-05-25T02:11:40.559" v="2305" actId="14100"/>
          <ac:spMkLst>
            <pc:docMk/>
            <pc:sldMk cId="4115132314" sldId="2771"/>
            <ac:spMk id="6" creationId="{314FBAF0-70BA-6395-A923-9CE89DF4F9F9}"/>
          </ac:spMkLst>
        </pc:spChg>
        <pc:spChg chg="mod">
          <ac:chgData name="Xin Luo" userId="82312ee5779919a4" providerId="LiveId" clId="{A5D610E5-752B-7B4A-889B-D40C860DA0F0}" dt="2025-05-09T00:34:11.196" v="1877" actId="1076"/>
          <ac:spMkLst>
            <pc:docMk/>
            <pc:sldMk cId="4115132314" sldId="2771"/>
            <ac:spMk id="13" creationId="{11F172DF-28DC-0D74-BC10-EE83BEAF4B32}"/>
          </ac:spMkLst>
        </pc:spChg>
        <pc:graphicFrameChg chg="add mod modGraphic">
          <ac:chgData name="Xin Luo" userId="82312ee5779919a4" providerId="LiveId" clId="{A5D610E5-752B-7B4A-889B-D40C860DA0F0}" dt="2025-05-09T00:34:16.582" v="1878" actId="14100"/>
          <ac:graphicFrameMkLst>
            <pc:docMk/>
            <pc:sldMk cId="4115132314" sldId="2771"/>
            <ac:graphicFrameMk id="4" creationId="{3E1E227E-592B-5984-7C00-AD9E35F86C00}"/>
          </ac:graphicFrameMkLst>
        </pc:graphicFrameChg>
        <pc:picChg chg="add mod">
          <ac:chgData name="Xin Luo" userId="82312ee5779919a4" providerId="LiveId" clId="{A5D610E5-752B-7B4A-889B-D40C860DA0F0}" dt="2025-05-09T00:30:24.518" v="1831" actId="27614"/>
          <ac:picMkLst>
            <pc:docMk/>
            <pc:sldMk cId="4115132314" sldId="2771"/>
            <ac:picMk id="8" creationId="{4EA08E5E-E390-3EDF-44E6-403B3D286689}"/>
          </ac:picMkLst>
        </pc:picChg>
      </pc:sldChg>
      <pc:sldChg chg="addSp delSp modSp add mod">
        <pc:chgData name="Xin Luo" userId="82312ee5779919a4" providerId="LiveId" clId="{A5D610E5-752B-7B4A-889B-D40C860DA0F0}" dt="2025-05-25T02:42:05.819" v="2412"/>
        <pc:sldMkLst>
          <pc:docMk/>
          <pc:sldMk cId="2890079731" sldId="2772"/>
        </pc:sldMkLst>
        <pc:spChg chg="add mod">
          <ac:chgData name="Xin Luo" userId="82312ee5779919a4" providerId="LiveId" clId="{A5D610E5-752B-7B4A-889B-D40C860DA0F0}" dt="2025-05-25T02:42:05.819" v="2412"/>
          <ac:spMkLst>
            <pc:docMk/>
            <pc:sldMk cId="2890079731" sldId="2772"/>
            <ac:spMk id="4" creationId="{D7B31BD0-7C4F-70C3-82F8-537A739A451A}"/>
          </ac:spMkLst>
        </pc:spChg>
        <pc:spChg chg="mod">
          <ac:chgData name="Xin Luo" userId="82312ee5779919a4" providerId="LiveId" clId="{A5D610E5-752B-7B4A-889B-D40C860DA0F0}" dt="2025-05-09T00:33:55.150" v="1874" actId="1076"/>
          <ac:spMkLst>
            <pc:docMk/>
            <pc:sldMk cId="2890079731" sldId="2772"/>
            <ac:spMk id="13" creationId="{36DF7EA9-D756-3F82-04ED-917BA97519A4}"/>
          </ac:spMkLst>
        </pc:spChg>
        <pc:graphicFrameChg chg="add mod modGraphic">
          <ac:chgData name="Xin Luo" userId="82312ee5779919a4" providerId="LiveId" clId="{A5D610E5-752B-7B4A-889B-D40C860DA0F0}" dt="2025-05-09T00:33:58.143" v="1875" actId="14100"/>
          <ac:graphicFrameMkLst>
            <pc:docMk/>
            <pc:sldMk cId="2890079731" sldId="2772"/>
            <ac:graphicFrameMk id="2" creationId="{D989071B-A380-DEDF-A3BF-1E6AE5CA62E2}"/>
          </ac:graphicFrameMkLst>
        </pc:graphicFrameChg>
        <pc:picChg chg="add mod">
          <ac:chgData name="Xin Luo" userId="82312ee5779919a4" providerId="LiveId" clId="{A5D610E5-752B-7B4A-889B-D40C860DA0F0}" dt="2025-05-09T00:33:11.116" v="1854" actId="27614"/>
          <ac:picMkLst>
            <pc:docMk/>
            <pc:sldMk cId="2890079731" sldId="2772"/>
            <ac:picMk id="7" creationId="{410ADC27-A8FA-2E3E-9C6A-5A42BE8F7467}"/>
          </ac:picMkLst>
        </pc:picChg>
      </pc:sldChg>
      <pc:sldChg chg="modSp mod">
        <pc:chgData name="Xin Luo" userId="82312ee5779919a4" providerId="LiveId" clId="{A5D610E5-752B-7B4A-889B-D40C860DA0F0}" dt="2025-05-24T15:55:43.695" v="1912" actId="403"/>
        <pc:sldMkLst>
          <pc:docMk/>
          <pc:sldMk cId="3483888068" sldId="2773"/>
        </pc:sldMkLst>
        <pc:spChg chg="mod">
          <ac:chgData name="Xin Luo" userId="82312ee5779919a4" providerId="LiveId" clId="{A5D610E5-752B-7B4A-889B-D40C860DA0F0}" dt="2025-05-24T15:55:43.695" v="1912" actId="403"/>
          <ac:spMkLst>
            <pc:docMk/>
            <pc:sldMk cId="3483888068" sldId="2773"/>
            <ac:spMk id="2" creationId="{F7881D9B-9E37-EE50-728E-695E4983BE8F}"/>
          </ac:spMkLst>
        </pc:spChg>
      </pc:sldChg>
      <pc:sldChg chg="addSp delSp modSp mod">
        <pc:chgData name="Xin Luo" userId="82312ee5779919a4" providerId="LiveId" clId="{A5D610E5-752B-7B4A-889B-D40C860DA0F0}" dt="2025-05-25T05:29:11.853" v="3001"/>
        <pc:sldMkLst>
          <pc:docMk/>
          <pc:sldMk cId="3486418074" sldId="2774"/>
        </pc:sldMkLst>
        <pc:spChg chg="add mod">
          <ac:chgData name="Xin Luo" userId="82312ee5779919a4" providerId="LiveId" clId="{A5D610E5-752B-7B4A-889B-D40C860DA0F0}" dt="2025-05-25T03:18:17.638" v="2512" actId="14100"/>
          <ac:spMkLst>
            <pc:docMk/>
            <pc:sldMk cId="3486418074" sldId="2774"/>
            <ac:spMk id="5" creationId="{01F43913-1DFC-079D-2F48-2ACB78444BF9}"/>
          </ac:spMkLst>
        </pc:spChg>
        <pc:spChg chg="add mod">
          <ac:chgData name="Xin Luo" userId="82312ee5779919a4" providerId="LiveId" clId="{A5D610E5-752B-7B4A-889B-D40C860DA0F0}" dt="2025-05-25T05:29:11.853" v="3001"/>
          <ac:spMkLst>
            <pc:docMk/>
            <pc:sldMk cId="3486418074" sldId="2774"/>
            <ac:spMk id="6" creationId="{5773AFEA-C282-287B-9DC2-A81B7A537632}"/>
          </ac:spMkLst>
        </pc:spChg>
        <pc:spChg chg="mod">
          <ac:chgData name="Xin Luo" userId="82312ee5779919a4" providerId="LiveId" clId="{A5D610E5-752B-7B4A-889B-D40C860DA0F0}" dt="2025-05-25T02:47:12.561" v="2505" actId="1076"/>
          <ac:spMkLst>
            <pc:docMk/>
            <pc:sldMk cId="3486418074" sldId="2774"/>
            <ac:spMk id="9" creationId="{992F2ED7-670D-AD19-DAB1-3B5E976BA63F}"/>
          </ac:spMkLst>
        </pc:spChg>
        <pc:spChg chg="mod">
          <ac:chgData name="Xin Luo" userId="82312ee5779919a4" providerId="LiveId" clId="{A5D610E5-752B-7B4A-889B-D40C860DA0F0}" dt="2025-05-25T02:47:12.561" v="2505" actId="1076"/>
          <ac:spMkLst>
            <pc:docMk/>
            <pc:sldMk cId="3486418074" sldId="2774"/>
            <ac:spMk id="10" creationId="{538141C9-490E-C12B-A86C-3479A3B108B3}"/>
          </ac:spMkLst>
        </pc:spChg>
        <pc:spChg chg="mod">
          <ac:chgData name="Xin Luo" userId="82312ee5779919a4" providerId="LiveId" clId="{A5D610E5-752B-7B4A-889B-D40C860DA0F0}" dt="2025-05-25T03:18:23.332" v="2514" actId="1076"/>
          <ac:spMkLst>
            <pc:docMk/>
            <pc:sldMk cId="3486418074" sldId="2774"/>
            <ac:spMk id="27" creationId="{3E6B516C-F780-1627-8BB1-59513E674566}"/>
          </ac:spMkLst>
        </pc:spChg>
        <pc:picChg chg="mod">
          <ac:chgData name="Xin Luo" userId="82312ee5779919a4" providerId="LiveId" clId="{A5D610E5-752B-7B4A-889B-D40C860DA0F0}" dt="2025-05-25T03:18:19.461" v="2513" actId="14100"/>
          <ac:picMkLst>
            <pc:docMk/>
            <pc:sldMk cId="3486418074" sldId="2774"/>
            <ac:picMk id="12" creationId="{187E6F44-1324-218F-7908-094F56249B5E}"/>
          </ac:picMkLst>
        </pc:picChg>
        <pc:picChg chg="mod">
          <ac:chgData name="Xin Luo" userId="82312ee5779919a4" providerId="LiveId" clId="{A5D610E5-752B-7B4A-889B-D40C860DA0F0}" dt="2025-05-25T03:17:51.210" v="2510" actId="1076"/>
          <ac:picMkLst>
            <pc:docMk/>
            <pc:sldMk cId="3486418074" sldId="2774"/>
            <ac:picMk id="14" creationId="{1C0401D8-4404-F6EE-5CFB-A4E5B546DED5}"/>
          </ac:picMkLst>
        </pc:picChg>
      </pc:sldChg>
      <pc:sldChg chg="addSp delSp modSp mod">
        <pc:chgData name="Xin Luo" userId="82312ee5779919a4" providerId="LiveId" clId="{A5D610E5-752B-7B4A-889B-D40C860DA0F0}" dt="2025-05-31T10:24:35.081" v="3084" actId="1035"/>
        <pc:sldMkLst>
          <pc:docMk/>
          <pc:sldMk cId="1254623858" sldId="2775"/>
        </pc:sldMkLst>
        <pc:spChg chg="mod">
          <ac:chgData name="Xin Luo" userId="82312ee5779919a4" providerId="LiveId" clId="{A5D610E5-752B-7B4A-889B-D40C860DA0F0}" dt="2025-05-31T10:24:31.706" v="3081" actId="1035"/>
          <ac:spMkLst>
            <pc:docMk/>
            <pc:sldMk cId="1254623858" sldId="2775"/>
            <ac:spMk id="5" creationId="{FF6A2CE6-BB08-6E71-1478-0D19605E2814}"/>
          </ac:spMkLst>
        </pc:spChg>
        <pc:spChg chg="add mod">
          <ac:chgData name="Xin Luo" userId="82312ee5779919a4" providerId="LiveId" clId="{A5D610E5-752B-7B4A-889B-D40C860DA0F0}" dt="2025-05-25T04:20:06.586" v="2825" actId="1037"/>
          <ac:spMkLst>
            <pc:docMk/>
            <pc:sldMk cId="1254623858" sldId="2775"/>
            <ac:spMk id="6" creationId="{AC71F8D0-9532-1E96-C4F6-8A0EDF6E7293}"/>
          </ac:spMkLst>
        </pc:spChg>
        <pc:spChg chg="mod">
          <ac:chgData name="Xin Luo" userId="82312ee5779919a4" providerId="LiveId" clId="{A5D610E5-752B-7B4A-889B-D40C860DA0F0}" dt="2025-05-31T10:24:31.706" v="3081" actId="1035"/>
          <ac:spMkLst>
            <pc:docMk/>
            <pc:sldMk cId="1254623858" sldId="2775"/>
            <ac:spMk id="7" creationId="{0F62DBF6-98A5-1A50-E883-A4DC53AB52B9}"/>
          </ac:spMkLst>
        </pc:spChg>
        <pc:spChg chg="add mod">
          <ac:chgData name="Xin Luo" userId="82312ee5779919a4" providerId="LiveId" clId="{A5D610E5-752B-7B4A-889B-D40C860DA0F0}" dt="2025-05-25T05:29:25.950" v="3007"/>
          <ac:spMkLst>
            <pc:docMk/>
            <pc:sldMk cId="1254623858" sldId="2775"/>
            <ac:spMk id="10" creationId="{D9317620-5CAB-C979-1223-0509A3267583}"/>
          </ac:spMkLst>
        </pc:spChg>
        <pc:picChg chg="add mod">
          <ac:chgData name="Xin Luo" userId="82312ee5779919a4" providerId="LiveId" clId="{A5D610E5-752B-7B4A-889B-D40C860DA0F0}" dt="2025-05-31T10:24:35.081" v="3084" actId="1035"/>
          <ac:picMkLst>
            <pc:docMk/>
            <pc:sldMk cId="1254623858" sldId="2775"/>
            <ac:picMk id="8" creationId="{FA73ED5B-854A-2F4C-7D91-C361AF3B22BD}"/>
          </ac:picMkLst>
        </pc:picChg>
        <pc:picChg chg="add mod">
          <ac:chgData name="Xin Luo" userId="82312ee5779919a4" providerId="LiveId" clId="{A5D610E5-752B-7B4A-889B-D40C860DA0F0}" dt="2025-05-25T04:20:36.003" v="2828" actId="14100"/>
          <ac:picMkLst>
            <pc:docMk/>
            <pc:sldMk cId="1254623858" sldId="2775"/>
            <ac:picMk id="9" creationId="{02C9C584-0869-6617-B9E1-31C7211F0DC2}"/>
          </ac:picMkLst>
        </pc:picChg>
        <pc:picChg chg="del mod">
          <ac:chgData name="Xin Luo" userId="82312ee5779919a4" providerId="LiveId" clId="{A5D610E5-752B-7B4A-889B-D40C860DA0F0}" dt="2025-05-31T10:24:08.144" v="3069" actId="478"/>
          <ac:picMkLst>
            <pc:docMk/>
            <pc:sldMk cId="1254623858" sldId="2775"/>
            <ac:picMk id="22" creationId="{1FB32493-E382-2912-9BE4-DDE8D999D286}"/>
          </ac:picMkLst>
        </pc:picChg>
      </pc:sldChg>
      <pc:sldChg chg="del">
        <pc:chgData name="Xin Luo" userId="82312ee5779919a4" providerId="LiveId" clId="{A5D610E5-752B-7B4A-889B-D40C860DA0F0}" dt="2025-05-25T05:26:54.279" v="2888" actId="2696"/>
        <pc:sldMkLst>
          <pc:docMk/>
          <pc:sldMk cId="2703268884" sldId="2776"/>
        </pc:sldMkLst>
      </pc:sldChg>
      <pc:sldChg chg="delSp modSp add del mod">
        <pc:chgData name="Xin Luo" userId="82312ee5779919a4" providerId="LiveId" clId="{A5D610E5-752B-7B4A-889B-D40C860DA0F0}" dt="2025-05-25T05:26:54.282" v="2889" actId="2696"/>
        <pc:sldMkLst>
          <pc:docMk/>
          <pc:sldMk cId="3457522042" sldId="2777"/>
        </pc:sldMkLst>
      </pc:sldChg>
      <pc:sldChg chg="add del">
        <pc:chgData name="Xin Luo" userId="82312ee5779919a4" providerId="LiveId" clId="{A5D610E5-752B-7B4A-889B-D40C860DA0F0}" dt="2025-05-25T05:26:54.284" v="2890" actId="2696"/>
        <pc:sldMkLst>
          <pc:docMk/>
          <pc:sldMk cId="2064770029" sldId="2778"/>
        </pc:sldMkLst>
      </pc:sldChg>
      <pc:sldChg chg="add del">
        <pc:chgData name="Xin Luo" userId="82312ee5779919a4" providerId="LiveId" clId="{A5D610E5-752B-7B4A-889B-D40C860DA0F0}" dt="2025-05-25T05:26:54.286" v="2891" actId="2696"/>
        <pc:sldMkLst>
          <pc:docMk/>
          <pc:sldMk cId="3947566951" sldId="2779"/>
        </pc:sldMkLst>
      </pc:sldChg>
      <pc:sldChg chg="addSp delSp modSp add mod">
        <pc:chgData name="Xin Luo" userId="82312ee5779919a4" providerId="LiveId" clId="{A5D610E5-752B-7B4A-889B-D40C860DA0F0}" dt="2025-05-25T05:28:55.830" v="2996" actId="20577"/>
        <pc:sldMkLst>
          <pc:docMk/>
          <pc:sldMk cId="4037586554" sldId="2780"/>
        </pc:sldMkLst>
        <pc:spChg chg="mod">
          <ac:chgData name="Xin Luo" userId="82312ee5779919a4" providerId="LiveId" clId="{A5D610E5-752B-7B4A-889B-D40C860DA0F0}" dt="2025-05-25T05:28:55.830" v="2996" actId="20577"/>
          <ac:spMkLst>
            <pc:docMk/>
            <pc:sldMk cId="4037586554" sldId="2780"/>
            <ac:spMk id="2" creationId="{151E784C-76BA-2461-AFD7-4A7E8038F312}"/>
          </ac:spMkLst>
        </pc:spChg>
        <pc:spChg chg="mod">
          <ac:chgData name="Xin Luo" userId="82312ee5779919a4" providerId="LiveId" clId="{A5D610E5-752B-7B4A-889B-D40C860DA0F0}" dt="2025-05-24T16:04:20.222" v="2144" actId="1035"/>
          <ac:spMkLst>
            <pc:docMk/>
            <pc:sldMk cId="4037586554" sldId="2780"/>
            <ac:spMk id="7" creationId="{F4B2BCB2-219C-ECFF-BE36-1ED1649CDB10}"/>
          </ac:spMkLst>
        </pc:spChg>
        <pc:spChg chg="add mod">
          <ac:chgData name="Xin Luo" userId="82312ee5779919a4" providerId="LiveId" clId="{A5D610E5-752B-7B4A-889B-D40C860DA0F0}" dt="2025-05-24T16:04:22.446" v="2150" actId="1035"/>
          <ac:spMkLst>
            <pc:docMk/>
            <pc:sldMk cId="4037586554" sldId="2780"/>
            <ac:spMk id="14" creationId="{5382CF15-8EBD-452D-8EDD-2AE40D85FAF9}"/>
          </ac:spMkLst>
        </pc:spChg>
        <pc:graphicFrameChg chg="add mod modGraphic">
          <ac:chgData name="Xin Luo" userId="82312ee5779919a4" providerId="LiveId" clId="{A5D610E5-752B-7B4A-889B-D40C860DA0F0}" dt="2025-05-24T16:04:44.170" v="2164" actId="1038"/>
          <ac:graphicFrameMkLst>
            <pc:docMk/>
            <pc:sldMk cId="4037586554" sldId="2780"/>
            <ac:graphicFrameMk id="12" creationId="{9E472D04-A881-5AAC-CC3D-397F7B928510}"/>
          </ac:graphicFrameMkLst>
        </pc:graphicFrameChg>
      </pc:sldChg>
      <pc:sldChg chg="addSp delSp modSp add mod ord">
        <pc:chgData name="Xin Luo" userId="82312ee5779919a4" providerId="LiveId" clId="{A5D610E5-752B-7B4A-889B-D40C860DA0F0}" dt="2025-05-25T05:28:52.717" v="2993" actId="20577"/>
        <pc:sldMkLst>
          <pc:docMk/>
          <pc:sldMk cId="3037146437" sldId="2781"/>
        </pc:sldMkLst>
        <pc:spChg chg="add mod">
          <ac:chgData name="Xin Luo" userId="82312ee5779919a4" providerId="LiveId" clId="{A5D610E5-752B-7B4A-889B-D40C860DA0F0}" dt="2025-05-25T02:43:52.639" v="2440" actId="20577"/>
          <ac:spMkLst>
            <pc:docMk/>
            <pc:sldMk cId="3037146437" sldId="2781"/>
            <ac:spMk id="7" creationId="{F51DEC56-3581-81F0-AA96-9F9FFB3903DC}"/>
          </ac:spMkLst>
        </pc:spChg>
        <pc:spChg chg="add mod">
          <ac:chgData name="Xin Luo" userId="82312ee5779919a4" providerId="LiveId" clId="{A5D610E5-752B-7B4A-889B-D40C860DA0F0}" dt="2025-05-25T05:28:52.717" v="2993" actId="20577"/>
          <ac:spMkLst>
            <pc:docMk/>
            <pc:sldMk cId="3037146437" sldId="2781"/>
            <ac:spMk id="13" creationId="{4275CA77-B005-F8DF-354C-AF0DFA5E2D96}"/>
          </ac:spMkLst>
        </pc:spChg>
        <pc:spChg chg="mod">
          <ac:chgData name="Xin Luo" userId="82312ee5779919a4" providerId="LiveId" clId="{A5D610E5-752B-7B4A-889B-D40C860DA0F0}" dt="2025-05-25T02:43:20.915" v="2430" actId="1076"/>
          <ac:spMkLst>
            <pc:docMk/>
            <pc:sldMk cId="3037146437" sldId="2781"/>
            <ac:spMk id="19" creationId="{C7DB1091-8910-855C-6F3A-EC7B304CC21F}"/>
          </ac:spMkLst>
        </pc:spChg>
        <pc:picChg chg="add mod">
          <ac:chgData name="Xin Luo" userId="82312ee5779919a4" providerId="LiveId" clId="{A5D610E5-752B-7B4A-889B-D40C860DA0F0}" dt="2025-05-25T02:44:27.554" v="2447" actId="1076"/>
          <ac:picMkLst>
            <pc:docMk/>
            <pc:sldMk cId="3037146437" sldId="2781"/>
            <ac:picMk id="5" creationId="{D419F691-9044-44DE-03B6-B63122507408}"/>
          </ac:picMkLst>
        </pc:picChg>
        <pc:picChg chg="add mod">
          <ac:chgData name="Xin Luo" userId="82312ee5779919a4" providerId="LiveId" clId="{A5D610E5-752B-7B4A-889B-D40C860DA0F0}" dt="2025-05-25T02:44:24.366" v="2446" actId="1076"/>
          <ac:picMkLst>
            <pc:docMk/>
            <pc:sldMk cId="3037146437" sldId="2781"/>
            <ac:picMk id="11" creationId="{252A34BE-8A25-C987-51CB-13EA49D5BBB9}"/>
          </ac:picMkLst>
        </pc:picChg>
      </pc:sldChg>
      <pc:sldChg chg="addSp delSp modSp add mod">
        <pc:chgData name="Xin Luo" userId="82312ee5779919a4" providerId="LiveId" clId="{A5D610E5-752B-7B4A-889B-D40C860DA0F0}" dt="2025-05-25T02:42:11.236" v="2414"/>
        <pc:sldMkLst>
          <pc:docMk/>
          <pc:sldMk cId="2789328484" sldId="2782"/>
        </pc:sldMkLst>
        <pc:spChg chg="add mod">
          <ac:chgData name="Xin Luo" userId="82312ee5779919a4" providerId="LiveId" clId="{A5D610E5-752B-7B4A-889B-D40C860DA0F0}" dt="2025-05-25T02:37:50.628" v="2376" actId="14100"/>
          <ac:spMkLst>
            <pc:docMk/>
            <pc:sldMk cId="2789328484" sldId="2782"/>
            <ac:spMk id="5" creationId="{85498076-590D-2107-40A8-BB49CF7C1410}"/>
          </ac:spMkLst>
        </pc:spChg>
        <pc:spChg chg="add mod">
          <ac:chgData name="Xin Luo" userId="82312ee5779919a4" providerId="LiveId" clId="{A5D610E5-752B-7B4A-889B-D40C860DA0F0}" dt="2025-05-25T02:42:11.236" v="2414"/>
          <ac:spMkLst>
            <pc:docMk/>
            <pc:sldMk cId="2789328484" sldId="2782"/>
            <ac:spMk id="15" creationId="{56DAFFDE-7A5D-6E55-86D0-9A8B6E8C79F1}"/>
          </ac:spMkLst>
        </pc:spChg>
        <pc:picChg chg="add mod">
          <ac:chgData name="Xin Luo" userId="82312ee5779919a4" providerId="LiveId" clId="{A5D610E5-752B-7B4A-889B-D40C860DA0F0}" dt="2025-05-25T02:41:24.750" v="2406" actId="1076"/>
          <ac:picMkLst>
            <pc:docMk/>
            <pc:sldMk cId="2789328484" sldId="2782"/>
            <ac:picMk id="14" creationId="{693EC964-78C5-0417-1DDA-39FADE6148E9}"/>
          </ac:picMkLst>
        </pc:picChg>
      </pc:sldChg>
      <pc:sldChg chg="addSp delSp modSp add mod modNotesTx">
        <pc:chgData name="Xin Luo" userId="82312ee5779919a4" providerId="LiveId" clId="{A5D610E5-752B-7B4A-889B-D40C860DA0F0}" dt="2025-05-31T15:06:11.065" v="3108" actId="1038"/>
        <pc:sldMkLst>
          <pc:docMk/>
          <pc:sldMk cId="2398481112" sldId="2783"/>
        </pc:sldMkLst>
        <pc:spChg chg="add mod">
          <ac:chgData name="Xin Luo" userId="82312ee5779919a4" providerId="LiveId" clId="{A5D610E5-752B-7B4A-889B-D40C860DA0F0}" dt="2025-05-25T03:57:46.511" v="2690" actId="1076"/>
          <ac:spMkLst>
            <pc:docMk/>
            <pc:sldMk cId="2398481112" sldId="2783"/>
            <ac:spMk id="6" creationId="{0A6779B2-3F40-7108-55B9-BE9A7E99C48D}"/>
          </ac:spMkLst>
        </pc:spChg>
        <pc:spChg chg="add mod">
          <ac:chgData name="Xin Luo" userId="82312ee5779919a4" providerId="LiveId" clId="{A5D610E5-752B-7B4A-889B-D40C860DA0F0}" dt="2025-05-25T03:21:48.819" v="2613" actId="20577"/>
          <ac:spMkLst>
            <pc:docMk/>
            <pc:sldMk cId="2398481112" sldId="2783"/>
            <ac:spMk id="8" creationId="{37A08114-6D71-180D-2093-D782E9EA8154}"/>
          </ac:spMkLst>
        </pc:spChg>
        <pc:spChg chg="add mod">
          <ac:chgData name="Xin Luo" userId="82312ee5779919a4" providerId="LiveId" clId="{A5D610E5-752B-7B4A-889B-D40C860DA0F0}" dt="2025-05-25T05:29:16.054" v="3003"/>
          <ac:spMkLst>
            <pc:docMk/>
            <pc:sldMk cId="2398481112" sldId="2783"/>
            <ac:spMk id="11" creationId="{5A65D284-C10C-C0CD-5AD8-B0252A141CDE}"/>
          </ac:spMkLst>
        </pc:spChg>
        <pc:spChg chg="mod">
          <ac:chgData name="Xin Luo" userId="82312ee5779919a4" providerId="LiveId" clId="{A5D610E5-752B-7B4A-889B-D40C860DA0F0}" dt="2025-05-25T03:19:45.068" v="2531" actId="962"/>
          <ac:spMkLst>
            <pc:docMk/>
            <pc:sldMk cId="2398481112" sldId="2783"/>
            <ac:spMk id="20" creationId="{3E87F3E5-3780-B631-8586-D3011C96FD2D}"/>
          </ac:spMkLst>
        </pc:spChg>
        <pc:picChg chg="add mod">
          <ac:chgData name="Xin Luo" userId="82312ee5779919a4" providerId="LiveId" clId="{A5D610E5-752B-7B4A-889B-D40C860DA0F0}" dt="2025-05-31T15:06:11.065" v="3108" actId="1038"/>
          <ac:picMkLst>
            <pc:docMk/>
            <pc:sldMk cId="2398481112" sldId="2783"/>
            <ac:picMk id="4" creationId="{2A114E0F-9F1D-7730-87C6-D29AA7A54BAB}"/>
          </ac:picMkLst>
        </pc:picChg>
        <pc:picChg chg="add del mod">
          <ac:chgData name="Xin Luo" userId="82312ee5779919a4" providerId="LiveId" clId="{A5D610E5-752B-7B4A-889B-D40C860DA0F0}" dt="2025-05-31T15:05:51.240" v="3087" actId="478"/>
          <ac:picMkLst>
            <pc:docMk/>
            <pc:sldMk cId="2398481112" sldId="2783"/>
            <ac:picMk id="5" creationId="{AC511CAD-DA1E-4A2C-93A3-133008D9B9C4}"/>
          </ac:picMkLst>
        </pc:picChg>
        <pc:picChg chg="mod">
          <ac:chgData name="Xin Luo" userId="82312ee5779919a4" providerId="LiveId" clId="{A5D610E5-752B-7B4A-889B-D40C860DA0F0}" dt="2025-05-25T03:58:00.637" v="2692" actId="14100"/>
          <ac:picMkLst>
            <pc:docMk/>
            <pc:sldMk cId="2398481112" sldId="2783"/>
            <ac:picMk id="26" creationId="{A1071639-2C12-F929-A901-0FDA406042FF}"/>
          </ac:picMkLst>
        </pc:picChg>
      </pc:sldChg>
      <pc:sldChg chg="addSp delSp modSp add mod">
        <pc:chgData name="Xin Luo" userId="82312ee5779919a4" providerId="LiveId" clId="{A5D610E5-752B-7B4A-889B-D40C860DA0F0}" dt="2025-05-31T10:20:08.876" v="3068"/>
        <pc:sldMkLst>
          <pc:docMk/>
          <pc:sldMk cId="1616797057" sldId="2784"/>
        </pc:sldMkLst>
        <pc:spChg chg="add del mod">
          <ac:chgData name="Xin Luo" userId="82312ee5779919a4" providerId="LiveId" clId="{A5D610E5-752B-7B4A-889B-D40C860DA0F0}" dt="2025-05-31T10:20:08.876" v="3068"/>
          <ac:spMkLst>
            <pc:docMk/>
            <pc:sldMk cId="1616797057" sldId="2784"/>
            <ac:spMk id="4" creationId="{BDEE8B7D-2C00-43E5-32A4-B4773AD884D3}"/>
          </ac:spMkLst>
        </pc:spChg>
        <pc:spChg chg="add mod">
          <ac:chgData name="Xin Luo" userId="82312ee5779919a4" providerId="LiveId" clId="{A5D610E5-752B-7B4A-889B-D40C860DA0F0}" dt="2025-05-25T04:08:34.922" v="2748" actId="14100"/>
          <ac:spMkLst>
            <pc:docMk/>
            <pc:sldMk cId="1616797057" sldId="2784"/>
            <ac:spMk id="7" creationId="{EAC38D09-AF00-9C56-67B2-34EC455226D5}"/>
          </ac:spMkLst>
        </pc:spChg>
        <pc:spChg chg="add mod">
          <ac:chgData name="Xin Luo" userId="82312ee5779919a4" providerId="LiveId" clId="{A5D610E5-752B-7B4A-889B-D40C860DA0F0}" dt="2025-05-25T05:29:20.761" v="3005"/>
          <ac:spMkLst>
            <pc:docMk/>
            <pc:sldMk cId="1616797057" sldId="2784"/>
            <ac:spMk id="13" creationId="{D0E2C2C5-9306-D0BD-9B7D-DF4D33153BBB}"/>
          </ac:spMkLst>
        </pc:spChg>
        <pc:spChg chg="mod">
          <ac:chgData name="Xin Luo" userId="82312ee5779919a4" providerId="LiveId" clId="{A5D610E5-752B-7B4A-889B-D40C860DA0F0}" dt="2025-05-25T04:04:38.569" v="2706" actId="14100"/>
          <ac:spMkLst>
            <pc:docMk/>
            <pc:sldMk cId="1616797057" sldId="2784"/>
            <ac:spMk id="28" creationId="{4B434E8B-994E-FF12-A112-95EEF5534324}"/>
          </ac:spMkLst>
        </pc:spChg>
        <pc:spChg chg="mod">
          <ac:chgData name="Xin Luo" userId="82312ee5779919a4" providerId="LiveId" clId="{A5D610E5-752B-7B4A-889B-D40C860DA0F0}" dt="2025-05-25T03:58:34.310" v="2703" actId="14100"/>
          <ac:spMkLst>
            <pc:docMk/>
            <pc:sldMk cId="1616797057" sldId="2784"/>
            <ac:spMk id="29" creationId="{4F3DB486-9EA3-23DE-AD74-18A0A279EA57}"/>
          </ac:spMkLst>
        </pc:spChg>
        <pc:graphicFrameChg chg="mod modGraphic">
          <ac:chgData name="Xin Luo" userId="82312ee5779919a4" providerId="LiveId" clId="{A5D610E5-752B-7B4A-889B-D40C860DA0F0}" dt="2025-05-25T03:58:36.442" v="2704" actId="14100"/>
          <ac:graphicFrameMkLst>
            <pc:docMk/>
            <pc:sldMk cId="1616797057" sldId="2784"/>
            <ac:graphicFrameMk id="31" creationId="{597FAA60-864C-2DCE-0D75-CD521688C878}"/>
          </ac:graphicFrameMkLst>
        </pc:graphicFrameChg>
        <pc:picChg chg="add mod">
          <ac:chgData name="Xin Luo" userId="82312ee5779919a4" providerId="LiveId" clId="{A5D610E5-752B-7B4A-889B-D40C860DA0F0}" dt="2025-05-25T04:08:42.790" v="2760" actId="14100"/>
          <ac:picMkLst>
            <pc:docMk/>
            <pc:sldMk cId="1616797057" sldId="2784"/>
            <ac:picMk id="5" creationId="{A580F05C-789D-9008-EE21-F352AEE8DBA2}"/>
          </ac:picMkLst>
        </pc:picChg>
        <pc:picChg chg="add mod">
          <ac:chgData name="Xin Luo" userId="82312ee5779919a4" providerId="LiveId" clId="{A5D610E5-752B-7B4A-889B-D40C860DA0F0}" dt="2025-05-25T04:08:42.790" v="2760" actId="14100"/>
          <ac:picMkLst>
            <pc:docMk/>
            <pc:sldMk cId="1616797057" sldId="2784"/>
            <ac:picMk id="11" creationId="{B7F7D177-0D90-A860-CFC5-A0B8B9AD38CA}"/>
          </ac:picMkLst>
        </pc:picChg>
      </pc:sldChg>
      <pc:sldChg chg="add del">
        <pc:chgData name="Xin Luo" userId="82312ee5779919a4" providerId="LiveId" clId="{A5D610E5-752B-7B4A-889B-D40C860DA0F0}" dt="2025-05-25T04:08:53.406" v="2761" actId="2696"/>
        <pc:sldMkLst>
          <pc:docMk/>
          <pc:sldMk cId="2486858048" sldId="2785"/>
        </pc:sldMkLst>
      </pc:sldChg>
      <pc:sldChg chg="addSp delSp modSp add mod">
        <pc:chgData name="Xin Luo" userId="82312ee5779919a4" providerId="LiveId" clId="{A5D610E5-752B-7B4A-889B-D40C860DA0F0}" dt="2025-05-25T05:29:31.076" v="3009"/>
        <pc:sldMkLst>
          <pc:docMk/>
          <pc:sldMk cId="2714098320" sldId="2785"/>
        </pc:sldMkLst>
        <pc:spChg chg="add mod">
          <ac:chgData name="Xin Luo" userId="82312ee5779919a4" providerId="LiveId" clId="{A5D610E5-752B-7B4A-889B-D40C860DA0F0}" dt="2025-05-25T04:52:35.382" v="2886" actId="2711"/>
          <ac:spMkLst>
            <pc:docMk/>
            <pc:sldMk cId="2714098320" sldId="2785"/>
            <ac:spMk id="9" creationId="{C298EE4A-49FF-8E82-8F12-CFB14161AEAD}"/>
          </ac:spMkLst>
        </pc:spChg>
        <pc:spChg chg="add mod">
          <ac:chgData name="Xin Luo" userId="82312ee5779919a4" providerId="LiveId" clId="{A5D610E5-752B-7B4A-889B-D40C860DA0F0}" dt="2025-05-25T05:29:31.076" v="3009"/>
          <ac:spMkLst>
            <pc:docMk/>
            <pc:sldMk cId="2714098320" sldId="2785"/>
            <ac:spMk id="12" creationId="{B230A56F-3447-7677-5981-F588A1B11316}"/>
          </ac:spMkLst>
        </pc:spChg>
        <pc:spChg chg="mod">
          <ac:chgData name="Xin Luo" userId="82312ee5779919a4" providerId="LiveId" clId="{A5D610E5-752B-7B4A-889B-D40C860DA0F0}" dt="2025-05-25T04:50:12.300" v="2849" actId="1076"/>
          <ac:spMkLst>
            <pc:docMk/>
            <pc:sldMk cId="2714098320" sldId="2785"/>
            <ac:spMk id="29" creationId="{C3C7DEEF-CB33-9609-2342-79E398CCF783}"/>
          </ac:spMkLst>
        </pc:spChg>
        <pc:spChg chg="mod">
          <ac:chgData name="Xin Luo" userId="82312ee5779919a4" providerId="LiveId" clId="{A5D610E5-752B-7B4A-889B-D40C860DA0F0}" dt="2025-05-25T04:52:45.336" v="2887" actId="113"/>
          <ac:spMkLst>
            <pc:docMk/>
            <pc:sldMk cId="2714098320" sldId="2785"/>
            <ac:spMk id="30" creationId="{43ED949F-4592-0194-2988-65CBB2FC5ED1}"/>
          </ac:spMkLst>
        </pc:spChg>
        <pc:picChg chg="add mod">
          <ac:chgData name="Xin Luo" userId="82312ee5779919a4" providerId="LiveId" clId="{A5D610E5-752B-7B4A-889B-D40C860DA0F0}" dt="2025-05-25T04:52:29.786" v="2885" actId="1036"/>
          <ac:picMkLst>
            <pc:docMk/>
            <pc:sldMk cId="2714098320" sldId="2785"/>
            <ac:picMk id="6" creationId="{CC1F2FAF-BD55-6D73-089D-A444A2F90A0C}"/>
          </ac:picMkLst>
        </pc:picChg>
        <pc:picChg chg="add mod">
          <ac:chgData name="Xin Luo" userId="82312ee5779919a4" providerId="LiveId" clId="{A5D610E5-752B-7B4A-889B-D40C860DA0F0}" dt="2025-05-25T04:51:41.261" v="2877" actId="27614"/>
          <ac:picMkLst>
            <pc:docMk/>
            <pc:sldMk cId="2714098320" sldId="2785"/>
            <ac:picMk id="11" creationId="{D999077A-EE1E-21E8-BDFE-6EE24E456D41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7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313" y="0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3438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313" y="9723438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defRPr sz="1100"/>
            </a:lvl1pPr>
          </a:lstStyle>
          <a:p>
            <a:pPr>
              <a:defRPr/>
            </a:pPr>
            <a:fld id="{6D45C849-0B45-C74F-ACD3-3797B4D2944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2899936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42875" y="768350"/>
            <a:ext cx="6818313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849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849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</a:defRPr>
            </a:lvl1pPr>
          </a:lstStyle>
          <a:p>
            <a:pPr>
              <a:defRPr/>
            </a:pPr>
            <a:fld id="{BAF496D9-25EC-FE4B-A1BF-34C514AB282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9059369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宋体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42875" y="768350"/>
            <a:ext cx="6818313" cy="3836988"/>
          </a:xfrm>
          <a:ln/>
        </p:spPr>
      </p:sp>
      <p:sp>
        <p:nvSpPr>
          <p:cNvPr id="819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zh-CN" sz="1200" kern="1200">
              <a:solidFill>
                <a:schemeClr val="tx1"/>
              </a:solidFill>
              <a:effectLst/>
              <a:latin typeface="Arial" charset="0"/>
              <a:ea typeface="宋体" pitchFamily="2" charset="-122"/>
              <a:cs typeface="宋体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1867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7ECF62-1638-4DD4-9C28-B7A1E023F854}" type="slidenum">
              <a:rPr lang="zh-CN" altLang="en-US" smtClean="0">
                <a:solidFill>
                  <a:prstClr val="black"/>
                </a:solidFill>
              </a:rPr>
              <a:pPr/>
              <a:t>2</a:t>
            </a:fld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25521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71108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DE2C2-844B-3732-AF69-AACB8AE03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89E8F11-1D16-87AA-1E78-AE2D969B64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45689BF-2E4D-D6B9-FCE8-E64FE9605A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CN" dirty="0"/>
              <a:t>1.</a:t>
            </a:r>
            <a:r>
              <a:rPr lang="zh-CN" altLang="en-US" dirty="0"/>
              <a:t> </a:t>
            </a:r>
            <a:r>
              <a:rPr lang="en-US" altLang="zh-CN" dirty="0"/>
              <a:t>python</a:t>
            </a:r>
            <a:r>
              <a:rPr lang="zh-CN" altLang="en-US" dirty="0"/>
              <a:t>创建变量不需要声明类型。</a:t>
            </a:r>
            <a:endParaRPr lang="en-US" altLang="zh-CN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zh-CN" altLang="en-US" dirty="0"/>
          </a:p>
          <a:p>
            <a:pPr algn="l">
              <a:buFont typeface="Arial" panose="020B0604020202020204" pitchFamily="34" charset="0"/>
              <a:buChar char="•"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608724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4FB29-EE7C-BDC2-40B1-08E24B8B1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CAB243B-0CB8-7F10-5D71-CDCCF5B4E6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203F916-E021-8266-58DC-3ECBA5A3FE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067529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63629-D0A9-3055-0B21-A59F6A6CD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C6D6B74-F5B3-279F-B1D9-45A355F2C1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DBC7CC0-E8BF-1FD9-9A7B-2E285A17AA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D4D0AB"/>
                </a:solidFill>
                <a:effectLst/>
                <a:latin typeface="Consolas" panose="020B0609020204030204" pitchFamily="49" charset="0"/>
              </a:rPr>
              <a:t>数字开头错误；含连字符错误；使用关键字 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024018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DDB6D-EF98-9642-1FFD-58A686073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F98B6F8-528D-E83C-E1C1-BC04503F04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2A96621-705B-2D9E-3B1C-7A02400EA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591616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975907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02C1E-45B6-057C-8BA5-8C0394E4E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BB099C2-FE39-CF2E-BD8D-FD7978BF58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6AFDCBE-C173-05C7-91F4-213192E611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后续会具体讲解变量类型</a:t>
            </a:r>
          </a:p>
        </p:txBody>
      </p:sp>
    </p:spTree>
    <p:extLst>
      <p:ext uri="{BB962C8B-B14F-4D97-AF65-F5344CB8AC3E}">
        <p14:creationId xmlns:p14="http://schemas.microsoft.com/office/powerpoint/2010/main" val="7039927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935667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98BAE-0488-5FC4-D2BB-BE3C89190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0DF7313-39BF-9AA9-4681-1BB257D722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E057346-BEB5-AF3A-0955-5BEA37A740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448834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2372D-BE88-532E-F2EA-55C41B244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E6D2C2B-2996-9C92-5422-5CCF222A9C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EB546BE-7254-353B-1D72-2815AA0C8E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697303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0C68C-A208-FB3E-3344-B3393D635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6467CE8-859E-062F-6283-BC715763C8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FBD0B8A-2483-2963-4553-683CC670D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复杂，不建议用太多</a:t>
            </a:r>
          </a:p>
        </p:txBody>
      </p:sp>
    </p:spTree>
    <p:extLst>
      <p:ext uri="{BB962C8B-B14F-4D97-AF65-F5344CB8AC3E}">
        <p14:creationId xmlns:p14="http://schemas.microsoft.com/office/powerpoint/2010/main" val="28458816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555546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583E9-4E36-F0F8-7606-102BD5629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928548B-4993-09C6-9FFF-13476A6F68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1273C88-EA5A-22A1-1F97-46343DFB4A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lnSpc>
                <a:spcPct val="150000"/>
              </a:lnSpc>
            </a:pPr>
            <a:endParaRPr lang="zh-CN" altLang="en-US" sz="1200" b="0" i="0" dirty="0">
              <a:solidFill>
                <a:schemeClr val="bg2"/>
              </a:solidFill>
              <a:effectLst/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5272721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22C0E5-A5E8-391F-4B91-3AE540419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D375B12-F6E3-4ABB-DB25-51FAF83C15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568CBD5-18AE-4F60-0204-6A8E6D3AC6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lnSpc>
                <a:spcPct val="150000"/>
              </a:lnSpc>
            </a:pPr>
            <a:r>
              <a:rPr lang="en-US" altLang="zh-CN" sz="1200" b="0" i="0" dirty="0" err="1">
                <a:solidFill>
                  <a:schemeClr val="bg2"/>
                </a:solidFill>
                <a:effectLst/>
                <a:latin typeface="+mj-ea"/>
                <a:ea typeface="+mj-ea"/>
              </a:rPr>
              <a:t>Matlab</a:t>
            </a:r>
            <a:r>
              <a:rPr lang="zh-CN" altLang="en-US" sz="1200" b="0" i="0" dirty="0">
                <a:solidFill>
                  <a:schemeClr val="bg2"/>
                </a:solidFill>
                <a:effectLst/>
                <a:latin typeface="+mj-ea"/>
                <a:ea typeface="+mj-ea"/>
              </a:rPr>
              <a:t>逻辑型，即布尔型</a:t>
            </a:r>
            <a:endParaRPr lang="en-US" altLang="zh-CN" sz="1200" b="0" i="0" dirty="0">
              <a:solidFill>
                <a:schemeClr val="bg2"/>
              </a:solidFill>
              <a:effectLst/>
              <a:latin typeface="+mj-ea"/>
              <a:ea typeface="+mj-ea"/>
            </a:endParaRPr>
          </a:p>
          <a:p>
            <a:pPr algn="l">
              <a:lnSpc>
                <a:spcPct val="150000"/>
              </a:lnSpc>
            </a:pPr>
            <a:r>
              <a:rPr lang="en-US" altLang="zh-CN" sz="1200" b="0" i="0" dirty="0">
                <a:solidFill>
                  <a:schemeClr val="bg2"/>
                </a:solidFill>
                <a:effectLst/>
                <a:latin typeface="+mj-ea"/>
                <a:ea typeface="+mj-ea"/>
              </a:rPr>
              <a:t>C</a:t>
            </a:r>
            <a:r>
              <a:rPr lang="zh-CN" altLang="en-US" sz="1200" b="0" i="0" dirty="0">
                <a:solidFill>
                  <a:schemeClr val="bg2"/>
                </a:solidFill>
                <a:effectLst/>
                <a:latin typeface="+mj-ea"/>
                <a:ea typeface="+mj-ea"/>
              </a:rPr>
              <a:t>中字符型包含在整数型中。</a:t>
            </a:r>
          </a:p>
        </p:txBody>
      </p:sp>
    </p:spTree>
    <p:extLst>
      <p:ext uri="{BB962C8B-B14F-4D97-AF65-F5344CB8AC3E}">
        <p14:creationId xmlns:p14="http://schemas.microsoft.com/office/powerpoint/2010/main" val="192431597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0AF62-7DBD-55B7-4748-A9EA2D9A1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B2F7502-661C-757F-BF62-301101D6F8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EF0CA97-6C4F-2FEB-455B-42F70FFA5A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代码演示，</a:t>
            </a:r>
            <a:r>
              <a:rPr lang="en-US" altLang="zh-CN" dirty="0"/>
              <a:t>type()</a:t>
            </a:r>
            <a:r>
              <a:rPr lang="zh-CN" altLang="en-US" dirty="0"/>
              <a:t>获取类型</a:t>
            </a:r>
          </a:p>
        </p:txBody>
      </p:sp>
    </p:spTree>
    <p:extLst>
      <p:ext uri="{BB962C8B-B14F-4D97-AF65-F5344CB8AC3E}">
        <p14:creationId xmlns:p14="http://schemas.microsoft.com/office/powerpoint/2010/main" val="333821914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55CFF-268F-BEF0-3CDC-6D05BCE3C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08E18DD-47CD-6A26-B7EE-1DFD960257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FC4BEBF-8DD7-C96B-A317-2DBBDE67CF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代码演示，</a:t>
            </a:r>
            <a:r>
              <a:rPr lang="en-US" altLang="zh-CN" dirty="0"/>
              <a:t>type()</a:t>
            </a:r>
            <a:r>
              <a:rPr lang="zh-CN" altLang="en-US" dirty="0"/>
              <a:t>获取类型</a:t>
            </a:r>
          </a:p>
        </p:txBody>
      </p:sp>
    </p:spTree>
    <p:extLst>
      <p:ext uri="{BB962C8B-B14F-4D97-AF65-F5344CB8AC3E}">
        <p14:creationId xmlns:p14="http://schemas.microsoft.com/office/powerpoint/2010/main" val="222243105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50696-E33E-1051-D7DF-3903B0D6D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94669E-BE0C-B804-3824-18056F369B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0DF21B9-7106-F428-0765-46A486BB32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代码演示，</a:t>
            </a:r>
            <a:r>
              <a:rPr lang="en-US" altLang="zh-CN" dirty="0"/>
              <a:t>type()</a:t>
            </a:r>
            <a:r>
              <a:rPr lang="zh-CN" altLang="en-US" dirty="0"/>
              <a:t>获取类型</a:t>
            </a:r>
          </a:p>
        </p:txBody>
      </p:sp>
    </p:spTree>
    <p:extLst>
      <p:ext uri="{BB962C8B-B14F-4D97-AF65-F5344CB8AC3E}">
        <p14:creationId xmlns:p14="http://schemas.microsoft.com/office/powerpoint/2010/main" val="19824947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76876-0C31-11A8-EE98-CFD5308FD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F73070C-B8F6-B687-1585-9274283A3D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B4EC7B9-B20E-481F-3B0C-1F0A53C2A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3344162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638A4-B42C-097D-399D-60A2B59E5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060A03E-8756-4F8E-4C60-98AC743CF4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6513CFC-9F04-5D2A-19C3-0466EF71E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9448488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584D7-2CBD-51DC-9603-9F231DF55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8E4D792-0DA4-4526-E547-7AD116A5E7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BCDA646-75D4-3533-0570-EDD635D6C5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Insert(), pop() </a:t>
            </a:r>
            <a:r>
              <a:rPr lang="zh-CN" altLang="en-US" dirty="0"/>
              <a:t>根据索引进行增加，删除。</a:t>
            </a:r>
          </a:p>
        </p:txBody>
      </p:sp>
    </p:spTree>
    <p:extLst>
      <p:ext uri="{BB962C8B-B14F-4D97-AF65-F5344CB8AC3E}">
        <p14:creationId xmlns:p14="http://schemas.microsoft.com/office/powerpoint/2010/main" val="12434784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48ED7-40E5-5350-7774-90EE815BF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31D5A35-580C-8469-CFDF-47F78CDD8B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D0B2495-CB7E-4889-6409-90A51B0A2E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9509516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4B465-6A66-3672-A53F-AC8A7F4EB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BA01508-06EB-6574-DAFC-7A565BCA0E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9AA37F3-5C94-9724-B21A-AAEDECF341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3629866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7F50A-F8CA-4C0C-EF8E-B9E0FB9F1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48FE580-4801-43E8-FD48-D7955C8DED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17030F8-DA08-B8AF-729C-4A887C4813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059621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6332621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413132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>
            <a:spLocks noChangeArrowheads="1"/>
          </p:cNvSpPr>
          <p:nvPr userDrawn="1"/>
        </p:nvSpPr>
        <p:spPr bwMode="auto">
          <a:xfrm>
            <a:off x="0" y="2276475"/>
            <a:ext cx="12192000" cy="369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5" name="矩形 4"/>
          <p:cNvSpPr>
            <a:spLocks noChangeArrowheads="1"/>
          </p:cNvSpPr>
          <p:nvPr userDrawn="1"/>
        </p:nvSpPr>
        <p:spPr bwMode="auto">
          <a:xfrm>
            <a:off x="0" y="2203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6" name="矩形 5"/>
          <p:cNvSpPr>
            <a:spLocks noChangeArrowheads="1"/>
          </p:cNvSpPr>
          <p:nvPr userDrawn="1"/>
        </p:nvSpPr>
        <p:spPr bwMode="auto">
          <a:xfrm>
            <a:off x="0" y="4870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32860" name="Rectangle 92"/>
          <p:cNvSpPr>
            <a:spLocks noGrp="1" noChangeArrowheads="1"/>
          </p:cNvSpPr>
          <p:nvPr>
            <p:ph type="ctrTitle"/>
          </p:nvPr>
        </p:nvSpPr>
        <p:spPr>
          <a:xfrm>
            <a:off x="2438400" y="1828800"/>
            <a:ext cx="9245600" cy="236220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2861" name="Rectangle 93"/>
          <p:cNvSpPr>
            <a:spLocks noGrp="1" noChangeArrowheads="1"/>
          </p:cNvSpPr>
          <p:nvPr>
            <p:ph type="subTitle" idx="1"/>
          </p:nvPr>
        </p:nvSpPr>
        <p:spPr>
          <a:xfrm>
            <a:off x="2438400" y="4572000"/>
            <a:ext cx="9245600" cy="12954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2436137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292966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653096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83453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114205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737418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587389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83168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2014974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8887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192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192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1798699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0" y="-26988"/>
            <a:ext cx="12192000" cy="6192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823186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914400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4297495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900904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473" name="Picture 1" descr="D:\5万更新包奖PPT\张嘉\PPT用图\2.整饰相关\整饰 周老师改\5 31整饰-1副本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58001"/>
          </a:xfrm>
          <a:prstGeom prst="rect">
            <a:avLst/>
          </a:prstGeom>
          <a:noFill/>
        </p:spPr>
      </p:pic>
      <p:sp>
        <p:nvSpPr>
          <p:cNvPr id="2" name="大标题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71546"/>
          </a:xfrm>
          <a:prstGeom prst="rect">
            <a:avLst/>
          </a:prstGeom>
        </p:spPr>
        <p:txBody>
          <a:bodyPr anchor="ctr"/>
          <a:lstStyle>
            <a:lvl1pPr algn="ctr">
              <a:defRPr lang="zh-CN" altLang="en-US" sz="36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534771050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bg>
      <p:bgPr>
        <a:gradFill rotWithShape="1">
          <a:gsLst>
            <a:gs pos="0">
              <a:schemeClr val="bg1">
                <a:tint val="80000"/>
                <a:satMod val="300000"/>
              </a:schemeClr>
            </a:gs>
            <a:gs pos="100000">
              <a:schemeClr val="bg1">
                <a:lumMod val="9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8659729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130869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309685" y="6467405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>
                <a:solidFill>
                  <a:prstClr val="black">
                    <a:tint val="75000"/>
                  </a:prstClr>
                </a:solidFill>
              </a:rPr>
              <a:t>Page </a:t>
            </a:r>
            <a:fld id="{5B7D6B44-8869-44D6-9B46-FD9D3C769EB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>
            <a:off x="0" y="6395396"/>
            <a:ext cx="12192000" cy="0"/>
          </a:xfrm>
          <a:custGeom>
            <a:avLst/>
            <a:gdLst>
              <a:gd name="connsiteX0" fmla="*/ 0 w 9144000"/>
              <a:gd name="connsiteY0" fmla="*/ 0 h 0"/>
              <a:gd name="connsiteX1" fmla="*/ 9144000 w 914400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144000">
                <a:moveTo>
                  <a:pt x="0" y="0"/>
                </a:moveTo>
                <a:lnTo>
                  <a:pt x="9144000" y="0"/>
                </a:lnTo>
              </a:path>
            </a:pathLst>
          </a:cu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>
              <a:solidFill>
                <a:prstClr val="white"/>
              </a:solidFill>
            </a:endParaRP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556853612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609398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629FCA-9BCC-4D94-BCF1-50AA18210C8D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9554218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480EE588-B514-4B83-883F-1A90AE4C4A85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249880"/>
      </p:ext>
    </p:extLst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3945235"/>
            <a:ext cx="10363200" cy="461665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0523AAF6-DDDF-4D98-B1C8-197F7B964DB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4115387"/>
      </p:ext>
    </p:extLst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33918" y="1087439"/>
            <a:ext cx="5369983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07100" y="1087439"/>
            <a:ext cx="5369984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DAC03A7A-4C91-400B-8A5E-521C0E46A7D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186905"/>
      </p:ext>
    </p:extLst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39344"/>
            <a:ext cx="5386917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639344"/>
            <a:ext cx="5389033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CE4B736F-8802-4601-81EF-2D08228E192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2782090"/>
      </p:ext>
    </p:extLst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94C19E30-39C3-491E-99F3-94FA9B6A4A6B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1323634"/>
      </p:ext>
    </p:extLst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5CB6EDE-C31E-48F8-B56E-C83A2C11E3A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80110239"/>
      </p:ext>
    </p:extLst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266534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AB753CBF-8E7A-41BE-9CDE-C113C4033482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75091782"/>
      </p:ext>
    </p:extLst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68326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D5458A-7C4D-4972-829E-0613074E0F8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56758884"/>
      </p:ext>
    </p:extLst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917676" y="1087439"/>
            <a:ext cx="3459409" cy="2332946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B72497E-EDC7-4CBF-BBB7-C88B46A92B8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8231793"/>
      </p:ext>
    </p:extLst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676218" y="115889"/>
            <a:ext cx="2891367" cy="324167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530674" y="115889"/>
            <a:ext cx="2942344" cy="32416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86B5A12F-F1D3-4E67-A43C-D26EBF5447F7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756141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4380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9" name="同侧圆角矩形 8"/>
          <p:cNvSpPr/>
          <p:nvPr userDrawn="1"/>
        </p:nvSpPr>
        <p:spPr>
          <a:xfrm rot="5400000">
            <a:off x="6030021" y="-5257469"/>
            <a:ext cx="72000" cy="12132043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10" name="同侧圆角矩形 9"/>
          <p:cNvSpPr/>
          <p:nvPr userDrawn="1"/>
        </p:nvSpPr>
        <p:spPr>
          <a:xfrm rot="5400000" flipH="1">
            <a:off x="11385532" y="38088"/>
            <a:ext cx="72000" cy="1540935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bg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4774" r:id="rId1"/>
    <p:sldLayoutId id="2147484775" r:id="rId2"/>
    <p:sldLayoutId id="2147484776" r:id="rId3"/>
    <p:sldLayoutId id="2147484777" r:id="rId4"/>
    <p:sldLayoutId id="2147484778" r:id="rId5"/>
    <p:sldLayoutId id="2147484779" r:id="rId6"/>
    <p:sldLayoutId id="2147484780" r:id="rId7"/>
    <p:sldLayoutId id="2147484781" r:id="rId8"/>
    <p:sldLayoutId id="2147484782" r:id="rId9"/>
    <p:sldLayoutId id="2147484783" r:id="rId10"/>
    <p:sldLayoutId id="2147484784" r:id="rId11"/>
    <p:sldLayoutId id="2147484785" r:id="rId12"/>
    <p:sldLayoutId id="2147484786" r:id="rId13"/>
    <p:sldLayoutId id="2147484787" r:id="rId14"/>
    <p:sldLayoutId id="2147484788" r:id="rId15"/>
    <p:sldLayoutId id="2147484789" r:id="rId16"/>
    <p:sldLayoutId id="2147484790" r:id="rId17"/>
    <p:sldLayoutId id="2147484954" r:id="rId18"/>
  </p:sldLayoutIdLst>
  <p:transition>
    <p:fade/>
  </p:transition>
  <p:hf hdr="0" ftr="0" dt="0"/>
  <p:txStyles>
    <p:titleStyle>
      <a:lvl1pPr marL="0" indent="88900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+mj-lt"/>
          <a:ea typeface="+mj-ea"/>
          <a:cs typeface="微软雅黑" charset="0"/>
        </a:defRPr>
      </a:lvl1pPr>
      <a:lvl2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2pPr>
      <a:lvl3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3pPr>
      <a:lvl4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4pPr>
      <a:lvl5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80000"/>
        <a:buChar char="•"/>
        <a:defRPr kumimoji="1" sz="2800">
          <a:solidFill>
            <a:schemeClr val="bg2"/>
          </a:solidFill>
          <a:latin typeface="+mn-lt"/>
          <a:ea typeface="+mn-ea"/>
          <a:cs typeface="微软雅黑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75000"/>
        <a:buChar char="–"/>
        <a:defRPr kumimoji="1" sz="2400">
          <a:solidFill>
            <a:schemeClr val="bg2"/>
          </a:solidFill>
          <a:latin typeface="+mn-lt"/>
          <a:ea typeface="+mn-ea"/>
          <a:cs typeface="微软雅黑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Char char="•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Char char="»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12" descr="bg3-LINE"/>
          <p:cNvPicPr>
            <a:picLocks noChangeAspect="1" noChangeArrowheads="1"/>
          </p:cNvPicPr>
          <p:nvPr userDrawn="1"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1" y="1"/>
            <a:ext cx="12189884" cy="6856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43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0" y="115889"/>
            <a:ext cx="11567584" cy="649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标题文本样式：黑体</a:t>
            </a:r>
            <a:r>
              <a:rPr lang="en-US" altLang="zh-CN"/>
              <a:t>/34</a:t>
            </a:r>
            <a:r>
              <a:rPr lang="zh-CN" altLang="en-US"/>
              <a:t>号  </a:t>
            </a:r>
            <a:r>
              <a:rPr lang="en-US" altLang="zh-CN"/>
              <a:t>Arial/34pt</a:t>
            </a:r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3918" y="1087439"/>
            <a:ext cx="10943167" cy="233294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>
            <a:spAutoFit/>
          </a:bodyPr>
          <a:lstStyle/>
          <a:p>
            <a:pPr lvl="0"/>
            <a:r>
              <a:rPr lang="zh-CN" altLang="en-US"/>
              <a:t>第一级内容文本样式：黑体</a:t>
            </a:r>
            <a:r>
              <a:rPr lang="en-US" altLang="zh-CN"/>
              <a:t>/28</a:t>
            </a:r>
            <a:r>
              <a:rPr lang="zh-CN" altLang="en-US"/>
              <a:t>号  </a:t>
            </a:r>
            <a:r>
              <a:rPr lang="en-US" altLang="zh-CN"/>
              <a:t>Arial/28pt</a:t>
            </a:r>
          </a:p>
          <a:p>
            <a:pPr lvl="1"/>
            <a:r>
              <a:rPr lang="zh-CN" altLang="en-US"/>
              <a:t>第二级内容文本样式：黑体</a:t>
            </a:r>
            <a:r>
              <a:rPr lang="en-US" altLang="zh-CN"/>
              <a:t>/24</a:t>
            </a:r>
            <a:r>
              <a:rPr lang="zh-CN" altLang="en-US"/>
              <a:t>号  </a:t>
            </a:r>
            <a:r>
              <a:rPr lang="en-US" altLang="zh-CN"/>
              <a:t>Arial/24pt</a:t>
            </a:r>
          </a:p>
          <a:p>
            <a:pPr lvl="2"/>
            <a:r>
              <a:rPr lang="zh-CN" altLang="en-US"/>
              <a:t>第三级内容文本样式：黑体</a:t>
            </a:r>
            <a:r>
              <a:rPr lang="en-US" altLang="zh-CN"/>
              <a:t>/20</a:t>
            </a:r>
            <a:r>
              <a:rPr lang="zh-CN" altLang="en-US"/>
              <a:t>号  </a:t>
            </a:r>
            <a:r>
              <a:rPr lang="en-US" altLang="zh-CN"/>
              <a:t>Arial/20pt</a:t>
            </a:r>
          </a:p>
          <a:p>
            <a:pPr lvl="3"/>
            <a:r>
              <a:rPr lang="zh-CN" altLang="en-US"/>
              <a:t>第四级内容文本样式：黑体</a:t>
            </a:r>
            <a:r>
              <a:rPr lang="en-US" altLang="zh-CN"/>
              <a:t>/18</a:t>
            </a:r>
            <a:r>
              <a:rPr lang="zh-CN" altLang="en-US"/>
              <a:t>号  </a:t>
            </a:r>
            <a:r>
              <a:rPr lang="en-US" altLang="zh-CN"/>
              <a:t>Arial/18pt</a:t>
            </a:r>
          </a:p>
          <a:p>
            <a:pPr lvl="4"/>
            <a:r>
              <a:rPr lang="zh-CN" altLang="en-US"/>
              <a:t>第五级内容文本样式：黑体</a:t>
            </a:r>
            <a:r>
              <a:rPr lang="en-US" altLang="zh-CN"/>
              <a:t>/16</a:t>
            </a:r>
            <a:r>
              <a:rPr lang="zh-CN" altLang="en-US"/>
              <a:t>号  </a:t>
            </a:r>
            <a:r>
              <a:rPr lang="en-US" altLang="zh-CN"/>
              <a:t>Arial/16pt</a:t>
            </a:r>
          </a:p>
        </p:txBody>
      </p:sp>
      <p:sp>
        <p:nvSpPr>
          <p:cNvPr id="306181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03267" y="6499226"/>
            <a:ext cx="2844800" cy="2127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0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r>
              <a:rPr lang="en-US" altLang="zh-CN"/>
              <a:t> </a:t>
            </a:r>
            <a:fld id="{0FF7CBF9-F9A5-4695-8B7F-69B64C2D809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46206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87" r:id="rId1"/>
    <p:sldLayoutId id="2147484988" r:id="rId2"/>
    <p:sldLayoutId id="2147484989" r:id="rId3"/>
    <p:sldLayoutId id="2147484990" r:id="rId4"/>
    <p:sldLayoutId id="2147484991" r:id="rId5"/>
    <p:sldLayoutId id="2147484992" r:id="rId6"/>
    <p:sldLayoutId id="2147484993" r:id="rId7"/>
    <p:sldLayoutId id="2147484994" r:id="rId8"/>
    <p:sldLayoutId id="2147484995" r:id="rId9"/>
    <p:sldLayoutId id="2147484996" r:id="rId10"/>
    <p:sldLayoutId id="2147484997" r:id="rId11"/>
  </p:sldLayoutIdLst>
  <p:transition/>
  <p:hf hdr="0" ftr="0" dt="0"/>
  <p:txStyles>
    <p:titleStyle>
      <a:lvl1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+mj-lt"/>
          <a:ea typeface="+mj-ea"/>
          <a:cs typeface="+mj-cs"/>
        </a:defRPr>
      </a:lvl1pPr>
      <a:lvl2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2pPr>
      <a:lvl3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3pPr>
      <a:lvl4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4pPr>
      <a:lvl5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5pPr>
      <a:lvl6pPr marL="8191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6pPr>
      <a:lvl7pPr marL="12763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7pPr>
      <a:lvl8pPr marL="17335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8pPr>
      <a:lvl9pPr marL="21907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9pPr>
    </p:titleStyle>
    <p:bodyStyle>
      <a:lvl1pPr marL="180975" indent="-180975" algn="l" rtl="0" eaLnBrk="0" fontAlgn="ctr" hangingPunct="0">
        <a:lnSpc>
          <a:spcPct val="120000"/>
        </a:lnSpc>
        <a:spcBef>
          <a:spcPct val="50000"/>
        </a:spcBef>
        <a:spcAft>
          <a:spcPct val="0"/>
        </a:spcAft>
        <a:buClr>
          <a:srgbClr val="00246C"/>
        </a:buClr>
        <a:buSzPct val="80000"/>
        <a:buFont typeface="Wingdings" panose="05000000000000000000" pitchFamily="2" charset="2"/>
        <a:buChar char="n"/>
        <a:defRPr sz="2800" b="1">
          <a:solidFill>
            <a:srgbClr val="00246C"/>
          </a:solidFill>
          <a:latin typeface="+mn-lt"/>
          <a:ea typeface="+mn-ea"/>
          <a:cs typeface="+mn-cs"/>
        </a:defRPr>
      </a:lvl1pPr>
      <a:lvl2pPr marL="541655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00CC"/>
        </a:buClr>
        <a:buSzPct val="80000"/>
        <a:buFont typeface="Wingdings" panose="05000000000000000000" pitchFamily="2" charset="2"/>
        <a:buChar char="n"/>
        <a:defRPr sz="2400" b="1">
          <a:solidFill>
            <a:srgbClr val="0000CC"/>
          </a:solidFill>
          <a:latin typeface="+mn-lt"/>
          <a:ea typeface="+mn-ea"/>
        </a:defRPr>
      </a:lvl2pPr>
      <a:lvl3pPr marL="895350" indent="-17462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3333FF"/>
        </a:buClr>
        <a:buSzPct val="80000"/>
        <a:buFont typeface="Wingdings" panose="05000000000000000000" pitchFamily="2" charset="2"/>
        <a:buChar char="n"/>
        <a:defRPr sz="2000">
          <a:solidFill>
            <a:srgbClr val="3333FF"/>
          </a:solidFill>
          <a:latin typeface="+mn-lt"/>
          <a:ea typeface="+mn-ea"/>
        </a:defRPr>
      </a:lvl3pPr>
      <a:lvl4pPr marL="1256030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6699FF"/>
        </a:buClr>
        <a:buSzPct val="80000"/>
        <a:buFont typeface="Wingdings" panose="05000000000000000000" pitchFamily="2" charset="2"/>
        <a:buChar char="n"/>
        <a:defRPr sz="2000">
          <a:solidFill>
            <a:srgbClr val="6699FF"/>
          </a:solidFill>
          <a:latin typeface="+mn-lt"/>
          <a:ea typeface="+mn-ea"/>
        </a:defRPr>
      </a:lvl4pPr>
      <a:lvl5pPr marL="1619250" indent="-184150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5pPr>
      <a:lvl6pPr marL="20764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6pPr>
      <a:lvl7pPr marL="25336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7pPr>
      <a:lvl8pPr marL="29908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8pPr>
      <a:lvl9pPr marL="34480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ChangeArrowheads="1"/>
          </p:cNvSpPr>
          <p:nvPr/>
        </p:nvSpPr>
        <p:spPr bwMode="auto">
          <a:xfrm>
            <a:off x="1843693" y="1685332"/>
            <a:ext cx="8501204" cy="1917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>
              <a:defRPr/>
            </a:pPr>
            <a:r>
              <a:rPr lang="zh-CN" altLang="en-US" sz="5400" b="1" dirty="0">
                <a:solidFill>
                  <a:srgbClr val="FF0000"/>
                </a:solidFill>
                <a:latin typeface="微软雅黑"/>
                <a:ea typeface="微软雅黑"/>
              </a:rPr>
              <a:t>第二章 变量与数据类型</a:t>
            </a:r>
            <a:endParaRPr lang="zh-CN" altLang="zh-CN" sz="5400" b="1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25" name="Rectangle 8"/>
          <p:cNvSpPr>
            <a:spLocks noChangeArrowheads="1"/>
          </p:cNvSpPr>
          <p:nvPr/>
        </p:nvSpPr>
        <p:spPr bwMode="auto">
          <a:xfrm>
            <a:off x="1677909" y="3931738"/>
            <a:ext cx="8809022" cy="1439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sz="2800" b="1" dirty="0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罗 新</a:t>
            </a:r>
            <a:endParaRPr lang="en-US" altLang="zh-CN" sz="28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sz="2800" b="1" dirty="0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云南大学 地球科学学院</a:t>
            </a:r>
            <a:endParaRPr lang="en-US" altLang="zh-CN" sz="28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endParaRPr lang="zh-CN" altLang="en-US" sz="32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</p:txBody>
      </p:sp>
      <p:sp>
        <p:nvSpPr>
          <p:cNvPr id="54" name="矩形 53"/>
          <p:cNvSpPr/>
          <p:nvPr/>
        </p:nvSpPr>
        <p:spPr>
          <a:xfrm flipV="1">
            <a:off x="2316000" y="3614405"/>
            <a:ext cx="7560000" cy="45719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lumMod val="0"/>
                  <a:lumOff val="100000"/>
                  <a:alpha val="0"/>
                </a:schemeClr>
              </a:gs>
              <a:gs pos="50000">
                <a:schemeClr val="accent1"/>
              </a:gs>
              <a:gs pos="100000">
                <a:schemeClr val="accent1">
                  <a:tint val="23500"/>
                  <a:satMod val="160000"/>
                  <a:lumMod val="0"/>
                  <a:lumOff val="100000"/>
                  <a:alpha val="0"/>
                </a:schemeClr>
              </a:gs>
            </a:gsLst>
            <a:lin ang="10800000" scaled="1"/>
            <a:tileRect/>
          </a:gradFill>
        </p:spPr>
        <p:txBody>
          <a:bodyPr wrap="square" lIns="0" rtlCol="0" anchor="ctr">
            <a:noAutofit/>
          </a:bodyPr>
          <a:lstStyle/>
          <a:p>
            <a:pPr algn="l">
              <a:defRPr/>
            </a:pPr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515BE6-09AD-694B-8839-0C2DC98FAD34}"/>
              </a:ext>
            </a:extLst>
          </p:cNvPr>
          <p:cNvSpPr/>
          <p:nvPr/>
        </p:nvSpPr>
        <p:spPr>
          <a:xfrm>
            <a:off x="1831819" y="5474698"/>
            <a:ext cx="8627953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 err="1">
                <a:solidFill>
                  <a:prstClr val="black"/>
                </a:solidFill>
                <a:latin typeface="微软雅黑"/>
                <a:ea typeface="微软雅黑"/>
              </a:rPr>
              <a:t>邮箱</a:t>
            </a:r>
            <a:r>
              <a:rPr lang="en-CN" sz="2000" dirty="0">
                <a:solidFill>
                  <a:prstClr val="black"/>
                </a:solidFill>
                <a:latin typeface="微软雅黑"/>
                <a:ea typeface="微软雅黑"/>
              </a:rPr>
              <a:t>: xinluo_xin@ynu.edu.cn</a:t>
            </a:r>
          </a:p>
          <a:p>
            <a:pPr>
              <a:defRPr/>
            </a:pPr>
            <a:r>
              <a:rPr lang="en-CN" sz="2000" dirty="0">
                <a:solidFill>
                  <a:prstClr val="black"/>
                </a:solidFill>
                <a:latin typeface="微软雅黑"/>
                <a:ea typeface="微软雅黑"/>
              </a:rPr>
              <a:t>地址</a:t>
            </a:r>
            <a:r>
              <a:rPr lang="zh-CN" altLang="en-US" sz="2000" dirty="0">
                <a:solidFill>
                  <a:prstClr val="black"/>
                </a:solidFill>
                <a:latin typeface="微软雅黑"/>
                <a:ea typeface="微软雅黑"/>
              </a:rPr>
              <a:t>：地球科学学院</a:t>
            </a:r>
            <a:r>
              <a:rPr lang="en-US" altLang="zh-CN" sz="2000" dirty="0">
                <a:solidFill>
                  <a:prstClr val="black"/>
                </a:solidFill>
                <a:latin typeface="微软雅黑"/>
                <a:ea typeface="微软雅黑"/>
              </a:rPr>
              <a:t>1327</a:t>
            </a:r>
            <a:r>
              <a:rPr lang="zh-CN" altLang="en-US" sz="2000" dirty="0">
                <a:solidFill>
                  <a:prstClr val="black"/>
                </a:solidFill>
                <a:latin typeface="微软雅黑"/>
                <a:ea typeface="微软雅黑"/>
              </a:rPr>
              <a:t>办公室</a:t>
            </a:r>
            <a:endParaRPr lang="en-CN" sz="20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A20417-E7CA-C285-EB98-9BD26873E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694" y="243145"/>
            <a:ext cx="2866773" cy="10126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9EB157-7CF0-C636-5797-94C0A73AF8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262" y="6259528"/>
            <a:ext cx="2996979" cy="6229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75549C-74EF-2C8F-6432-2C52B803FB1B}"/>
              </a:ext>
            </a:extLst>
          </p:cNvPr>
          <p:cNvSpPr txBox="1"/>
          <p:nvPr/>
        </p:nvSpPr>
        <p:spPr>
          <a:xfrm>
            <a:off x="7502719" y="243145"/>
            <a:ext cx="45448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000" b="1" dirty="0">
                <a:solidFill>
                  <a:schemeClr val="bg2"/>
                </a:solidFill>
                <a:latin typeface="+mn-ea"/>
                <a:ea typeface="+mn-ea"/>
              </a:rPr>
              <a:t>云南大学</a:t>
            </a:r>
            <a:r>
              <a:rPr lang="en-US" altLang="zh-CN" sz="2000" b="1" dirty="0">
                <a:solidFill>
                  <a:schemeClr val="bg2"/>
                </a:solidFill>
                <a:latin typeface="+mn-ea"/>
                <a:ea typeface="+mn-ea"/>
              </a:rPr>
              <a:t>《</a:t>
            </a:r>
            <a:r>
              <a:rPr lang="zh-CN" altLang="en-US" sz="2000" b="1" dirty="0">
                <a:solidFill>
                  <a:schemeClr val="bg2"/>
                </a:solidFill>
                <a:latin typeface="+mn-ea"/>
                <a:ea typeface="+mn-ea"/>
              </a:rPr>
              <a:t>地学</a:t>
            </a:r>
            <a:r>
              <a:rPr lang="en-CN" sz="2000" b="1" dirty="0">
                <a:solidFill>
                  <a:schemeClr val="bg2"/>
                </a:solidFill>
                <a:latin typeface="+mn-ea"/>
                <a:ea typeface="+mn-ea"/>
              </a:rPr>
              <a:t>编程基础</a:t>
            </a:r>
            <a:r>
              <a:rPr lang="en-US" altLang="zh-CN" sz="2000" b="1" dirty="0">
                <a:solidFill>
                  <a:schemeClr val="bg2"/>
                </a:solidFill>
                <a:latin typeface="+mn-ea"/>
                <a:ea typeface="+mn-ea"/>
              </a:rPr>
              <a:t>》</a:t>
            </a:r>
            <a:r>
              <a:rPr lang="en-CN" sz="2000" b="1" dirty="0">
                <a:solidFill>
                  <a:schemeClr val="bg2"/>
                </a:solidFill>
                <a:latin typeface="+mn-ea"/>
                <a:ea typeface="+mn-ea"/>
              </a:rPr>
              <a:t>课程第</a:t>
            </a:r>
            <a:r>
              <a:rPr lang="zh-CN" altLang="en-US" sz="2000" b="1" dirty="0">
                <a:solidFill>
                  <a:schemeClr val="bg2"/>
                </a:solidFill>
                <a:latin typeface="+mn-ea"/>
                <a:ea typeface="+mn-ea"/>
              </a:rPr>
              <a:t>二</a:t>
            </a:r>
            <a:r>
              <a:rPr lang="en-CN" sz="2000" b="1" dirty="0">
                <a:solidFill>
                  <a:schemeClr val="bg2"/>
                </a:solidFill>
                <a:latin typeface="+mn-ea"/>
                <a:ea typeface="+mn-ea"/>
              </a:rPr>
              <a:t>章</a:t>
            </a:r>
          </a:p>
        </p:txBody>
      </p:sp>
    </p:spTree>
    <p:extLst>
      <p:ext uri="{BB962C8B-B14F-4D97-AF65-F5344CB8AC3E}">
        <p14:creationId xmlns:p14="http://schemas.microsoft.com/office/powerpoint/2010/main" val="165860717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835696" cy="6858000"/>
          </a:xfrm>
          <a:prstGeom prst="rect">
            <a:avLst/>
          </a:prstGeom>
          <a:solidFill>
            <a:srgbClr val="00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/>
              </a:solidFill>
              <a:latin typeface="Calibri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2ED16A1-79B8-7DB1-1CC1-250B051BAD58}"/>
              </a:ext>
            </a:extLst>
          </p:cNvPr>
          <p:cNvGrpSpPr/>
          <p:nvPr/>
        </p:nvGrpSpPr>
        <p:grpSpPr>
          <a:xfrm>
            <a:off x="1921131" y="3765250"/>
            <a:ext cx="6403721" cy="718410"/>
            <a:chOff x="2121801" y="3511059"/>
            <a:chExt cx="5718901" cy="576331"/>
          </a:xfrm>
        </p:grpSpPr>
        <p:sp>
          <p:nvSpPr>
            <p:cNvPr id="13" name="椭圆 12"/>
            <p:cNvSpPr/>
            <p:nvPr/>
          </p:nvSpPr>
          <p:spPr>
            <a:xfrm>
              <a:off x="2121801" y="3511390"/>
              <a:ext cx="655111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4000" b="1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二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2777899" y="3511059"/>
              <a:ext cx="5062803" cy="56788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40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数据类型</a:t>
              </a:r>
              <a:endParaRPr lang="en-US" altLang="zh-CN" sz="4000" b="1" dirty="0">
                <a:solidFill>
                  <a:schemeClr val="accent1"/>
                </a:solidFill>
                <a:highlight>
                  <a:srgbClr val="FFFFFF"/>
                </a:highlight>
                <a:latin typeface="Arial"/>
                <a:ea typeface="微软雅黑"/>
              </a:endParaRP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8696373" y="260648"/>
            <a:ext cx="16081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5400" b="1">
                <a:solidFill>
                  <a:schemeClr val="accent1"/>
                </a:solidFill>
                <a:latin typeface="Arial"/>
                <a:ea typeface="微软雅黑"/>
              </a:rPr>
              <a:t>目录</a:t>
            </a:r>
            <a:endParaRPr lang="en-US" altLang="zh-CN" sz="5400" b="1">
              <a:solidFill>
                <a:schemeClr val="accent1"/>
              </a:solidFill>
              <a:latin typeface="Arial"/>
              <a:ea typeface="微软雅黑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FCAA61D-767A-24EA-9072-7425684288BB}"/>
              </a:ext>
            </a:extLst>
          </p:cNvPr>
          <p:cNvGrpSpPr/>
          <p:nvPr/>
        </p:nvGrpSpPr>
        <p:grpSpPr>
          <a:xfrm>
            <a:off x="1921131" y="2479393"/>
            <a:ext cx="6649827" cy="772176"/>
            <a:chOff x="2121802" y="2115450"/>
            <a:chExt cx="5221533" cy="576000"/>
          </a:xfrm>
        </p:grpSpPr>
        <p:sp>
          <p:nvSpPr>
            <p:cNvPr id="4" name="椭圆 9">
              <a:extLst>
                <a:ext uri="{FF2B5EF4-FFF2-40B4-BE49-F238E27FC236}">
                  <a16:creationId xmlns:a16="http://schemas.microsoft.com/office/drawing/2014/main" id="{E22E439B-4B3F-A527-61D0-3ED55D24E856}"/>
                </a:ext>
              </a:extLst>
            </p:cNvPr>
            <p:cNvSpPr/>
            <p:nvPr/>
          </p:nvSpPr>
          <p:spPr>
            <a:xfrm>
              <a:off x="2121802" y="2115450"/>
              <a:ext cx="576000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4000" b="1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一</a:t>
              </a:r>
            </a:p>
          </p:txBody>
        </p:sp>
        <p:sp>
          <p:nvSpPr>
            <p:cNvPr id="5" name="矩形 11">
              <a:extLst>
                <a:ext uri="{FF2B5EF4-FFF2-40B4-BE49-F238E27FC236}">
                  <a16:creationId xmlns:a16="http://schemas.microsoft.com/office/drawing/2014/main" id="{494DAA55-5621-28DB-D255-E0EBB6C6477B}"/>
                </a:ext>
              </a:extLst>
            </p:cNvPr>
            <p:cNvSpPr/>
            <p:nvPr/>
          </p:nvSpPr>
          <p:spPr>
            <a:xfrm>
              <a:off x="2697802" y="2127599"/>
              <a:ext cx="4645533" cy="528043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40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变量命名与赋值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612036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19050" y="3529013"/>
            <a:ext cx="121539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sz="3200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08115" y="3926042"/>
            <a:ext cx="875305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800" b="1" dirty="0">
                <a:latin typeface="微软雅黑" pitchFamily="34" charset="-122"/>
                <a:ea typeface="微软雅黑" pitchFamily="34" charset="-122"/>
              </a:rPr>
              <a:t>一、变量命名与赋值</a:t>
            </a:r>
          </a:p>
        </p:txBody>
      </p:sp>
      <p:sp>
        <p:nvSpPr>
          <p:cNvPr id="8" name="矩形 7"/>
          <p:cNvSpPr/>
          <p:nvPr/>
        </p:nvSpPr>
        <p:spPr>
          <a:xfrm>
            <a:off x="19050" y="5072061"/>
            <a:ext cx="12153900" cy="102281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1590120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0D4BC-A0A2-3939-2C6F-FC340D329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D9BC452-13E2-26AE-1D4E-3F9E7D53B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C63F67-9AAB-CE6E-C7E5-38F577238B01}"/>
              </a:ext>
            </a:extLst>
          </p:cNvPr>
          <p:cNvSpPr txBox="1"/>
          <p:nvPr/>
        </p:nvSpPr>
        <p:spPr>
          <a:xfrm>
            <a:off x="95250" y="872803"/>
            <a:ext cx="8820150" cy="5494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4000" b="1" dirty="0">
                <a:solidFill>
                  <a:srgbClr val="333333"/>
                </a:solidFill>
                <a:latin typeface="+mn-ea"/>
                <a:ea typeface="+mn-ea"/>
              </a:rPr>
              <a:t>1. </a:t>
            </a:r>
            <a:r>
              <a:rPr lang="zh-CN" altLang="en-US" sz="4000" b="1" dirty="0">
                <a:solidFill>
                  <a:srgbClr val="333333"/>
                </a:solidFill>
                <a:latin typeface="+mn-ea"/>
                <a:ea typeface="+mn-ea"/>
              </a:rPr>
              <a:t>变量命名</a:t>
            </a:r>
            <a:endParaRPr lang="en-US" altLang="zh-CN" sz="40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概念：</a:t>
            </a:r>
            <a:r>
              <a:rPr lang="en-US" altLang="zh-CN" sz="3200" dirty="0">
                <a:solidFill>
                  <a:srgbClr val="151515"/>
                </a:solidFill>
                <a:latin typeface="+mn-ea"/>
                <a:ea typeface="+mn-ea"/>
              </a:rPr>
              <a:t>Python</a:t>
            </a:r>
            <a:r>
              <a:rPr lang="zh-CN" altLang="en-US" sz="3200" dirty="0">
                <a:solidFill>
                  <a:srgbClr val="151515"/>
                </a:solidFill>
                <a:latin typeface="+mn-ea"/>
                <a:ea typeface="+mn-ea"/>
              </a:rPr>
              <a:t>中，变量是用来存储数据的容器</a:t>
            </a:r>
            <a:endParaRPr lang="en-US" altLang="zh-CN" sz="32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变量作用：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b="1" dirty="0">
                <a:solidFill>
                  <a:srgbClr val="151515"/>
                </a:solidFill>
                <a:latin typeface="+mn-ea"/>
                <a:ea typeface="+mn-ea"/>
              </a:rPr>
              <a:t>存储数据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：临时保存程序运行中的信息</a:t>
            </a:r>
            <a:endParaRPr lang="en-US" altLang="zh-CN" sz="2800" dirty="0">
              <a:solidFill>
                <a:srgbClr val="151515"/>
              </a:solidFill>
              <a:latin typeface="+mn-ea"/>
              <a:ea typeface="+mn-ea"/>
            </a:endParaRP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b="1" dirty="0">
                <a:solidFill>
                  <a:srgbClr val="151515"/>
                </a:solidFill>
                <a:latin typeface="+mn-ea"/>
                <a:ea typeface="+mn-ea"/>
              </a:rPr>
              <a:t>标识数据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：通过名称快速访问和修改数据</a:t>
            </a:r>
            <a:endParaRPr lang="en-US" altLang="zh-CN" sz="2800" dirty="0">
              <a:solidFill>
                <a:srgbClr val="151515"/>
              </a:solidFill>
              <a:latin typeface="+mn-ea"/>
              <a:ea typeface="+mn-ea"/>
            </a:endParaRP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b="1" dirty="0">
                <a:solidFill>
                  <a:srgbClr val="151515"/>
                </a:solidFill>
                <a:latin typeface="+mn-ea"/>
                <a:ea typeface="+mn-ea"/>
              </a:rPr>
              <a:t>提高可读性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：有意义的名称让代码更易懂</a:t>
            </a:r>
          </a:p>
        </p:txBody>
      </p:sp>
      <p:pic>
        <p:nvPicPr>
          <p:cNvPr id="5" name="Picture 4" descr="A black background with colorful text&#10;&#10;AI-generated content may be incorrect.">
            <a:extLst>
              <a:ext uri="{FF2B5EF4-FFF2-40B4-BE49-F238E27FC236}">
                <a16:creationId xmlns:a16="http://schemas.microsoft.com/office/drawing/2014/main" id="{88DD1C61-3773-EAD5-BA14-53FA4DEA31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9490" y="4714709"/>
            <a:ext cx="4957260" cy="1582844"/>
          </a:xfrm>
          <a:prstGeom prst="rect">
            <a:avLst/>
          </a:prstGeom>
        </p:spPr>
      </p:pic>
      <p:pic>
        <p:nvPicPr>
          <p:cNvPr id="9" name="Picture 8" descr="A black background with blue and white text&#10;&#10;AI-generated content may be incorrect.">
            <a:extLst>
              <a:ext uri="{FF2B5EF4-FFF2-40B4-BE49-F238E27FC236}">
                <a16:creationId xmlns:a16="http://schemas.microsoft.com/office/drawing/2014/main" id="{449B9F92-196A-7E4D-877F-A2B6A500C4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9490" y="3052415"/>
            <a:ext cx="4957260" cy="1203110"/>
          </a:xfrm>
          <a:prstGeom prst="rect">
            <a:avLst/>
          </a:prstGeom>
          <a:ln w="19050">
            <a:solidFill>
              <a:schemeClr val="accent4">
                <a:lumMod val="20000"/>
                <a:lumOff val="8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139827326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47ED8-4CEA-5DA0-0B93-FC3FB95A5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B58EA445-8D73-2A6D-E8D8-1E94A2452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B47652-ADE6-1A19-DBC2-8FB12A86429C}"/>
              </a:ext>
            </a:extLst>
          </p:cNvPr>
          <p:cNvSpPr txBox="1"/>
          <p:nvPr/>
        </p:nvSpPr>
        <p:spPr>
          <a:xfrm>
            <a:off x="341086" y="912062"/>
            <a:ext cx="5515428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just">
              <a:buAutoNum type="arabicPeriod"/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变量命名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000" b="1" dirty="0">
                <a:solidFill>
                  <a:schemeClr val="accent2"/>
                </a:solidFill>
                <a:latin typeface="+mn-ea"/>
                <a:ea typeface="+mn-ea"/>
              </a:rPr>
              <a:t>命名规则：</a:t>
            </a:r>
            <a:endParaRPr lang="en-US" altLang="zh-CN" sz="30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99E83B8-BC53-3905-04CF-E68D4C6D7284}"/>
              </a:ext>
            </a:extLst>
          </p:cNvPr>
          <p:cNvSpPr txBox="1"/>
          <p:nvPr/>
        </p:nvSpPr>
        <p:spPr>
          <a:xfrm>
            <a:off x="5856514" y="1211384"/>
            <a:ext cx="6270173" cy="531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b="1" dirty="0">
                <a:solidFill>
                  <a:srgbClr val="151515"/>
                </a:solidFill>
                <a:latin typeface="+mn-ea"/>
                <a:ea typeface="+mn-ea"/>
              </a:rPr>
              <a:t>3</a:t>
            </a: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）字符限制：</a:t>
            </a:r>
            <a:endParaRPr lang="en-US" altLang="zh-CN" sz="3000" b="1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1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）只能包含字母、数字、下划线</a:t>
            </a:r>
            <a:endParaRPr lang="en-US" altLang="zh-CN" sz="30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2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）禁止特殊符号：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@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、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$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、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% 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等</a:t>
            </a:r>
            <a:endParaRPr lang="en-US" altLang="zh-CN" sz="30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b="1" dirty="0">
                <a:solidFill>
                  <a:srgbClr val="151515"/>
                </a:solidFill>
                <a:latin typeface="+mn-ea"/>
                <a:ea typeface="+mn-ea"/>
              </a:rPr>
              <a:t>4</a:t>
            </a: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）开头字符：</a:t>
            </a:r>
            <a:endParaRPr lang="en-US" altLang="zh-CN" sz="3000" b="1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1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）必须以字母或下划线开头</a:t>
            </a:r>
            <a:endParaRPr lang="en-US" altLang="zh-CN" sz="30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2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）</a:t>
            </a:r>
            <a:r>
              <a:rPr lang="zh-CN" altLang="en-US" sz="3000" u="sng" dirty="0">
                <a:solidFill>
                  <a:srgbClr val="151515"/>
                </a:solidFill>
                <a:latin typeface="+mn-ea"/>
                <a:ea typeface="+mn-ea"/>
              </a:rPr>
              <a:t>禁止以数字开头</a:t>
            </a:r>
            <a:endParaRPr lang="en-US" altLang="zh-CN" sz="3000" u="sng" dirty="0">
              <a:solidFill>
                <a:srgbClr val="151515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CBBBC9-95AF-1FDD-6FA3-954BAD4CBD7D}"/>
              </a:ext>
            </a:extLst>
          </p:cNvPr>
          <p:cNvSpPr txBox="1"/>
          <p:nvPr/>
        </p:nvSpPr>
        <p:spPr>
          <a:xfrm>
            <a:off x="304800" y="2300709"/>
            <a:ext cx="5791200" cy="4165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b="1" dirty="0">
                <a:solidFill>
                  <a:srgbClr val="151515"/>
                </a:solidFill>
                <a:latin typeface="+mn-ea"/>
                <a:ea typeface="+mn-ea"/>
              </a:rPr>
              <a:t>1</a:t>
            </a: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）区分大小写：</a:t>
            </a:r>
            <a:endParaRPr lang="en-US" altLang="zh-CN" sz="3000" b="1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en-US" sz="3000" dirty="0">
                <a:solidFill>
                  <a:srgbClr val="151515"/>
                </a:solidFill>
                <a:latin typeface="+mn-ea"/>
                <a:ea typeface="+mn-ea"/>
              </a:rPr>
              <a:t>age 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和 </a:t>
            </a:r>
            <a:r>
              <a:rPr lang="en-US" sz="3000" dirty="0">
                <a:solidFill>
                  <a:srgbClr val="151515"/>
                </a:solidFill>
                <a:latin typeface="+mn-ea"/>
                <a:ea typeface="+mn-ea"/>
              </a:rPr>
              <a:t>Age 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是两个不同的变量</a:t>
            </a:r>
            <a:endParaRPr lang="en-US" altLang="zh-CN" sz="30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b="1" dirty="0">
                <a:solidFill>
                  <a:srgbClr val="151515"/>
                </a:solidFill>
                <a:latin typeface="+mn-ea"/>
                <a:ea typeface="+mn-ea"/>
              </a:rPr>
              <a:t>2</a:t>
            </a: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）禁止关键字：</a:t>
            </a:r>
            <a:endParaRPr lang="en-US" altLang="zh-CN" sz="3000" b="1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不能使用</a:t>
            </a:r>
            <a:r>
              <a:rPr lang="en-US" sz="3000" dirty="0">
                <a:solidFill>
                  <a:srgbClr val="151515"/>
                </a:solidFill>
                <a:latin typeface="+mn-ea"/>
                <a:ea typeface="+mn-ea"/>
              </a:rPr>
              <a:t>Python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保留字（如 </a:t>
            </a:r>
            <a:r>
              <a:rPr lang="en-US" sz="3000" dirty="0" err="1">
                <a:solidFill>
                  <a:srgbClr val="151515"/>
                </a:solidFill>
                <a:latin typeface="+mn-ea"/>
                <a:ea typeface="+mn-ea"/>
              </a:rPr>
              <a:t>if、for、class</a:t>
            </a:r>
            <a:r>
              <a:rPr lang="en-US" sz="3000" dirty="0">
                <a:solidFill>
                  <a:srgbClr val="151515"/>
                </a:solidFill>
                <a:latin typeface="+mn-ea"/>
                <a:ea typeface="+mn-ea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2496547457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0C043-D7F5-5EC4-835A-9580B8D2F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F11642B-0E97-3F4F-C77A-F3C5A56ED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6A4876-2007-A214-A357-C912FABB9A38}"/>
              </a:ext>
            </a:extLst>
          </p:cNvPr>
          <p:cNvSpPr txBox="1"/>
          <p:nvPr/>
        </p:nvSpPr>
        <p:spPr>
          <a:xfrm>
            <a:off x="312057" y="846748"/>
            <a:ext cx="9755868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1. 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变量命名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434931A-A9F6-297A-CC1B-7C3DC3470DB2}"/>
              </a:ext>
            </a:extLst>
          </p:cNvPr>
          <p:cNvSpPr txBox="1"/>
          <p:nvPr/>
        </p:nvSpPr>
        <p:spPr>
          <a:xfrm>
            <a:off x="680523" y="1704141"/>
            <a:ext cx="5152405" cy="662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eaLnBrk="0" hangingPunct="0">
              <a:lnSpc>
                <a:spcPct val="150000"/>
              </a:lnSpc>
              <a:spcBef>
                <a:spcPct val="0"/>
              </a:spcBef>
            </a:pP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命名规则：</a:t>
            </a:r>
            <a:endParaRPr lang="en-US" altLang="zh-CN" sz="28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5026F3-BB96-9A25-DE88-F9C139715DAF}"/>
              </a:ext>
            </a:extLst>
          </p:cNvPr>
          <p:cNvSpPr txBox="1"/>
          <p:nvPr/>
        </p:nvSpPr>
        <p:spPr>
          <a:xfrm>
            <a:off x="2736396" y="2514407"/>
            <a:ext cx="7331529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3200" b="1" dirty="0">
                <a:solidFill>
                  <a:srgbClr val="FF0000"/>
                </a:solidFill>
                <a:latin typeface="+mn-ea"/>
                <a:ea typeface="+mn-ea"/>
              </a:rPr>
              <a:t>判断哪些是正确命名，哪些是错误命名？</a:t>
            </a:r>
            <a:endParaRPr lang="en-US" altLang="zh-CN" sz="3200" b="1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8C68DFA-EAEC-1169-61BF-3E918856D5A6}"/>
              </a:ext>
            </a:extLst>
          </p:cNvPr>
          <p:cNvSpPr txBox="1"/>
          <p:nvPr/>
        </p:nvSpPr>
        <p:spPr>
          <a:xfrm>
            <a:off x="358127" y="3799782"/>
            <a:ext cx="6124654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zh-CN" sz="3200" b="1" dirty="0" err="1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Student_name</a:t>
            </a:r>
            <a:r>
              <a:rPr lang="en-US" altLang="zh-CN" sz="32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</a:t>
            </a:r>
            <a:r>
              <a:rPr lang="en-US" altLang="zh-CN" sz="3200" b="1" dirty="0">
                <a:solidFill>
                  <a:srgbClr val="A315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"Hello, World!"</a:t>
            </a:r>
            <a:r>
              <a:rPr lang="en-US" altLang="zh-CN" sz="3200" b="1" dirty="0">
                <a:solidFill>
                  <a:srgbClr val="0000FF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 </a:t>
            </a:r>
            <a:endParaRPr lang="en-US" altLang="zh-CN" sz="3200" b="1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l">
              <a:buNone/>
            </a:pPr>
            <a:r>
              <a:rPr lang="en-US" altLang="zh-CN" sz="3200" b="1" dirty="0">
                <a:solidFill>
                  <a:srgbClr val="00108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2year = 2023</a:t>
            </a:r>
          </a:p>
          <a:p>
            <a:pPr algn="l">
              <a:buNone/>
            </a:pPr>
            <a:r>
              <a:rPr lang="en-US" altLang="zh-CN" sz="3200" b="1" dirty="0">
                <a:solidFill>
                  <a:srgbClr val="00108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First-name = </a:t>
            </a:r>
            <a:r>
              <a:rPr lang="en-US" altLang="zh-CN" sz="3200" b="1" dirty="0">
                <a:solidFill>
                  <a:srgbClr val="A315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“Alice"</a:t>
            </a:r>
            <a:endParaRPr lang="en-US" altLang="zh-CN" sz="3200" b="1" dirty="0">
              <a:solidFill>
                <a:srgbClr val="00108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0188880-46D2-3B54-7DC5-27E0BB7E916D}"/>
              </a:ext>
            </a:extLst>
          </p:cNvPr>
          <p:cNvSpPr txBox="1"/>
          <p:nvPr/>
        </p:nvSpPr>
        <p:spPr>
          <a:xfrm>
            <a:off x="6779172" y="3799782"/>
            <a:ext cx="4953384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zh-CN" sz="3200" b="1" dirty="0">
                <a:solidFill>
                  <a:srgbClr val="00108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_count</a:t>
            </a:r>
            <a:r>
              <a:rPr lang="en-US" altLang="zh-CN" sz="32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10</a:t>
            </a:r>
          </a:p>
          <a:p>
            <a:pPr algn="l">
              <a:buNone/>
            </a:pPr>
            <a:r>
              <a:rPr lang="en-US" altLang="zh-CN" sz="32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total_price_2023</a:t>
            </a:r>
            <a:r>
              <a:rPr lang="en-US" altLang="zh-CN" sz="32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</a:t>
            </a:r>
            <a:r>
              <a:rPr lang="en-US" altLang="zh-CN" sz="3200" b="1" dirty="0">
                <a:solidFill>
                  <a:srgbClr val="098658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100.5</a:t>
            </a:r>
          </a:p>
          <a:p>
            <a:pPr algn="l">
              <a:buNone/>
            </a:pPr>
            <a:r>
              <a:rPr lang="en-US" altLang="zh-CN" sz="3200" b="1" dirty="0">
                <a:solidFill>
                  <a:srgbClr val="0010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altLang="zh-CN" sz="32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</a:t>
            </a:r>
            <a:r>
              <a:rPr lang="en-US" altLang="zh-CN" sz="3200" b="1" dirty="0">
                <a:solidFill>
                  <a:srgbClr val="A315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“cs101"</a:t>
            </a:r>
            <a:endParaRPr lang="en-US" altLang="zh-CN" sz="3200" b="1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4185596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EFFDD-BE38-62E2-8ECA-8CD1FAC49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4184C65-D287-3A63-3DC9-746DECE25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5" y="8526"/>
            <a:ext cx="10472058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81A8D4-261D-7555-40EB-7FAE0C2E1CBF}"/>
              </a:ext>
            </a:extLst>
          </p:cNvPr>
          <p:cNvSpPr txBox="1"/>
          <p:nvPr/>
        </p:nvSpPr>
        <p:spPr>
          <a:xfrm>
            <a:off x="391886" y="846748"/>
            <a:ext cx="9676039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1. 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变量命名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7361566-7FEF-4779-6E17-AA0F3264FA78}"/>
              </a:ext>
            </a:extLst>
          </p:cNvPr>
          <p:cNvSpPr txBox="1"/>
          <p:nvPr/>
        </p:nvSpPr>
        <p:spPr>
          <a:xfrm>
            <a:off x="580572" y="1582604"/>
            <a:ext cx="3788230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eaLnBrk="0" hangingPunct="0">
              <a:lnSpc>
                <a:spcPct val="150000"/>
              </a:lnSpc>
              <a:spcBef>
                <a:spcPct val="0"/>
              </a:spcBef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命名规范：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A7E8AB-12B2-395F-8F0C-49A577C75A90}"/>
              </a:ext>
            </a:extLst>
          </p:cNvPr>
          <p:cNvSpPr txBox="1"/>
          <p:nvPr/>
        </p:nvSpPr>
        <p:spPr>
          <a:xfrm>
            <a:off x="391886" y="2444308"/>
            <a:ext cx="8186057" cy="4001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（</a:t>
            </a:r>
            <a:r>
              <a:rPr lang="en-US" altLang="zh-CN" sz="3200" b="1" dirty="0">
                <a:solidFill>
                  <a:schemeClr val="bg2"/>
                </a:solidFill>
                <a:latin typeface="+mn-ea"/>
                <a:ea typeface="+mn-ea"/>
              </a:rPr>
              <a:t>1</a:t>
            </a: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）</a:t>
            </a:r>
            <a:r>
              <a:rPr lang="en-CN" sz="3200" b="1" dirty="0">
                <a:solidFill>
                  <a:schemeClr val="bg2"/>
                </a:solidFill>
                <a:latin typeface="+mn-ea"/>
                <a:ea typeface="+mn-ea"/>
              </a:rPr>
              <a:t>见名知意</a:t>
            </a: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32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用英文单词描述数据含义（如 </a:t>
            </a:r>
            <a:r>
              <a:rPr lang="en-US" sz="2800" dirty="0" err="1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user_age</a:t>
            </a:r>
            <a:r>
              <a:rPr 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 </a:t>
            </a:r>
            <a:r>
              <a:rPr lang="zh-CN" alt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而非 </a:t>
            </a:r>
            <a:r>
              <a:rPr 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a）</a:t>
            </a:r>
          </a:p>
          <a:p>
            <a:pPr algn="l"/>
            <a:r>
              <a:rPr lang="zh-CN" altLang="en-US" sz="32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</a:t>
            </a:r>
            <a:r>
              <a:rPr lang="en-US" altLang="zh-CN" sz="32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</a:t>
            </a:r>
            <a:r>
              <a:rPr lang="zh-CN" altLang="en-US" sz="32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）蛇形命名法</a:t>
            </a:r>
            <a:r>
              <a:rPr lang="en-US" sz="32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多个单词用下划线连接（如 </a:t>
            </a:r>
            <a:r>
              <a:rPr lang="en-US" sz="2800" dirty="0" err="1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student_id</a:t>
            </a:r>
            <a:r>
              <a:rPr 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</a:p>
          <a:p>
            <a:pPr algn="l"/>
            <a:r>
              <a:rPr lang="zh-CN" altLang="en-US" sz="32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</a:t>
            </a:r>
            <a:r>
              <a:rPr lang="en-US" altLang="zh-CN" sz="32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</a:t>
            </a:r>
            <a:r>
              <a:rPr lang="zh-CN" altLang="en-US" sz="32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）全大写常量</a:t>
            </a:r>
            <a:r>
              <a:rPr lang="zh-CN" altLang="en-US" sz="32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endParaRPr lang="en-US" altLang="zh-CN" sz="3200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固定值的变量名全大写（如 </a:t>
            </a:r>
            <a:r>
              <a:rPr 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MAX_SIZE = 100）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A328991-94D5-E0AD-BD8B-741638E997DB}"/>
              </a:ext>
            </a:extLst>
          </p:cNvPr>
          <p:cNvSpPr txBox="1"/>
          <p:nvPr/>
        </p:nvSpPr>
        <p:spPr>
          <a:xfrm>
            <a:off x="8412494" y="2444308"/>
            <a:ext cx="3310861" cy="3754874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zh-CN" altLang="en-US" sz="28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不推荐</a:t>
            </a:r>
            <a:endParaRPr lang="en-US" altLang="zh-CN" sz="2800" b="1" dirty="0">
              <a:solidFill>
                <a:srgbClr val="001080"/>
              </a:solidFill>
              <a:effectLst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l">
              <a:buNone/>
            </a:pPr>
            <a:r>
              <a:rPr lang="en-US" altLang="zh-CN" sz="28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a</a:t>
            </a:r>
            <a:r>
              <a:rPr lang="en-US" altLang="zh-CN" sz="28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10</a:t>
            </a:r>
          </a:p>
          <a:p>
            <a:pPr algn="l"/>
            <a:r>
              <a:rPr lang="en-US" altLang="zh-CN" sz="2800" b="1" dirty="0">
                <a:solidFill>
                  <a:srgbClr val="0010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altLang="zh-CN" sz="28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altLang="zh-CN" sz="2800" b="1" dirty="0">
                <a:solidFill>
                  <a:srgbClr val="A315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“Tom"</a:t>
            </a:r>
            <a:endParaRPr lang="en-US" altLang="zh-CN" sz="2800" b="1" dirty="0">
              <a:solidFill>
                <a:srgbClr val="001080"/>
              </a:solidFill>
              <a:effectLst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l">
              <a:buNone/>
            </a:pPr>
            <a:r>
              <a:rPr lang="zh-CN" altLang="en-US" sz="2800" b="1" dirty="0">
                <a:solidFill>
                  <a:srgbClr val="00108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推荐</a:t>
            </a:r>
            <a:r>
              <a:rPr lang="zh-CN" altLang="en-US" sz="28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：</a:t>
            </a:r>
            <a:endParaRPr lang="en-US" altLang="zh-CN" sz="2800" b="1" dirty="0">
              <a:solidFill>
                <a:srgbClr val="001080"/>
              </a:solidFill>
              <a:effectLst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l">
              <a:buNone/>
            </a:pPr>
            <a:r>
              <a:rPr lang="en-US" altLang="zh-CN" sz="2800" b="1" dirty="0" err="1">
                <a:solidFill>
                  <a:srgbClr val="00108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</a:t>
            </a:r>
            <a:r>
              <a:rPr lang="en-US" altLang="zh-CN" sz="2800" b="1" dirty="0" err="1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tem_count</a:t>
            </a:r>
            <a:r>
              <a:rPr lang="en-US" altLang="zh-CN" sz="28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10</a:t>
            </a:r>
          </a:p>
          <a:p>
            <a:pPr algn="l">
              <a:buNone/>
            </a:pPr>
            <a:r>
              <a:rPr lang="en-US" altLang="zh-CN" sz="2800" b="1" dirty="0" err="1">
                <a:solidFill>
                  <a:srgbClr val="00108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</a:t>
            </a:r>
            <a:r>
              <a:rPr lang="en-US" altLang="zh-CN" sz="2800" b="1" dirty="0" err="1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ser_name</a:t>
            </a:r>
            <a:r>
              <a:rPr lang="en-US" altLang="zh-CN" sz="28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</a:t>
            </a:r>
            <a:r>
              <a:rPr lang="en-US" altLang="zh-CN" sz="2800" b="1" dirty="0">
                <a:solidFill>
                  <a:srgbClr val="A315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“Tom"</a:t>
            </a:r>
            <a:endParaRPr lang="en-US" altLang="zh-CN" sz="2800" b="1" dirty="0">
              <a:solidFill>
                <a:srgbClr val="001080"/>
              </a:solidFill>
              <a:effectLst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8708285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8365369E-D40A-4C74-68E6-B5533B01E980}"/>
              </a:ext>
            </a:extLst>
          </p:cNvPr>
          <p:cNvSpPr/>
          <p:nvPr/>
        </p:nvSpPr>
        <p:spPr>
          <a:xfrm>
            <a:off x="5718495" y="4304105"/>
            <a:ext cx="6350313" cy="2467944"/>
          </a:xfrm>
          <a:prstGeom prst="rect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123370" y="667019"/>
            <a:ext cx="11945439" cy="36370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4000" b="1" dirty="0">
                <a:solidFill>
                  <a:srgbClr val="333333"/>
                </a:solidFill>
                <a:latin typeface="+mn-ea"/>
                <a:ea typeface="+mn-ea"/>
              </a:rPr>
              <a:t>2. </a:t>
            </a:r>
            <a:r>
              <a:rPr lang="zh-CN" altLang="en-US" sz="4000" b="1" dirty="0">
                <a:solidFill>
                  <a:srgbClr val="333333"/>
                </a:solidFill>
                <a:latin typeface="+mn-ea"/>
                <a:ea typeface="+mn-ea"/>
              </a:rPr>
              <a:t>变量赋值</a:t>
            </a:r>
            <a:endParaRPr lang="en-US" altLang="zh-CN" sz="40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概念：</a:t>
            </a:r>
            <a:r>
              <a:rPr lang="zh-CN" altLang="en-US" sz="3200" dirty="0">
                <a:solidFill>
                  <a:srgbClr val="151515"/>
                </a:solidFill>
                <a:latin typeface="+mn-ea"/>
                <a:ea typeface="+mn-ea"/>
              </a:rPr>
              <a:t>变量的赋值是将一个值或表达式赋给一个变量。</a:t>
            </a:r>
            <a:r>
              <a:rPr lang="en-US" altLang="zh-CN" sz="3200" dirty="0">
                <a:solidFill>
                  <a:srgbClr val="151515"/>
                </a:solidFill>
                <a:latin typeface="+mn-ea"/>
                <a:ea typeface="+mn-ea"/>
              </a:rPr>
              <a:t>Python</a:t>
            </a:r>
            <a:r>
              <a:rPr lang="zh-CN" altLang="en-US" sz="3200" dirty="0">
                <a:solidFill>
                  <a:srgbClr val="151515"/>
                </a:solidFill>
                <a:latin typeface="+mn-ea"/>
                <a:ea typeface="+mn-ea"/>
              </a:rPr>
              <a:t>中的变量赋值是动态的，即可将不同类型的值赋给同一个变量。</a:t>
            </a:r>
            <a:endParaRPr lang="en-US" altLang="zh-CN" sz="32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核心概念</a:t>
            </a:r>
            <a:r>
              <a:rPr lang="zh-CN" altLang="en-US" sz="3200" dirty="0">
                <a:solidFill>
                  <a:srgbClr val="151515"/>
                </a:solidFill>
                <a:latin typeface="+mn-ea"/>
                <a:ea typeface="+mn-ea"/>
              </a:rPr>
              <a:t>：变量是对象（数据）的标签（引用），而非数据本身。</a:t>
            </a:r>
            <a:endParaRPr lang="en-US" altLang="zh-CN" sz="3200" dirty="0">
              <a:solidFill>
                <a:srgbClr val="151515"/>
              </a:solidFill>
              <a:latin typeface="+mn-ea"/>
              <a:ea typeface="+mn-ea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0530B1E-7EC6-E9E0-75AA-CAD3281128F7}"/>
              </a:ext>
            </a:extLst>
          </p:cNvPr>
          <p:cNvSpPr txBox="1"/>
          <p:nvPr/>
        </p:nvSpPr>
        <p:spPr>
          <a:xfrm>
            <a:off x="174172" y="5145625"/>
            <a:ext cx="4689658" cy="16890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x=10, </a:t>
            </a:r>
            <a:r>
              <a:rPr lang="en-US" altLang="zh-CN" u="sng" dirty="0">
                <a:solidFill>
                  <a:schemeClr val="bg2"/>
                </a:solidFill>
                <a:latin typeface="+mn-ea"/>
                <a:ea typeface="+mn-ea"/>
              </a:rPr>
              <a:t>python</a:t>
            </a:r>
            <a:r>
              <a:rPr lang="zh-CN" altLang="en-US" u="sng" dirty="0">
                <a:solidFill>
                  <a:schemeClr val="bg2"/>
                </a:solidFill>
                <a:latin typeface="+mn-ea"/>
                <a:ea typeface="+mn-ea"/>
              </a:rPr>
              <a:t>会先在内存中创建对象</a:t>
            </a:r>
            <a:r>
              <a:rPr lang="en-US" altLang="zh-CN" u="sng" dirty="0">
                <a:solidFill>
                  <a:schemeClr val="bg2"/>
                </a:solidFill>
                <a:latin typeface="+mn-ea"/>
                <a:ea typeface="+mn-ea"/>
              </a:rPr>
              <a:t>10</a:t>
            </a:r>
            <a:r>
              <a:rPr lang="zh-CN" altLang="en-US" u="sng" dirty="0">
                <a:solidFill>
                  <a:schemeClr val="bg2"/>
                </a:solidFill>
                <a:latin typeface="+mn-ea"/>
                <a:ea typeface="+mn-ea"/>
              </a:rPr>
              <a:t>，再将变量</a:t>
            </a:r>
            <a:r>
              <a:rPr lang="en-US" altLang="zh-CN" u="sng" dirty="0">
                <a:solidFill>
                  <a:schemeClr val="bg2"/>
                </a:solidFill>
                <a:latin typeface="+mn-ea"/>
                <a:ea typeface="+mn-ea"/>
              </a:rPr>
              <a:t>x</a:t>
            </a:r>
            <a:r>
              <a:rPr lang="zh-CN" altLang="en-US" u="sng" dirty="0">
                <a:solidFill>
                  <a:schemeClr val="bg2"/>
                </a:solidFill>
                <a:latin typeface="+mn-ea"/>
                <a:ea typeface="+mn-ea"/>
              </a:rPr>
              <a:t>绑定（引用）到</a:t>
            </a:r>
            <a:r>
              <a:rPr lang="en-US" altLang="zh-CN" u="sng" dirty="0">
                <a:solidFill>
                  <a:schemeClr val="bg2"/>
                </a:solidFill>
                <a:latin typeface="+mn-ea"/>
                <a:ea typeface="+mn-ea"/>
              </a:rPr>
              <a:t>10</a:t>
            </a:r>
            <a:r>
              <a:rPr lang="zh-CN" altLang="en-US" u="sng" dirty="0">
                <a:solidFill>
                  <a:schemeClr val="bg2"/>
                </a:solidFill>
                <a:latin typeface="+mn-ea"/>
                <a:ea typeface="+mn-ea"/>
              </a:rPr>
              <a:t>这个对象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。</a:t>
            </a:r>
          </a:p>
        </p:txBody>
      </p: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61C920C3-8595-0D50-8CDC-0DC885751374}"/>
              </a:ext>
            </a:extLst>
          </p:cNvPr>
          <p:cNvGrpSpPr/>
          <p:nvPr/>
        </p:nvGrpSpPr>
        <p:grpSpPr>
          <a:xfrm>
            <a:off x="324441" y="4476938"/>
            <a:ext cx="4588094" cy="643463"/>
            <a:chOff x="4698125" y="1191873"/>
            <a:chExt cx="4389120" cy="643463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6A96F3F6-9A0A-D2C4-DDB1-F1B1F0DF090B}"/>
                </a:ext>
              </a:extLst>
            </p:cNvPr>
            <p:cNvSpPr/>
            <p:nvPr/>
          </p:nvSpPr>
          <p:spPr>
            <a:xfrm>
              <a:off x="4704431" y="1191873"/>
              <a:ext cx="4382814" cy="643463"/>
            </a:xfrm>
            <a:prstGeom prst="rect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zh-CN" altLang="en-US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DD94F4C8-7A51-2570-9A90-0C20EA6C5620}"/>
                </a:ext>
              </a:extLst>
            </p:cNvPr>
            <p:cNvSpPr txBox="1"/>
            <p:nvPr/>
          </p:nvSpPr>
          <p:spPr>
            <a:xfrm>
              <a:off x="4698125" y="1337537"/>
              <a:ext cx="4385929" cy="40915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>
                <a:lnSpc>
                  <a:spcPts val="2400"/>
                </a:lnSpc>
                <a:buNone/>
              </a:pPr>
              <a:r>
                <a:rPr lang="en-US" altLang="zh-CN" sz="2800" b="1" dirty="0">
                  <a:solidFill>
                    <a:srgbClr val="001080"/>
                  </a:solidFill>
                  <a:effectLst/>
                  <a:latin typeface="Consolas" panose="020B0609020204030204" pitchFamily="49" charset="0"/>
                </a:rPr>
                <a:t>a</a:t>
              </a:r>
              <a:r>
                <a:rPr lang="en-US" altLang="zh-CN" sz="2800" b="1" dirty="0"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= </a:t>
              </a:r>
              <a:r>
                <a:rPr lang="en-US" altLang="zh-CN" sz="2800" b="1" dirty="0">
                  <a:solidFill>
                    <a:srgbClr val="098658"/>
                  </a:solidFill>
                  <a:effectLst/>
                  <a:latin typeface="Consolas" panose="020B0609020204030204" pitchFamily="49" charset="0"/>
                </a:rPr>
                <a:t>10</a:t>
              </a:r>
              <a:r>
                <a:rPr lang="en-US" altLang="zh-CN" sz="2800" b="1" dirty="0"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 </a:t>
              </a:r>
              <a:r>
                <a:rPr lang="en-US" altLang="zh-CN" sz="2800" b="1" dirty="0">
                  <a:solidFill>
                    <a:srgbClr val="008000"/>
                  </a:solidFill>
                  <a:effectLst/>
                  <a:latin typeface="Consolas" panose="020B0609020204030204" pitchFamily="49" charset="0"/>
                </a:rPr>
                <a:t># a —&gt; </a:t>
              </a:r>
              <a:r>
                <a:rPr lang="zh-CN" altLang="en-US" sz="2800" b="1" dirty="0">
                  <a:solidFill>
                    <a:srgbClr val="008000"/>
                  </a:solidFill>
                  <a:latin typeface="Consolas" panose="020B0609020204030204" pitchFamily="49" charset="0"/>
                </a:rPr>
                <a:t>对象</a:t>
              </a:r>
              <a:r>
                <a:rPr lang="en-US" altLang="zh-CN" sz="2800" b="1" dirty="0">
                  <a:solidFill>
                    <a:srgbClr val="008000"/>
                  </a:solidFill>
                  <a:effectLst/>
                  <a:latin typeface="Consolas" panose="020B0609020204030204" pitchFamily="49" charset="0"/>
                </a:rPr>
                <a:t>10</a:t>
              </a:r>
              <a:endParaRPr lang="en-US" altLang="zh-CN" sz="2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sp>
        <p:nvSpPr>
          <p:cNvPr id="12" name="文本框 11">
            <a:extLst>
              <a:ext uri="{FF2B5EF4-FFF2-40B4-BE49-F238E27FC236}">
                <a16:creationId xmlns:a16="http://schemas.microsoft.com/office/drawing/2014/main" id="{76842210-6E84-5A69-E234-18234FB9DE5C}"/>
              </a:ext>
            </a:extLst>
          </p:cNvPr>
          <p:cNvSpPr txBox="1"/>
          <p:nvPr/>
        </p:nvSpPr>
        <p:spPr>
          <a:xfrm>
            <a:off x="5763864" y="4401417"/>
            <a:ext cx="6186398" cy="233910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buNone/>
            </a:pPr>
            <a:r>
              <a:rPr lang="en-US" altLang="zh-CN" sz="28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altLang="zh-CN" sz="2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zh-CN" sz="2800" b="1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[1,2,3]</a:t>
            </a:r>
            <a:r>
              <a:rPr lang="en-US" altLang="zh-CN" sz="2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altLang="zh-CN" sz="2800" b="1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a</a:t>
            </a:r>
            <a:r>
              <a:rPr lang="zh-CN" altLang="en-US" sz="2800" b="1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引用列表对象</a:t>
            </a:r>
            <a:endParaRPr lang="en-US" altLang="zh-CN" sz="2800" b="1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pPr algn="l"/>
            <a:r>
              <a:rPr lang="en-US" altLang="zh-CN" sz="2800" b="1" dirty="0">
                <a:solidFill>
                  <a:srgbClr val="0010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altLang="zh-CN" sz="28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altLang="zh-CN" sz="2800" b="1" dirty="0">
                <a:solidFill>
                  <a:srgbClr val="0010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 </a:t>
            </a:r>
            <a:r>
              <a:rPr lang="en-US" altLang="zh-CN" sz="28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</a:t>
            </a:r>
            <a:r>
              <a:rPr lang="en-US" altLang="zh-CN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# b</a:t>
            </a:r>
            <a:r>
              <a:rPr lang="zh-CN" altLang="en-US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与</a:t>
            </a:r>
            <a:r>
              <a:rPr lang="en-US" altLang="zh-CN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a</a:t>
            </a:r>
            <a:r>
              <a:rPr lang="zh-CN" altLang="en-US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指向同一对象</a:t>
            </a:r>
            <a:endParaRPr lang="en-US" altLang="zh-CN" sz="2800" b="1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pPr algn="l"/>
            <a:r>
              <a:rPr lang="en-US" altLang="zh-CN" sz="2800" b="1" dirty="0" err="1">
                <a:solidFill>
                  <a:srgbClr val="0010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b.append</a:t>
            </a:r>
            <a:r>
              <a:rPr lang="en-US" altLang="zh-CN" sz="2800" b="1" dirty="0">
                <a:solidFill>
                  <a:srgbClr val="0010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(4)        </a:t>
            </a:r>
            <a:r>
              <a:rPr lang="en-US" altLang="zh-CN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# </a:t>
            </a:r>
            <a:r>
              <a:rPr lang="zh-CN" altLang="en-US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修改</a:t>
            </a:r>
            <a:r>
              <a:rPr lang="en-US" altLang="zh-CN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a</a:t>
            </a:r>
            <a:r>
              <a:rPr lang="zh-CN" altLang="en-US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也会影响</a:t>
            </a:r>
            <a:r>
              <a:rPr lang="en-US" altLang="zh-CN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b</a:t>
            </a:r>
          </a:p>
          <a:p>
            <a:pPr algn="l"/>
            <a:r>
              <a:rPr lang="en-US" altLang="zh-CN" sz="2800" b="1" dirty="0">
                <a:solidFill>
                  <a:srgbClr val="0010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print(n)               </a:t>
            </a:r>
            <a:r>
              <a:rPr lang="en-US" altLang="zh-CN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# </a:t>
            </a:r>
            <a:r>
              <a:rPr lang="zh-CN" altLang="en-US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输出</a:t>
            </a:r>
            <a:r>
              <a:rPr lang="en-US" altLang="zh-CN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[1,2,3,4]</a:t>
            </a:r>
          </a:p>
        </p:txBody>
      </p:sp>
    </p:spTree>
    <p:extLst>
      <p:ext uri="{BB962C8B-B14F-4D97-AF65-F5344CB8AC3E}">
        <p14:creationId xmlns:p14="http://schemas.microsoft.com/office/powerpoint/2010/main" val="965496355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829CE-67EE-A9AB-D842-8C2811AB1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2C118951-D4A5-20CD-F22A-F909B6721E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57" y="8526"/>
            <a:ext cx="10428515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0B7ACDF-1E1D-A97F-35E4-C48B20886982}"/>
              </a:ext>
            </a:extLst>
          </p:cNvPr>
          <p:cNvSpPr txBox="1"/>
          <p:nvPr/>
        </p:nvSpPr>
        <p:spPr>
          <a:xfrm>
            <a:off x="174171" y="846749"/>
            <a:ext cx="1015487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变量赋值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可变对象与不可变对象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8D305C4-842E-F06A-EEE2-294456E6E0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4617886"/>
              </p:ext>
            </p:extLst>
          </p:nvPr>
        </p:nvGraphicFramePr>
        <p:xfrm>
          <a:off x="943427" y="2349865"/>
          <a:ext cx="10617200" cy="2475766"/>
        </p:xfrm>
        <a:graphic>
          <a:graphicData uri="http://schemas.openxmlformats.org/drawingml/2006/table">
            <a:tbl>
              <a:tblPr/>
              <a:tblGrid>
                <a:gridCol w="2289464">
                  <a:extLst>
                    <a:ext uri="{9D8B030D-6E8A-4147-A177-3AD203B41FA5}">
                      <a16:colId xmlns:a16="http://schemas.microsoft.com/office/drawing/2014/main" val="1900554652"/>
                    </a:ext>
                  </a:extLst>
                </a:gridCol>
                <a:gridCol w="2442194">
                  <a:extLst>
                    <a:ext uri="{9D8B030D-6E8A-4147-A177-3AD203B41FA5}">
                      <a16:colId xmlns:a16="http://schemas.microsoft.com/office/drawing/2014/main" val="2247705889"/>
                    </a:ext>
                  </a:extLst>
                </a:gridCol>
                <a:gridCol w="5885542">
                  <a:extLst>
                    <a:ext uri="{9D8B030D-6E8A-4147-A177-3AD203B41FA5}">
                      <a16:colId xmlns:a16="http://schemas.microsoft.com/office/drawing/2014/main" val="579228908"/>
                    </a:ext>
                  </a:extLst>
                </a:gridCol>
              </a:tblGrid>
              <a:tr h="55111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类型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示例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赋值特性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498481"/>
                  </a:ext>
                </a:extLst>
              </a:tr>
              <a:tr h="99380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可变对象</a:t>
                      </a:r>
                      <a:endParaRPr lang="zh-CN" altLang="en-US" sz="28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list, </a:t>
                      </a:r>
                      <a:r>
                        <a:rPr lang="en-US" sz="28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dict</a:t>
                      </a:r>
                      <a:r>
                        <a:rPr lang="en-US" sz="28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, set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修改时原地更新，所有引用同步变化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6470928"/>
                  </a:ext>
                </a:extLst>
              </a:tr>
              <a:tr h="825817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不可变对象</a:t>
                      </a:r>
                      <a:endParaRPr lang="zh-CN" altLang="en-US" sz="28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int, str, tuple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修改时创建新对象，原引用不变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8661659"/>
                  </a:ext>
                </a:extLst>
              </a:tr>
            </a:tbl>
          </a:graphicData>
        </a:graphic>
      </p:graphicFrame>
      <p:pic>
        <p:nvPicPr>
          <p:cNvPr id="11" name="Picture 10" descr="A black background with green text&#10;&#10;AI-generated content may be incorrect.">
            <a:extLst>
              <a:ext uri="{FF2B5EF4-FFF2-40B4-BE49-F238E27FC236}">
                <a16:creationId xmlns:a16="http://schemas.microsoft.com/office/drawing/2014/main" id="{C1A7862F-2B29-0E19-58B6-E78DC36492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509" y="5042181"/>
            <a:ext cx="4579171" cy="1347901"/>
          </a:xfrm>
          <a:prstGeom prst="rect">
            <a:avLst/>
          </a:prstGeom>
        </p:spPr>
      </p:pic>
      <p:pic>
        <p:nvPicPr>
          <p:cNvPr id="13" name="Picture 12" descr="A black background with green text&#10;&#10;AI-generated content may be incorrect.">
            <a:extLst>
              <a:ext uri="{FF2B5EF4-FFF2-40B4-BE49-F238E27FC236}">
                <a16:creationId xmlns:a16="http://schemas.microsoft.com/office/drawing/2014/main" id="{0222EE34-F09D-7027-0003-CE3BBCC3C1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2676" y="5042182"/>
            <a:ext cx="5936301" cy="134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369415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</a:p>
        </p:txBody>
      </p:sp>
      <p:pic>
        <p:nvPicPr>
          <p:cNvPr id="7" name="Picture 6" descr="A group of symbols on a black background&#10;&#10;AI-generated content may be incorrect.">
            <a:extLst>
              <a:ext uri="{FF2B5EF4-FFF2-40B4-BE49-F238E27FC236}">
                <a16:creationId xmlns:a16="http://schemas.microsoft.com/office/drawing/2014/main" id="{7FD567E0-DDD9-BB2A-29C4-EA9A5DEBA3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8540" y="4102457"/>
            <a:ext cx="4016828" cy="160673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AF043E7-806D-383D-FE81-C07896C99E2B}"/>
              </a:ext>
            </a:extLst>
          </p:cNvPr>
          <p:cNvSpPr txBox="1"/>
          <p:nvPr/>
        </p:nvSpPr>
        <p:spPr>
          <a:xfrm>
            <a:off x="290007" y="4634688"/>
            <a:ext cx="17057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chemeClr val="accent3"/>
                </a:solidFill>
                <a:highlight>
                  <a:srgbClr val="FFFFFF"/>
                </a:highlight>
                <a:latin typeface="+mn-ea"/>
                <a:ea typeface="+mn-ea"/>
              </a:rPr>
              <a:t>算术运算</a:t>
            </a:r>
            <a:endParaRPr lang="en-CN" sz="2800" b="1" dirty="0">
              <a:solidFill>
                <a:schemeClr val="accent3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CDE0536-8EB6-A10C-4EE4-56706277832B}"/>
              </a:ext>
            </a:extLst>
          </p:cNvPr>
          <p:cNvSpPr txBox="1"/>
          <p:nvPr/>
        </p:nvSpPr>
        <p:spPr>
          <a:xfrm>
            <a:off x="412124" y="896552"/>
            <a:ext cx="11481515" cy="2078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3600" b="1" dirty="0">
                <a:solidFill>
                  <a:schemeClr val="bg2"/>
                </a:solidFill>
                <a:latin typeface="+mn-ea"/>
                <a:ea typeface="+mn-ea"/>
              </a:rPr>
              <a:t>3. </a:t>
            </a:r>
            <a:r>
              <a:rPr lang="zh-CN" altLang="en-US" sz="3600" b="1" dirty="0">
                <a:solidFill>
                  <a:schemeClr val="bg2"/>
                </a:solidFill>
                <a:latin typeface="+mn-ea"/>
                <a:ea typeface="+mn-ea"/>
              </a:rPr>
              <a:t>变量基本运算</a:t>
            </a:r>
            <a:endParaRPr lang="en-US" altLang="zh-CN" sz="36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运算是编程语言的基本功能，通过运算程序可以执行各种操作，变量运算主要包括：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算术运算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比较运算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逻辑运算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位运算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等。</a:t>
            </a:r>
          </a:p>
        </p:txBody>
      </p:sp>
      <p:graphicFrame>
        <p:nvGraphicFramePr>
          <p:cNvPr id="9" name="Table 1">
            <a:extLst>
              <a:ext uri="{FF2B5EF4-FFF2-40B4-BE49-F238E27FC236}">
                <a16:creationId xmlns:a16="http://schemas.microsoft.com/office/drawing/2014/main" id="{2702D41F-2DB7-C7A4-570B-4A5842D743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0708794"/>
              </p:ext>
            </p:extLst>
          </p:nvPr>
        </p:nvGraphicFramePr>
        <p:xfrm>
          <a:off x="1929040" y="3077023"/>
          <a:ext cx="6045200" cy="3657600"/>
        </p:xfrm>
        <a:graphic>
          <a:graphicData uri="http://schemas.openxmlformats.org/drawingml/2006/table">
            <a:tbl>
              <a:tblPr/>
              <a:tblGrid>
                <a:gridCol w="1511300">
                  <a:extLst>
                    <a:ext uri="{9D8B030D-6E8A-4147-A177-3AD203B41FA5}">
                      <a16:colId xmlns:a16="http://schemas.microsoft.com/office/drawing/2014/main" val="1284844550"/>
                    </a:ext>
                  </a:extLst>
                </a:gridCol>
                <a:gridCol w="1511300">
                  <a:extLst>
                    <a:ext uri="{9D8B030D-6E8A-4147-A177-3AD203B41FA5}">
                      <a16:colId xmlns:a16="http://schemas.microsoft.com/office/drawing/2014/main" val="1603605262"/>
                    </a:ext>
                  </a:extLst>
                </a:gridCol>
                <a:gridCol w="1511300">
                  <a:extLst>
                    <a:ext uri="{9D8B030D-6E8A-4147-A177-3AD203B41FA5}">
                      <a16:colId xmlns:a16="http://schemas.microsoft.com/office/drawing/2014/main" val="3731756157"/>
                    </a:ext>
                  </a:extLst>
                </a:gridCol>
                <a:gridCol w="1511300">
                  <a:extLst>
                    <a:ext uri="{9D8B030D-6E8A-4147-A177-3AD203B41FA5}">
                      <a16:colId xmlns:a16="http://schemas.microsoft.com/office/drawing/2014/main" val="3702267183"/>
                    </a:ext>
                  </a:extLst>
                </a:gridCol>
              </a:tblGrid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运算符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描述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示例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结果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9637771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+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加法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3 + 2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3976069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-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减法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5 - 3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790149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*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乘法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2 * 4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9108595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/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除法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10 /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3.333...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3675381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//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整除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10 //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124482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取模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10 %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4251116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**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幂运算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2 **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451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06380824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ED0F6-3099-B6BC-DCD1-60F0776EA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BDAF7BC-987F-5B89-1A7B-3768858F9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69FDFF-6380-1BDB-6F1D-1D23348AA310}"/>
              </a:ext>
            </a:extLst>
          </p:cNvPr>
          <p:cNvSpPr txBox="1"/>
          <p:nvPr/>
        </p:nvSpPr>
        <p:spPr>
          <a:xfrm>
            <a:off x="290007" y="4587063"/>
            <a:ext cx="17057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chemeClr val="accent3"/>
                </a:solidFill>
                <a:highlight>
                  <a:srgbClr val="FFFFFF"/>
                </a:highlight>
                <a:latin typeface="+mn-ea"/>
                <a:ea typeface="+mn-ea"/>
              </a:rPr>
              <a:t>比较运算</a:t>
            </a:r>
            <a:endParaRPr lang="en-CN" sz="2800" b="1" dirty="0">
              <a:solidFill>
                <a:schemeClr val="accent3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984BC78-07E8-62F3-AAB5-5E2B8AB81208}"/>
              </a:ext>
            </a:extLst>
          </p:cNvPr>
          <p:cNvSpPr txBox="1"/>
          <p:nvPr/>
        </p:nvSpPr>
        <p:spPr>
          <a:xfrm>
            <a:off x="412124" y="915602"/>
            <a:ext cx="11481515" cy="2078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3600" b="1" dirty="0">
                <a:solidFill>
                  <a:schemeClr val="bg2"/>
                </a:solidFill>
                <a:latin typeface="+mn-ea"/>
                <a:ea typeface="+mn-ea"/>
              </a:rPr>
              <a:t>3. </a:t>
            </a:r>
            <a:r>
              <a:rPr lang="zh-CN" altLang="en-US" sz="3600" b="1" dirty="0">
                <a:solidFill>
                  <a:schemeClr val="bg2"/>
                </a:solidFill>
                <a:latin typeface="+mn-ea"/>
                <a:ea typeface="+mn-ea"/>
              </a:rPr>
              <a:t>变量基本运算</a:t>
            </a:r>
            <a:endParaRPr lang="en-US" altLang="zh-CN" sz="36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运算是编程语言的基本功能，通过运算程序可以执行各种操作，变量运算主要包括：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算术运算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比较运算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逻辑运算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位运算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等。</a:t>
            </a:r>
          </a:p>
        </p:txBody>
      </p:sp>
      <p:graphicFrame>
        <p:nvGraphicFramePr>
          <p:cNvPr id="5" name="Table 3">
            <a:extLst>
              <a:ext uri="{FF2B5EF4-FFF2-40B4-BE49-F238E27FC236}">
                <a16:creationId xmlns:a16="http://schemas.microsoft.com/office/drawing/2014/main" id="{F6E9ECB6-91FE-B3CA-7963-3AD8622426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881937"/>
              </p:ext>
            </p:extLst>
          </p:nvPr>
        </p:nvGraphicFramePr>
        <p:xfrm>
          <a:off x="1929040" y="3040483"/>
          <a:ext cx="6045200" cy="3616380"/>
        </p:xfrm>
        <a:graphic>
          <a:graphicData uri="http://schemas.openxmlformats.org/drawingml/2006/table">
            <a:tbl>
              <a:tblPr/>
              <a:tblGrid>
                <a:gridCol w="1511300">
                  <a:extLst>
                    <a:ext uri="{9D8B030D-6E8A-4147-A177-3AD203B41FA5}">
                      <a16:colId xmlns:a16="http://schemas.microsoft.com/office/drawing/2014/main" val="3737082072"/>
                    </a:ext>
                  </a:extLst>
                </a:gridCol>
                <a:gridCol w="1511300">
                  <a:extLst>
                    <a:ext uri="{9D8B030D-6E8A-4147-A177-3AD203B41FA5}">
                      <a16:colId xmlns:a16="http://schemas.microsoft.com/office/drawing/2014/main" val="270873351"/>
                    </a:ext>
                  </a:extLst>
                </a:gridCol>
                <a:gridCol w="1511300">
                  <a:extLst>
                    <a:ext uri="{9D8B030D-6E8A-4147-A177-3AD203B41FA5}">
                      <a16:colId xmlns:a16="http://schemas.microsoft.com/office/drawing/2014/main" val="2043820404"/>
                    </a:ext>
                  </a:extLst>
                </a:gridCol>
                <a:gridCol w="1511300">
                  <a:extLst>
                    <a:ext uri="{9D8B030D-6E8A-4147-A177-3AD203B41FA5}">
                      <a16:colId xmlns:a16="http://schemas.microsoft.com/office/drawing/2014/main" val="1034331548"/>
                    </a:ext>
                  </a:extLst>
                </a:gridCol>
              </a:tblGrid>
              <a:tr h="42352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运算符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</a:rPr>
                        <a:t>描述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示例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结果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5052075"/>
                  </a:ext>
                </a:extLst>
              </a:tr>
              <a:tr h="423521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</a:rPr>
                        <a:t>==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等于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</a:rPr>
                        <a:t>5 == 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True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4575112"/>
                  </a:ext>
                </a:extLst>
              </a:tr>
              <a:tr h="423521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</a:rPr>
                        <a:t>!=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不等于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</a:rPr>
                        <a:t>5 !=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True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3668473"/>
                  </a:ext>
                </a:extLst>
              </a:tr>
              <a:tr h="423521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</a:rPr>
                        <a:t>&gt;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大于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</a:rPr>
                        <a:t>5 &gt;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True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9446667"/>
                  </a:ext>
                </a:extLst>
              </a:tr>
              <a:tr h="423521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</a:rPr>
                        <a:t>&lt;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小于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</a:rPr>
                        <a:t>5 &lt;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False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4648251"/>
                  </a:ext>
                </a:extLst>
              </a:tr>
              <a:tr h="665190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</a:rPr>
                        <a:t>&gt;=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大于等于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</a:rPr>
                        <a:t>5 &gt;= 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True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7578532"/>
                  </a:ext>
                </a:extLst>
              </a:tr>
              <a:tr h="665190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</a:rPr>
                        <a:t>&lt;=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小于等于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</a:rPr>
                        <a:t>5 &lt;=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False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4981563"/>
                  </a:ext>
                </a:extLst>
              </a:tr>
            </a:tbl>
          </a:graphicData>
        </a:graphic>
      </p:graphicFrame>
      <p:pic>
        <p:nvPicPr>
          <p:cNvPr id="6" name="Picture 7" descr="A group of symbols on a black background&#10;&#10;AI-generated content may be incorrect.">
            <a:extLst>
              <a:ext uri="{FF2B5EF4-FFF2-40B4-BE49-F238E27FC236}">
                <a16:creationId xmlns:a16="http://schemas.microsoft.com/office/drawing/2014/main" id="{95FCB800-49F6-2B06-BBE4-3F5E119E6C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6027" y="4278909"/>
            <a:ext cx="3816978" cy="152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637525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37773-E5CC-1339-074C-CA79A9AB3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F4EF1E7-684D-964B-A381-A883C0767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6DF7EA9-D756-3F82-04ED-917BA97519A4}"/>
              </a:ext>
            </a:extLst>
          </p:cNvPr>
          <p:cNvSpPr txBox="1"/>
          <p:nvPr/>
        </p:nvSpPr>
        <p:spPr>
          <a:xfrm>
            <a:off x="-55823" y="4552823"/>
            <a:ext cx="18788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chemeClr val="accent3"/>
                </a:solidFill>
                <a:highlight>
                  <a:srgbClr val="FFFFFF"/>
                </a:highlight>
                <a:latin typeface="+mn-ea"/>
                <a:ea typeface="+mn-ea"/>
              </a:rPr>
              <a:t>逻辑运算</a:t>
            </a:r>
            <a:endParaRPr lang="en-CN" sz="2800" b="1" dirty="0">
              <a:solidFill>
                <a:schemeClr val="accent3"/>
              </a:solidFill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989071B-A380-DEDF-A3BF-1E6AE5CA62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1005183"/>
              </p:ext>
            </p:extLst>
          </p:nvPr>
        </p:nvGraphicFramePr>
        <p:xfrm>
          <a:off x="1712686" y="3108842"/>
          <a:ext cx="5516789" cy="3504652"/>
        </p:xfrm>
        <a:graphic>
          <a:graphicData uri="http://schemas.openxmlformats.org/drawingml/2006/table">
            <a:tbl>
              <a:tblPr/>
              <a:tblGrid>
                <a:gridCol w="1182171">
                  <a:extLst>
                    <a:ext uri="{9D8B030D-6E8A-4147-A177-3AD203B41FA5}">
                      <a16:colId xmlns:a16="http://schemas.microsoft.com/office/drawing/2014/main" val="3950374018"/>
                    </a:ext>
                  </a:extLst>
                </a:gridCol>
                <a:gridCol w="1283860">
                  <a:extLst>
                    <a:ext uri="{9D8B030D-6E8A-4147-A177-3AD203B41FA5}">
                      <a16:colId xmlns:a16="http://schemas.microsoft.com/office/drawing/2014/main" val="2950506611"/>
                    </a:ext>
                  </a:extLst>
                </a:gridCol>
                <a:gridCol w="1671560">
                  <a:extLst>
                    <a:ext uri="{9D8B030D-6E8A-4147-A177-3AD203B41FA5}">
                      <a16:colId xmlns:a16="http://schemas.microsoft.com/office/drawing/2014/main" val="4224026267"/>
                    </a:ext>
                  </a:extLst>
                </a:gridCol>
                <a:gridCol w="1379198">
                  <a:extLst>
                    <a:ext uri="{9D8B030D-6E8A-4147-A177-3AD203B41FA5}">
                      <a16:colId xmlns:a16="http://schemas.microsoft.com/office/drawing/2014/main" val="1236266824"/>
                    </a:ext>
                  </a:extLst>
                </a:gridCol>
              </a:tblGrid>
              <a:tr h="85189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</a:rPr>
                        <a:t>运算符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</a:rPr>
                        <a:t>描述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示例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结果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206586"/>
                  </a:ext>
                </a:extLst>
              </a:tr>
              <a:tr h="923994"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and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逻辑与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True and False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False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198812"/>
                  </a:ext>
                </a:extLst>
              </a:tr>
              <a:tr h="876876"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or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逻辑或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True or False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True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3586785"/>
                  </a:ext>
                </a:extLst>
              </a:tr>
              <a:tr h="85189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not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逻辑非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not True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False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0846831"/>
                  </a:ext>
                </a:extLst>
              </a:tr>
            </a:tbl>
          </a:graphicData>
        </a:graphic>
      </p:graphicFrame>
      <p:pic>
        <p:nvPicPr>
          <p:cNvPr id="7" name="Picture 6" descr="A group of colorful text on a black background&#10;&#10;AI-generated content may be incorrect.">
            <a:extLst>
              <a:ext uri="{FF2B5EF4-FFF2-40B4-BE49-F238E27FC236}">
                <a16:creationId xmlns:a16="http://schemas.microsoft.com/office/drawing/2014/main" id="{410ADC27-A8FA-2E3E-9C6A-5A42BE8F74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7706" y="4229005"/>
            <a:ext cx="4106649" cy="154967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88F2F97B-9AEA-D3D6-726B-026AFFC77E41}"/>
              </a:ext>
            </a:extLst>
          </p:cNvPr>
          <p:cNvSpPr txBox="1"/>
          <p:nvPr/>
        </p:nvSpPr>
        <p:spPr>
          <a:xfrm>
            <a:off x="412124" y="915602"/>
            <a:ext cx="11481515" cy="2078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3600" b="1" dirty="0">
                <a:solidFill>
                  <a:schemeClr val="bg2"/>
                </a:solidFill>
                <a:latin typeface="+mn-ea"/>
                <a:ea typeface="+mn-ea"/>
              </a:rPr>
              <a:t>3. </a:t>
            </a:r>
            <a:r>
              <a:rPr lang="zh-CN" altLang="en-US" sz="3600" b="1" dirty="0">
                <a:solidFill>
                  <a:schemeClr val="bg2"/>
                </a:solidFill>
                <a:latin typeface="+mn-ea"/>
                <a:ea typeface="+mn-ea"/>
              </a:rPr>
              <a:t>变量基本运算</a:t>
            </a:r>
            <a:endParaRPr lang="en-US" altLang="zh-CN" sz="36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运算是编程语言的基本功能，通过运算程序可以执行各种操作，变量运算主要包括：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算术运算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比较运算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逻辑运算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位运算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等。</a:t>
            </a:r>
          </a:p>
        </p:txBody>
      </p:sp>
    </p:spTree>
    <p:extLst>
      <p:ext uri="{BB962C8B-B14F-4D97-AF65-F5344CB8AC3E}">
        <p14:creationId xmlns:p14="http://schemas.microsoft.com/office/powerpoint/2010/main" val="2890079731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CFA5E-E628-EE26-04BB-7E57FED58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68B30701-AD4D-6823-D328-DC1047C14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1" y="8526"/>
            <a:ext cx="104865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498076-590D-2107-40A8-BB49CF7C1410}"/>
              </a:ext>
            </a:extLst>
          </p:cNvPr>
          <p:cNvSpPr txBox="1"/>
          <p:nvPr/>
        </p:nvSpPr>
        <p:spPr>
          <a:xfrm>
            <a:off x="361950" y="3285550"/>
            <a:ext cx="11325225" cy="1308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3"/>
                </a:solidFill>
                <a:highlight>
                  <a:srgbClr val="FFFFFF"/>
                </a:highlight>
                <a:latin typeface="+mn-ea"/>
                <a:ea typeface="+mn-ea"/>
              </a:rPr>
              <a:t>位运算</a:t>
            </a:r>
            <a:r>
              <a:rPr lang="zh-CN" altLang="en-US" sz="28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：</a:t>
            </a: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是直接对整数在内存中的二进制位进行操作。</a:t>
            </a:r>
            <a:r>
              <a:rPr 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Python</a:t>
            </a: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中的位运算符包括：</a:t>
            </a:r>
            <a:r>
              <a:rPr lang="en-US" altLang="zh-CN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&amp;</a:t>
            </a: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（与）、｜（或）、～（非）等。</a:t>
            </a:r>
            <a:endParaRPr lang="en-US" sz="2800" dirty="0">
              <a:solidFill>
                <a:schemeClr val="bg2"/>
              </a:solidFill>
              <a:highlight>
                <a:srgbClr val="FFFFFF"/>
              </a:highlight>
              <a:latin typeface="+mn-ea"/>
              <a:ea typeface="+mn-ea"/>
            </a:endParaRPr>
          </a:p>
        </p:txBody>
      </p:sp>
      <p:pic>
        <p:nvPicPr>
          <p:cNvPr id="14" name="Picture 13" descr="A black background with green writing&#10;&#10;AI-generated content may be incorrect.">
            <a:extLst>
              <a:ext uri="{FF2B5EF4-FFF2-40B4-BE49-F238E27FC236}">
                <a16:creationId xmlns:a16="http://schemas.microsoft.com/office/drawing/2014/main" id="{693EC964-78C5-0417-1DDA-39FADE6148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32" y="4832234"/>
            <a:ext cx="11742579" cy="162571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BCEDC17E-5366-A420-5868-590D63645C62}"/>
              </a:ext>
            </a:extLst>
          </p:cNvPr>
          <p:cNvSpPr txBox="1"/>
          <p:nvPr/>
        </p:nvSpPr>
        <p:spPr>
          <a:xfrm>
            <a:off x="412124" y="915602"/>
            <a:ext cx="11481515" cy="2078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3600" b="1" dirty="0">
                <a:solidFill>
                  <a:schemeClr val="bg2"/>
                </a:solidFill>
                <a:latin typeface="+mn-ea"/>
                <a:ea typeface="+mn-ea"/>
              </a:rPr>
              <a:t>3. </a:t>
            </a:r>
            <a:r>
              <a:rPr lang="zh-CN" altLang="en-US" sz="3600" b="1" dirty="0">
                <a:solidFill>
                  <a:schemeClr val="bg2"/>
                </a:solidFill>
                <a:latin typeface="+mn-ea"/>
                <a:ea typeface="+mn-ea"/>
              </a:rPr>
              <a:t>变量基本运算</a:t>
            </a:r>
            <a:endParaRPr lang="en-US" altLang="zh-CN" sz="36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运算是编程语言的基本功能，通过运算程序可以执行各种操作，变量运算主要包括：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算术运算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比较运算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逻辑运算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位运算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等。</a:t>
            </a:r>
          </a:p>
        </p:txBody>
      </p:sp>
    </p:spTree>
    <p:extLst>
      <p:ext uri="{BB962C8B-B14F-4D97-AF65-F5344CB8AC3E}">
        <p14:creationId xmlns:p14="http://schemas.microsoft.com/office/powerpoint/2010/main" val="2789328484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4222" y="3839864"/>
            <a:ext cx="1167074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800" b="1" dirty="0">
                <a:latin typeface="微软雅黑" pitchFamily="34" charset="-122"/>
                <a:ea typeface="微软雅黑" pitchFamily="34" charset="-122"/>
              </a:rPr>
              <a:t>二、数据类型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81122590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DCE10-6069-D684-EEBD-B4AE298CE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8E23A91-440B-A32F-DA65-1E30F04F7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7881D9B-9E37-EE50-728E-695E4983BE8F}"/>
              </a:ext>
            </a:extLst>
          </p:cNvPr>
          <p:cNvSpPr txBox="1"/>
          <p:nvPr/>
        </p:nvSpPr>
        <p:spPr>
          <a:xfrm>
            <a:off x="384630" y="846748"/>
            <a:ext cx="7591685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1.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 </a:t>
            </a: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Python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数据类型概念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4E6260-E6B0-E9A5-EE36-5C6B04AE8C23}"/>
              </a:ext>
            </a:extLst>
          </p:cNvPr>
          <p:cNvSpPr txBox="1"/>
          <p:nvPr/>
        </p:nvSpPr>
        <p:spPr>
          <a:xfrm>
            <a:off x="384630" y="1707210"/>
            <a:ext cx="10673895" cy="4898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600" b="1" dirty="0">
                <a:solidFill>
                  <a:schemeClr val="bg2"/>
                </a:solidFill>
                <a:latin typeface="+mj-ea"/>
                <a:ea typeface="+mj-ea"/>
              </a:rPr>
              <a:t>数据类型概念：</a:t>
            </a:r>
            <a:endParaRPr lang="en-US" altLang="zh-CN" sz="3600" dirty="0">
              <a:solidFill>
                <a:schemeClr val="bg2"/>
              </a:solidFill>
              <a:latin typeface="+mj-ea"/>
              <a:ea typeface="+mj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200" dirty="0">
                <a:solidFill>
                  <a:schemeClr val="bg2"/>
                </a:solidFill>
                <a:latin typeface="+mj-ea"/>
                <a:ea typeface="+mj-ea"/>
              </a:rPr>
              <a:t>数据在计算机中的</a:t>
            </a:r>
            <a:r>
              <a:rPr lang="zh-CN" altLang="en-US" sz="3200" b="1" dirty="0">
                <a:solidFill>
                  <a:schemeClr val="accent2"/>
                </a:solidFill>
                <a:latin typeface="+mj-ea"/>
                <a:ea typeface="+mj-ea"/>
              </a:rPr>
              <a:t>存储方式与操作规则</a:t>
            </a:r>
            <a:endParaRPr lang="en-US" altLang="zh-CN" sz="3200" b="1" dirty="0">
              <a:solidFill>
                <a:schemeClr val="accent2"/>
              </a:solidFill>
              <a:latin typeface="+mj-ea"/>
              <a:ea typeface="+mj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600" b="1" dirty="0">
                <a:solidFill>
                  <a:schemeClr val="bg2"/>
                </a:solidFill>
                <a:latin typeface="+mj-ea"/>
                <a:ea typeface="+mj-ea"/>
              </a:rPr>
              <a:t>数据类型作用：</a:t>
            </a:r>
            <a:endParaRPr lang="en-US" altLang="zh-CN" sz="3600" dirty="0">
              <a:solidFill>
                <a:schemeClr val="bg2"/>
              </a:solidFill>
              <a:latin typeface="+mj-ea"/>
              <a:ea typeface="+mj-ea"/>
            </a:endParaRPr>
          </a:p>
          <a:p>
            <a:pPr algn="l">
              <a:lnSpc>
                <a:spcPct val="150000"/>
              </a:lnSpc>
            </a:pPr>
            <a:r>
              <a:rPr lang="en-US" altLang="zh-CN" sz="3200" dirty="0">
                <a:solidFill>
                  <a:schemeClr val="bg2"/>
                </a:solidFill>
                <a:latin typeface="+mj-ea"/>
                <a:ea typeface="+mj-ea"/>
              </a:rPr>
              <a:t>1. </a:t>
            </a:r>
            <a:r>
              <a:rPr lang="zh-CN" altLang="en-US" sz="3200" dirty="0">
                <a:solidFill>
                  <a:schemeClr val="bg2"/>
                </a:solidFill>
                <a:latin typeface="+mj-ea"/>
                <a:ea typeface="+mj-ea"/>
              </a:rPr>
              <a:t>内存高效管理</a:t>
            </a:r>
            <a:endParaRPr lang="en-US" altLang="zh-CN" sz="3200" dirty="0">
              <a:solidFill>
                <a:schemeClr val="bg2"/>
              </a:solidFill>
              <a:latin typeface="+mj-ea"/>
              <a:ea typeface="+mj-ea"/>
            </a:endParaRPr>
          </a:p>
          <a:p>
            <a:pPr algn="l">
              <a:lnSpc>
                <a:spcPct val="150000"/>
              </a:lnSpc>
            </a:pPr>
            <a:r>
              <a:rPr lang="en-US" altLang="zh-CN" sz="3200" dirty="0">
                <a:solidFill>
                  <a:schemeClr val="bg2"/>
                </a:solidFill>
                <a:latin typeface="+mj-ea"/>
                <a:ea typeface="+mj-ea"/>
              </a:rPr>
              <a:t>2. </a:t>
            </a:r>
            <a:r>
              <a:rPr lang="zh-CN" altLang="en-US" sz="3200" dirty="0">
                <a:solidFill>
                  <a:schemeClr val="bg2"/>
                </a:solidFill>
                <a:latin typeface="+mj-ea"/>
                <a:ea typeface="+mj-ea"/>
              </a:rPr>
              <a:t>规定操作规范（如数字可加减，字符串可拼接）</a:t>
            </a:r>
            <a:endParaRPr lang="en-US" altLang="zh-CN" sz="3200" dirty="0">
              <a:solidFill>
                <a:schemeClr val="bg2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483888068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6058C-5E50-1C93-33B3-5E86BEA3B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C550404-AD55-6D52-565B-0981E6D33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4429124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432108-222B-D578-BCE7-82A95495F0E0}"/>
              </a:ext>
            </a:extLst>
          </p:cNvPr>
          <p:cNvSpPr txBox="1"/>
          <p:nvPr/>
        </p:nvSpPr>
        <p:spPr>
          <a:xfrm>
            <a:off x="384630" y="846748"/>
            <a:ext cx="7591685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编程语言数据类型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DF1BA97-708A-C337-7F56-CB73B3D6E663}"/>
              </a:ext>
            </a:extLst>
          </p:cNvPr>
          <p:cNvSpPr txBox="1"/>
          <p:nvPr/>
        </p:nvSpPr>
        <p:spPr>
          <a:xfrm>
            <a:off x="523875" y="2001512"/>
            <a:ext cx="10325100" cy="3698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zh-CN" sz="3200" b="1" dirty="0" err="1">
                <a:solidFill>
                  <a:schemeClr val="bg2"/>
                </a:solidFill>
                <a:latin typeface="+mn-ea"/>
                <a:ea typeface="+mn-ea"/>
              </a:rPr>
              <a:t>Matlab</a:t>
            </a: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整数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浮点数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字符型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zh-CN" altLang="en-US" sz="3200" u="sng" dirty="0">
                <a:solidFill>
                  <a:schemeClr val="bg2"/>
                </a:solidFill>
                <a:latin typeface="+mn-ea"/>
                <a:ea typeface="+mn-ea"/>
              </a:rPr>
              <a:t>逻辑型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，表格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…</a:t>
            </a:r>
          </a:p>
          <a:p>
            <a:pPr algn="l">
              <a:lnSpc>
                <a:spcPct val="150000"/>
              </a:lnSpc>
            </a:pPr>
            <a:r>
              <a:rPr lang="en-US" altLang="zh-CN" sz="3200" b="1" dirty="0">
                <a:solidFill>
                  <a:schemeClr val="bg2"/>
                </a:solidFill>
                <a:latin typeface="+mn-ea"/>
                <a:ea typeface="+mn-ea"/>
              </a:rPr>
              <a:t>C#</a:t>
            </a: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整数型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浮点数型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布尔型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字符型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，结构体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…</a:t>
            </a:r>
          </a:p>
          <a:p>
            <a:pPr algn="l">
              <a:lnSpc>
                <a:spcPct val="150000"/>
              </a:lnSpc>
            </a:pPr>
            <a:r>
              <a:rPr lang="en-US" altLang="zh-CN" sz="3200" b="1" dirty="0">
                <a:solidFill>
                  <a:schemeClr val="bg2"/>
                </a:solidFill>
                <a:latin typeface="+mn-ea"/>
                <a:ea typeface="+mn-ea"/>
              </a:rPr>
              <a:t>C</a:t>
            </a: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zh-CN" altLang="en-US" sz="3200" b="1" u="sng" dirty="0">
                <a:solidFill>
                  <a:schemeClr val="accent2"/>
                </a:solidFill>
                <a:latin typeface="+mn-ea"/>
                <a:ea typeface="+mn-ea"/>
              </a:rPr>
              <a:t>整数型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浮点数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布尔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，数组，联合体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… </a:t>
            </a:r>
          </a:p>
          <a:p>
            <a:pPr algn="l">
              <a:lnSpc>
                <a:spcPct val="150000"/>
              </a:lnSpc>
            </a:pPr>
            <a:r>
              <a:rPr lang="en-US" altLang="zh-CN" sz="3200" b="1" dirty="0">
                <a:solidFill>
                  <a:schemeClr val="bg2"/>
                </a:solidFill>
                <a:latin typeface="+mn-ea"/>
                <a:ea typeface="+mn-ea"/>
              </a:rPr>
              <a:t>C++</a:t>
            </a: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继承</a:t>
            </a: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C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类型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，动态数组，指针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273722621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25C8-C118-5256-1547-930525F8F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94D717D-1318-65B5-FECC-03699A23D4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F1033C-442C-5498-6FB7-8CF9E065EB39}"/>
              </a:ext>
            </a:extLst>
          </p:cNvPr>
          <p:cNvSpPr txBox="1"/>
          <p:nvPr/>
        </p:nvSpPr>
        <p:spPr>
          <a:xfrm>
            <a:off x="123371" y="854005"/>
            <a:ext cx="7852944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DECBE6-B2E7-133A-E668-C8433A3C0FEC}"/>
              </a:ext>
            </a:extLst>
          </p:cNvPr>
          <p:cNvSpPr txBox="1"/>
          <p:nvPr/>
        </p:nvSpPr>
        <p:spPr>
          <a:xfrm>
            <a:off x="300081" y="2300975"/>
            <a:ext cx="6262497" cy="44228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Bool 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布尔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：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True/False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Number 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数字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 ；</a:t>
            </a:r>
            <a:endParaRPr lang="en-US" altLang="zh-CN" sz="2600" dirty="0">
              <a:solidFill>
                <a:srgbClr val="151515"/>
              </a:solidFill>
              <a:latin typeface="+mn-ea"/>
              <a:ea typeface="+mn-ea"/>
            </a:endParaRP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String 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字符串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):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 用“”标识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;</a:t>
            </a:r>
          </a:p>
          <a:p>
            <a:pPr algn="just">
              <a:lnSpc>
                <a:spcPct val="150000"/>
              </a:lnSpc>
            </a:pP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4. List 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列表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：用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[]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标识，有序元素集合。</a:t>
            </a:r>
            <a:endParaRPr lang="en-US" altLang="zh-CN" sz="26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5. Tuple 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元组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：用 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()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 标识，类似于列表，但元素不能更改。</a:t>
            </a:r>
            <a:endParaRPr lang="en-US" altLang="zh-CN" sz="2600" dirty="0">
              <a:solidFill>
                <a:srgbClr val="151515"/>
              </a:solidFill>
              <a:latin typeface="+mn-ea"/>
              <a:ea typeface="+mn-ea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0D08B56-A55D-A7F0-9DBF-689316436A80}"/>
              </a:ext>
            </a:extLst>
          </p:cNvPr>
          <p:cNvSpPr txBox="1"/>
          <p:nvPr/>
        </p:nvSpPr>
        <p:spPr>
          <a:xfrm>
            <a:off x="6787662" y="2202516"/>
            <a:ext cx="5288223" cy="33725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200000"/>
              </a:lnSpc>
            </a:pP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6. Dictionary 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字典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：用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{}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标识，无序元素集合，元素以</a:t>
            </a:r>
            <a:r>
              <a:rPr lang="zh-CN" altLang="en-US" sz="2600" u="sng" dirty="0">
                <a:solidFill>
                  <a:srgbClr val="151515"/>
                </a:solidFill>
                <a:latin typeface="+mn-ea"/>
                <a:ea typeface="+mn-ea"/>
              </a:rPr>
              <a:t>键值对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存在。</a:t>
            </a:r>
            <a:endParaRPr lang="en-US" altLang="zh-CN" sz="26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just">
              <a:lnSpc>
                <a:spcPct val="200000"/>
              </a:lnSpc>
            </a:pP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7. Set 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集合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：用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{}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标识，元素可变、无序、且</a:t>
            </a:r>
            <a:r>
              <a:rPr lang="zh-CN" altLang="en-US" sz="2600" u="sng" dirty="0">
                <a:solidFill>
                  <a:srgbClr val="151515"/>
                </a:solidFill>
                <a:latin typeface="+mn-ea"/>
                <a:ea typeface="+mn-ea"/>
              </a:rPr>
              <a:t>不能重复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的元素集合。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C69C94E-55AE-7511-CDA2-B338A9363D48}"/>
              </a:ext>
            </a:extLst>
          </p:cNvPr>
          <p:cNvSpPr txBox="1"/>
          <p:nvPr/>
        </p:nvSpPr>
        <p:spPr>
          <a:xfrm>
            <a:off x="2946400" y="1601633"/>
            <a:ext cx="6698343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Python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主要包含</a:t>
            </a: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7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种数据类型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72267573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69735-7D50-37AF-C936-ED67B82EA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6179CAB-7093-1D23-D0CF-75F3AFCD9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72A365-FFF3-985D-1694-D84BB92679F9}"/>
              </a:ext>
            </a:extLst>
          </p:cNvPr>
          <p:cNvSpPr txBox="1"/>
          <p:nvPr/>
        </p:nvSpPr>
        <p:spPr>
          <a:xfrm>
            <a:off x="123371" y="776214"/>
            <a:ext cx="7852944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8A90FA-E4C2-3154-0167-DBE40E4E9825}"/>
              </a:ext>
            </a:extLst>
          </p:cNvPr>
          <p:cNvSpPr txBox="1"/>
          <p:nvPr/>
        </p:nvSpPr>
        <p:spPr>
          <a:xfrm>
            <a:off x="2974535" y="1386894"/>
            <a:ext cx="6698343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Python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主要包含</a:t>
            </a: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7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种数据类型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1A4D7BD-3BA7-AC6E-9ED9-44A7A5709A23}"/>
              </a:ext>
            </a:extLst>
          </p:cNvPr>
          <p:cNvSpPr txBox="1"/>
          <p:nvPr/>
        </p:nvSpPr>
        <p:spPr>
          <a:xfrm>
            <a:off x="214085" y="2026105"/>
            <a:ext cx="9825265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zh-CN" altLang="en-US" sz="30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布尔型：</a:t>
            </a:r>
            <a:r>
              <a:rPr lang="en-US" altLang="zh-CN" sz="3000" b="0" dirty="0" err="1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var_bool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</a:t>
            </a:r>
            <a:r>
              <a:rPr lang="en-US" altLang="zh-CN" sz="3000" b="0" dirty="0">
                <a:solidFill>
                  <a:srgbClr val="0000FF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True  </a:t>
            </a:r>
            <a:endParaRPr lang="en-US" altLang="zh-CN" sz="3000" b="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l">
              <a:buNone/>
            </a:pPr>
            <a:r>
              <a:rPr lang="zh-CN" altLang="en-US" sz="30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字符串：</a:t>
            </a:r>
            <a:r>
              <a:rPr lang="en-US" altLang="zh-CN" sz="3000" b="0" dirty="0" err="1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var_str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</a:t>
            </a:r>
            <a:r>
              <a:rPr lang="en-US" altLang="zh-CN" sz="3000" b="0" dirty="0">
                <a:solidFill>
                  <a:srgbClr val="A31515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"Hello, World!"</a:t>
            </a:r>
            <a:endParaRPr lang="en-US" altLang="zh-CN" sz="3000" b="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l">
              <a:buNone/>
            </a:pPr>
            <a:r>
              <a:rPr lang="zh-CN" altLang="en-US" sz="30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数值型：</a:t>
            </a:r>
            <a:r>
              <a:rPr lang="en-US" altLang="zh-CN" sz="3000" b="0" dirty="0" err="1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var_num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42</a:t>
            </a:r>
            <a:endParaRPr lang="en-US" altLang="zh-CN" sz="3000" b="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l">
              <a:buNone/>
            </a:pPr>
            <a:r>
              <a:rPr lang="zh-CN" altLang="en-US" sz="30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列表：</a:t>
            </a:r>
            <a:r>
              <a:rPr lang="en-US" altLang="zh-CN" sz="3000" b="0" dirty="0" err="1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var_list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[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, 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, 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3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, 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4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, 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5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]</a:t>
            </a:r>
          </a:p>
          <a:p>
            <a:pPr algn="l">
              <a:buNone/>
            </a:pPr>
            <a:r>
              <a:rPr lang="zh-CN" altLang="en-US" sz="30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元组：</a:t>
            </a:r>
            <a:r>
              <a:rPr lang="en-US" altLang="zh-CN" sz="3000" b="0" dirty="0" err="1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var_tuple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(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10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, 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20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, 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30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)</a:t>
            </a:r>
          </a:p>
          <a:p>
            <a:pPr algn="l">
              <a:buNone/>
            </a:pPr>
            <a:r>
              <a:rPr lang="zh-CN" altLang="en-US" sz="30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字典：</a:t>
            </a:r>
            <a:r>
              <a:rPr lang="en-US" altLang="zh-CN" sz="3000" b="0" dirty="0" err="1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var_dict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{</a:t>
            </a:r>
            <a:r>
              <a:rPr lang="en-US" altLang="zh-CN" sz="3000" b="0" dirty="0">
                <a:solidFill>
                  <a:srgbClr val="A31515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"key1"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: </a:t>
            </a:r>
            <a:r>
              <a:rPr lang="en-US" altLang="zh-CN" sz="3000" b="0" dirty="0">
                <a:solidFill>
                  <a:srgbClr val="A31515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"value1"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, </a:t>
            </a:r>
            <a:r>
              <a:rPr lang="en-US" altLang="zh-CN" sz="3000" b="0" dirty="0">
                <a:solidFill>
                  <a:srgbClr val="A31515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"key2"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: </a:t>
            </a:r>
            <a:r>
              <a:rPr lang="en-US" altLang="zh-CN" sz="3000" b="0" dirty="0">
                <a:solidFill>
                  <a:srgbClr val="A31515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"value2"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}</a:t>
            </a:r>
          </a:p>
          <a:p>
            <a:pPr algn="l">
              <a:buNone/>
            </a:pPr>
            <a:r>
              <a:rPr lang="zh-CN" altLang="en-US" sz="30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集合：</a:t>
            </a:r>
            <a:r>
              <a:rPr lang="en-US" altLang="zh-CN" sz="3000" b="0" dirty="0" err="1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var_set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{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100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, 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200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, 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300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50755784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F15BD-A733-9D1D-DD0E-9D48A56A9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0699820-CC1F-94AA-D495-C91B4550A8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601" y="8526"/>
            <a:ext cx="104357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1E784C-76BA-2461-AFD7-4A7E8038F312}"/>
              </a:ext>
            </a:extLst>
          </p:cNvPr>
          <p:cNvSpPr txBox="1"/>
          <p:nvPr/>
        </p:nvSpPr>
        <p:spPr>
          <a:xfrm>
            <a:off x="275771" y="824977"/>
            <a:ext cx="7700544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4B2BCB2-219C-ECFF-BE36-1ED1649CDB10}"/>
              </a:ext>
            </a:extLst>
          </p:cNvPr>
          <p:cNvSpPr txBox="1"/>
          <p:nvPr/>
        </p:nvSpPr>
        <p:spPr>
          <a:xfrm>
            <a:off x="341087" y="1583489"/>
            <a:ext cx="10501084" cy="2478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数据类型分类：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标量类型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altLang="zh-CN" sz="2800" dirty="0">
                <a:solidFill>
                  <a:srgbClr val="151515"/>
                </a:solidFill>
                <a:latin typeface="+mn-ea"/>
              </a:rPr>
              <a:t> number</a:t>
            </a:r>
            <a:r>
              <a:rPr lang="zh-CN" altLang="en-US" sz="2800" dirty="0">
                <a:solidFill>
                  <a:srgbClr val="151515"/>
                </a:solidFill>
                <a:latin typeface="+mn-ea"/>
              </a:rPr>
              <a:t>（</a:t>
            </a:r>
            <a:r>
              <a:rPr lang="en-US" altLang="zh-CN" sz="2800" dirty="0">
                <a:solidFill>
                  <a:schemeClr val="bg2"/>
                </a:solidFill>
                <a:latin typeface="+mn-ea"/>
              </a:rPr>
              <a:t> int</a:t>
            </a:r>
            <a:r>
              <a:rPr lang="zh-CN" altLang="en-US" sz="2800" dirty="0">
                <a:solidFill>
                  <a:schemeClr val="bg2"/>
                </a:solidFill>
                <a:latin typeface="+mn-ea"/>
              </a:rPr>
              <a:t>，</a:t>
            </a:r>
            <a:r>
              <a:rPr lang="en-US" altLang="zh-CN" sz="2800" dirty="0">
                <a:solidFill>
                  <a:schemeClr val="bg2"/>
                </a:solidFill>
                <a:latin typeface="+mn-ea"/>
              </a:rPr>
              <a:t>float </a:t>
            </a:r>
            <a:r>
              <a:rPr lang="zh-CN" altLang="en-US" sz="2800" dirty="0">
                <a:solidFill>
                  <a:srgbClr val="151515"/>
                </a:solidFill>
                <a:latin typeface="+mn-ea"/>
              </a:rPr>
              <a:t>）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str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bool</a:t>
            </a:r>
          </a:p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容器类型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list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tuple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altLang="zh-CN" sz="2800" dirty="0" err="1">
                <a:solidFill>
                  <a:schemeClr val="bg2"/>
                </a:solidFill>
                <a:latin typeface="+mn-ea"/>
                <a:ea typeface="+mn-ea"/>
              </a:rPr>
              <a:t>dict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set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9E472D04-A881-5AAC-CC3D-397F7B9285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334607"/>
              </p:ext>
            </p:extLst>
          </p:nvPr>
        </p:nvGraphicFramePr>
        <p:xfrm>
          <a:off x="3287484" y="4203562"/>
          <a:ext cx="8697689" cy="2494886"/>
        </p:xfrm>
        <a:graphic>
          <a:graphicData uri="http://schemas.openxmlformats.org/drawingml/2006/table">
            <a:tbl>
              <a:tblPr/>
              <a:tblGrid>
                <a:gridCol w="1618344">
                  <a:extLst>
                    <a:ext uri="{9D8B030D-6E8A-4147-A177-3AD203B41FA5}">
                      <a16:colId xmlns:a16="http://schemas.microsoft.com/office/drawing/2014/main" val="15950582"/>
                    </a:ext>
                  </a:extLst>
                </a:gridCol>
                <a:gridCol w="1850571">
                  <a:extLst>
                    <a:ext uri="{9D8B030D-6E8A-4147-A177-3AD203B41FA5}">
                      <a16:colId xmlns:a16="http://schemas.microsoft.com/office/drawing/2014/main" val="399157626"/>
                    </a:ext>
                  </a:extLst>
                </a:gridCol>
                <a:gridCol w="1807029">
                  <a:extLst>
                    <a:ext uri="{9D8B030D-6E8A-4147-A177-3AD203B41FA5}">
                      <a16:colId xmlns:a16="http://schemas.microsoft.com/office/drawing/2014/main" val="2140024269"/>
                    </a:ext>
                  </a:extLst>
                </a:gridCol>
                <a:gridCol w="3421745">
                  <a:extLst>
                    <a:ext uri="{9D8B030D-6E8A-4147-A177-3AD203B41FA5}">
                      <a16:colId xmlns:a16="http://schemas.microsoft.com/office/drawing/2014/main" val="2740444552"/>
                    </a:ext>
                  </a:extLst>
                </a:gridCol>
              </a:tblGrid>
              <a:tr h="515707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</a:rPr>
                        <a:t>类型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</a:rPr>
                        <a:t>可变性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</a:rPr>
                        <a:t>有序性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</a:rPr>
                        <a:t>元素要求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0683114"/>
                  </a:ext>
                </a:extLst>
              </a:tr>
              <a:tr h="515707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bg2"/>
                          </a:solidFill>
                          <a:effectLst/>
                        </a:rPr>
                        <a:t>number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不可变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无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单值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6056485"/>
                  </a:ext>
                </a:extLst>
              </a:tr>
              <a:tr h="515707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bg2"/>
                          </a:solidFill>
                          <a:effectLst/>
                        </a:rPr>
                        <a:t>list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可变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有序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任意类型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61640"/>
                  </a:ext>
                </a:extLst>
              </a:tr>
              <a:tr h="940406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solidFill>
                            <a:schemeClr val="bg2"/>
                          </a:solidFill>
                          <a:effectLst/>
                        </a:rPr>
                        <a:t>dict</a:t>
                      </a:r>
                      <a:endParaRPr lang="en-US" sz="28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可变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无序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键不可变、值任意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4981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5382CF15-8EBD-452D-8EDD-2AE40D85FAF9}"/>
              </a:ext>
            </a:extLst>
          </p:cNvPr>
          <p:cNvSpPr txBox="1"/>
          <p:nvPr/>
        </p:nvSpPr>
        <p:spPr>
          <a:xfrm>
            <a:off x="420915" y="4603231"/>
            <a:ext cx="2619373" cy="1308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常用数据类型特性对比：</a:t>
            </a:r>
            <a:endParaRPr lang="en-US" altLang="zh-CN" sz="28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37586554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C3C23-4D36-F6FA-EE57-75BB15F9F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79686D0-E98B-2613-1171-9CD39D61A6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19" name="文本框 6">
            <a:extLst>
              <a:ext uri="{FF2B5EF4-FFF2-40B4-BE49-F238E27FC236}">
                <a16:creationId xmlns:a16="http://schemas.microsoft.com/office/drawing/2014/main" id="{C7DB1091-8910-855C-6F3A-EC7B304CC21F}"/>
              </a:ext>
            </a:extLst>
          </p:cNvPr>
          <p:cNvSpPr txBox="1"/>
          <p:nvPr/>
        </p:nvSpPr>
        <p:spPr>
          <a:xfrm>
            <a:off x="406195" y="1499335"/>
            <a:ext cx="3091748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number</a:t>
            </a:r>
          </a:p>
        </p:txBody>
      </p:sp>
      <p:pic>
        <p:nvPicPr>
          <p:cNvPr id="5" name="Picture 4" descr="A black rectangle with white text&#10;&#10;AI-generated content may be incorrect.">
            <a:extLst>
              <a:ext uri="{FF2B5EF4-FFF2-40B4-BE49-F238E27FC236}">
                <a16:creationId xmlns:a16="http://schemas.microsoft.com/office/drawing/2014/main" id="{D419F691-9044-44DE-03B6-B63122507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195" y="2279606"/>
            <a:ext cx="4529616" cy="9135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51DEC56-3581-81F0-AA96-9F9FFB3903DC}"/>
              </a:ext>
            </a:extLst>
          </p:cNvPr>
          <p:cNvSpPr txBox="1"/>
          <p:nvPr/>
        </p:nvSpPr>
        <p:spPr>
          <a:xfrm>
            <a:off x="406195" y="3371731"/>
            <a:ext cx="11952718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000" b="1" dirty="0">
                <a:solidFill>
                  <a:schemeClr val="accent3"/>
                </a:solidFill>
                <a:latin typeface="+mn-ea"/>
                <a:ea typeface="+mn-ea"/>
              </a:rPr>
              <a:t>常用操作</a:t>
            </a:r>
            <a:r>
              <a:rPr lang="zh-CN" altLang="en-US" sz="3000" dirty="0">
                <a:solidFill>
                  <a:schemeClr val="accent3"/>
                </a:solidFill>
                <a:latin typeface="+mn-ea"/>
                <a:ea typeface="+mn-ea"/>
              </a:rPr>
              <a:t>：</a:t>
            </a:r>
            <a:endParaRPr lang="en-US" altLang="zh-CN" sz="3000" dirty="0">
              <a:solidFill>
                <a:schemeClr val="accent3"/>
              </a:solidFill>
              <a:latin typeface="+mn-ea"/>
              <a:ea typeface="+mn-ea"/>
            </a:endParaRP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算术运算：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+, -, *, /, //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（整除）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, %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（取模）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, **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（幂）</a:t>
            </a: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数学函数：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abs(), round(), </a:t>
            </a:r>
            <a:r>
              <a:rPr lang="en-US" sz="3000" dirty="0" err="1">
                <a:solidFill>
                  <a:schemeClr val="bg2"/>
                </a:solidFill>
                <a:latin typeface="+mn-ea"/>
                <a:ea typeface="+mn-ea"/>
              </a:rPr>
              <a:t>math.sqrt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()</a:t>
            </a:r>
          </a:p>
          <a:p>
            <a:pPr algn="l">
              <a:defRPr/>
            </a:pPr>
            <a:r>
              <a:rPr lang="zh-CN" altLang="en-US" sz="3000" dirty="0">
                <a:solidFill>
                  <a:prstClr val="black"/>
                </a:solidFill>
                <a:latin typeface="微软雅黑"/>
                <a:ea typeface="微软雅黑"/>
              </a:rPr>
              <a:t>类型转换：</a:t>
            </a:r>
            <a:r>
              <a:rPr lang="en-US" sz="3000" dirty="0">
                <a:solidFill>
                  <a:prstClr val="black"/>
                </a:solidFill>
                <a:latin typeface="微软雅黑"/>
                <a:ea typeface="微软雅黑"/>
              </a:rPr>
              <a:t>int(), float()</a:t>
            </a:r>
            <a:endParaRPr lang="en-US" sz="30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11" name="Picture 10" descr="A number and a symbol&#10;&#10;AI-generated content may be incorrect.">
            <a:extLst>
              <a:ext uri="{FF2B5EF4-FFF2-40B4-BE49-F238E27FC236}">
                <a16:creationId xmlns:a16="http://schemas.microsoft.com/office/drawing/2014/main" id="{252A34BE-8A25-C987-51CB-13EA49D5BB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1924" y="5417907"/>
            <a:ext cx="6864305" cy="105451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275CA77-B005-F8DF-354C-AF0DFA5E2D96}"/>
              </a:ext>
            </a:extLst>
          </p:cNvPr>
          <p:cNvSpPr txBox="1"/>
          <p:nvPr/>
        </p:nvSpPr>
        <p:spPr>
          <a:xfrm>
            <a:off x="94343" y="846748"/>
            <a:ext cx="7881972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37146437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69629-4195-972E-62A6-2E075C839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280239FC-9E8A-4F3A-6CCD-81EE2AB84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9" name="文本框 6">
            <a:extLst>
              <a:ext uri="{FF2B5EF4-FFF2-40B4-BE49-F238E27FC236}">
                <a16:creationId xmlns:a16="http://schemas.microsoft.com/office/drawing/2014/main" id="{992F2ED7-670D-AD19-DAB1-3B5E976BA63F}"/>
              </a:ext>
            </a:extLst>
          </p:cNvPr>
          <p:cNvSpPr txBox="1"/>
          <p:nvPr/>
        </p:nvSpPr>
        <p:spPr>
          <a:xfrm>
            <a:off x="224973" y="1577161"/>
            <a:ext cx="7193682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字符串：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单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/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双引号包裹的文本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C0401D8-4404-F6EE-5CFB-A4E5B546D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129" y="5612114"/>
            <a:ext cx="10069742" cy="1045107"/>
          </a:xfrm>
          <a:prstGeom prst="rect">
            <a:avLst/>
          </a:prstGeom>
        </p:spPr>
      </p:pic>
      <p:grpSp>
        <p:nvGrpSpPr>
          <p:cNvPr id="2" name="组合 1">
            <a:extLst>
              <a:ext uri="{FF2B5EF4-FFF2-40B4-BE49-F238E27FC236}">
                <a16:creationId xmlns:a16="http://schemas.microsoft.com/office/drawing/2014/main" id="{BB64BF54-90A2-6BFA-9700-6DE34EAAB1A1}"/>
              </a:ext>
            </a:extLst>
          </p:cNvPr>
          <p:cNvGrpSpPr/>
          <p:nvPr/>
        </p:nvGrpSpPr>
        <p:grpSpPr>
          <a:xfrm>
            <a:off x="7169569" y="2117972"/>
            <a:ext cx="3833277" cy="1677514"/>
            <a:chOff x="6822961" y="2250980"/>
            <a:chExt cx="2932866" cy="1290493"/>
          </a:xfrm>
        </p:grpSpPr>
        <p:pic>
          <p:nvPicPr>
            <p:cNvPr id="12" name="Picture 11" descr="A black and white sign with orange text&#10;&#10;AI-generated content may be incorrect.">
              <a:extLst>
                <a:ext uri="{FF2B5EF4-FFF2-40B4-BE49-F238E27FC236}">
                  <a16:creationId xmlns:a16="http://schemas.microsoft.com/office/drawing/2014/main" id="{187E6F44-1324-218F-7908-094F56249B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22961" y="2737483"/>
              <a:ext cx="2932866" cy="803990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E6B516C-F780-1627-8BB1-59513E674566}"/>
                </a:ext>
              </a:extLst>
            </p:cNvPr>
            <p:cNvSpPr txBox="1"/>
            <p:nvPr/>
          </p:nvSpPr>
          <p:spPr>
            <a:xfrm>
              <a:off x="6919146" y="2250980"/>
              <a:ext cx="2446737" cy="4025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sz="2800" dirty="0">
                  <a:solidFill>
                    <a:schemeClr val="bg2"/>
                  </a:solidFill>
                  <a:latin typeface="+mn-ea"/>
                  <a:ea typeface="+mn-ea"/>
                </a:rPr>
                <a:t>字符串创建</a:t>
              </a:r>
              <a:endParaRPr lang="en-CN" sz="2800" dirty="0">
                <a:solidFill>
                  <a:schemeClr val="bg2"/>
                </a:solidFill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01F43913-1DFC-079D-2F48-2ACB78444BF9}"/>
              </a:ext>
            </a:extLst>
          </p:cNvPr>
          <p:cNvSpPr txBox="1"/>
          <p:nvPr/>
        </p:nvSpPr>
        <p:spPr>
          <a:xfrm>
            <a:off x="224973" y="2442015"/>
            <a:ext cx="8280398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常用操作：</a:t>
            </a:r>
            <a:endParaRPr lang="en-US" altLang="zh-CN" sz="32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索引与切片：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s[0], s[1:4]</a:t>
            </a: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拼接与重复：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+, *</a:t>
            </a: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方法：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.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lower(), .upper(), .split(), .strip()</a:t>
            </a: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格式化：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f"{name} is {age} years old"</a:t>
            </a:r>
            <a:endParaRPr lang="zh-CN" altLang="en-US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73AFEA-C282-287B-9DC2-A81B7A537632}"/>
              </a:ext>
            </a:extLst>
          </p:cNvPr>
          <p:cNvSpPr txBox="1"/>
          <p:nvPr/>
        </p:nvSpPr>
        <p:spPr>
          <a:xfrm>
            <a:off x="116114" y="846748"/>
            <a:ext cx="7860201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86418074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A1E9C-7A5C-BC9C-987C-57B08B5D2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84336FC-64E4-B3DD-63D0-5DE115A9E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19" name="文本框 6">
            <a:extLst>
              <a:ext uri="{FF2B5EF4-FFF2-40B4-BE49-F238E27FC236}">
                <a16:creationId xmlns:a16="http://schemas.microsoft.com/office/drawing/2014/main" id="{9BCB298F-F8BD-E3FD-DABA-E1A3FF9CAF39}"/>
              </a:ext>
            </a:extLst>
          </p:cNvPr>
          <p:cNvSpPr txBox="1"/>
          <p:nvPr/>
        </p:nvSpPr>
        <p:spPr>
          <a:xfrm>
            <a:off x="253286" y="1694850"/>
            <a:ext cx="7874714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列表：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方括号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[]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标识，可修改的序列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A08114-6D71-180D-2093-D782E9EA8154}"/>
              </a:ext>
            </a:extLst>
          </p:cNvPr>
          <p:cNvSpPr txBox="1"/>
          <p:nvPr/>
        </p:nvSpPr>
        <p:spPr>
          <a:xfrm>
            <a:off x="142982" y="2715167"/>
            <a:ext cx="6417471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常用操作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30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增删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.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append(), .insert(), .pop()</a:t>
            </a:r>
          </a:p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切片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sz="3000" dirty="0" err="1">
                <a:solidFill>
                  <a:schemeClr val="bg2"/>
                </a:solidFill>
                <a:latin typeface="+mn-ea"/>
              </a:rPr>
              <a:t>lst</a:t>
            </a:r>
            <a:r>
              <a:rPr lang="en-US" sz="3000" dirty="0">
                <a:solidFill>
                  <a:schemeClr val="bg2"/>
                </a:solidFill>
                <a:latin typeface="+mn-ea"/>
              </a:rPr>
              <a:t>[2:</a:t>
            </a:r>
            <a:r>
              <a:rPr lang="en-US" altLang="zh-CN" sz="3000" dirty="0">
                <a:solidFill>
                  <a:schemeClr val="bg2"/>
                </a:solidFill>
                <a:latin typeface="+mn-ea"/>
              </a:rPr>
              <a:t>9</a:t>
            </a:r>
            <a:r>
              <a:rPr lang="en-US" sz="3000" dirty="0">
                <a:solidFill>
                  <a:schemeClr val="bg2"/>
                </a:solidFill>
                <a:latin typeface="+mn-ea"/>
              </a:rPr>
              <a:t>]</a:t>
            </a:r>
            <a:r>
              <a:rPr lang="zh-CN" altLang="en-US" sz="3000" dirty="0">
                <a:solidFill>
                  <a:schemeClr val="bg2"/>
                </a:solidFill>
                <a:latin typeface="+mn-ea"/>
              </a:rPr>
              <a:t>，</a:t>
            </a:r>
            <a:r>
              <a:rPr lang="en-US" sz="3000" dirty="0" err="1">
                <a:solidFill>
                  <a:schemeClr val="bg2"/>
                </a:solidFill>
                <a:latin typeface="+mn-ea"/>
                <a:ea typeface="+mn-ea"/>
              </a:rPr>
              <a:t>lst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[2:9:2]（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步长为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2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）</a:t>
            </a:r>
          </a:p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列表推导式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[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x*2 for x in range(5)]</a:t>
            </a:r>
          </a:p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排序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.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sort(), sorted()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65D284-C10C-C0CD-5AD8-B0252A141CDE}"/>
              </a:ext>
            </a:extLst>
          </p:cNvPr>
          <p:cNvSpPr txBox="1"/>
          <p:nvPr/>
        </p:nvSpPr>
        <p:spPr>
          <a:xfrm>
            <a:off x="101600" y="846748"/>
            <a:ext cx="7874715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25C46F24-2C17-DA83-F552-5DC1CB9788B3}"/>
              </a:ext>
            </a:extLst>
          </p:cNvPr>
          <p:cNvGrpSpPr/>
          <p:nvPr/>
        </p:nvGrpSpPr>
        <p:grpSpPr>
          <a:xfrm>
            <a:off x="6516911" y="2081840"/>
            <a:ext cx="5662726" cy="1996154"/>
            <a:chOff x="6881215" y="2569389"/>
            <a:chExt cx="3748258" cy="118431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A6779B2-3F40-7108-55B9-BE9A7E99C48D}"/>
                </a:ext>
              </a:extLst>
            </p:cNvPr>
            <p:cNvSpPr txBox="1"/>
            <p:nvPr/>
          </p:nvSpPr>
          <p:spPr>
            <a:xfrm>
              <a:off x="6881215" y="2569389"/>
              <a:ext cx="3748258" cy="3447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dirty="0">
                  <a:solidFill>
                    <a:schemeClr val="bg2"/>
                  </a:solidFill>
                  <a:latin typeface="+mj-ea"/>
                  <a:ea typeface="+mj-ea"/>
                </a:rPr>
                <a:t>创建列表</a:t>
              </a:r>
              <a:endParaRPr lang="en-US" altLang="zh-CN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  <p:pic>
          <p:nvPicPr>
            <p:cNvPr id="4" name="Picture 3" descr="A black background with colorful text&#10;&#10;AI-generated content may be incorrect.">
              <a:extLst>
                <a:ext uri="{FF2B5EF4-FFF2-40B4-BE49-F238E27FC236}">
                  <a16:creationId xmlns:a16="http://schemas.microsoft.com/office/drawing/2014/main" id="{2A114E0F-9F1D-7730-87C6-D29AA7A54B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81215" y="2945141"/>
              <a:ext cx="3717944" cy="808563"/>
            </a:xfrm>
            <a:prstGeom prst="rect">
              <a:avLst/>
            </a:prstGeom>
          </p:spPr>
        </p:pic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EAF2EC4F-BB6D-2024-54E3-B740D456D460}"/>
              </a:ext>
            </a:extLst>
          </p:cNvPr>
          <p:cNvGrpSpPr/>
          <p:nvPr/>
        </p:nvGrpSpPr>
        <p:grpSpPr>
          <a:xfrm>
            <a:off x="6510782" y="4355784"/>
            <a:ext cx="5616928" cy="2062317"/>
            <a:chOff x="6394670" y="4239672"/>
            <a:chExt cx="5616928" cy="2062317"/>
          </a:xfrm>
        </p:grpSpPr>
        <p:pic>
          <p:nvPicPr>
            <p:cNvPr id="26" name="Picture 25" descr="A black background with text and symbols&#10;&#10;AI-generated content may be incorrect.">
              <a:extLst>
                <a:ext uri="{FF2B5EF4-FFF2-40B4-BE49-F238E27FC236}">
                  <a16:creationId xmlns:a16="http://schemas.microsoft.com/office/drawing/2014/main" id="{A1071639-2C12-F929-A901-0FDA406042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394670" y="4845005"/>
              <a:ext cx="5616928" cy="1456984"/>
            </a:xfrm>
            <a:prstGeom prst="rect">
              <a:avLst/>
            </a:prstGeom>
          </p:spPr>
        </p:pic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781930D2-72E1-D563-32DF-27FB7C894E7A}"/>
                </a:ext>
              </a:extLst>
            </p:cNvPr>
            <p:cNvSpPr txBox="1"/>
            <p:nvPr/>
          </p:nvSpPr>
          <p:spPr>
            <a:xfrm>
              <a:off x="6422570" y="4239672"/>
              <a:ext cx="5566130" cy="5810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dirty="0">
                  <a:solidFill>
                    <a:schemeClr val="bg2"/>
                  </a:solidFill>
                  <a:latin typeface="+mj-ea"/>
                  <a:ea typeface="+mj-ea"/>
                </a:rPr>
                <a:t>要素追加</a:t>
              </a:r>
              <a:endParaRPr lang="en-US" altLang="zh-CN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98481112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6C8C2-879B-1C42-62A4-FF83DC6F2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6712A3BC-FB54-BA84-AB15-1107FAC7D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28" name="文本框 6">
            <a:extLst>
              <a:ext uri="{FF2B5EF4-FFF2-40B4-BE49-F238E27FC236}">
                <a16:creationId xmlns:a16="http://schemas.microsoft.com/office/drawing/2014/main" id="{4B434E8B-994E-FF12-A112-95EEF5534324}"/>
              </a:ext>
            </a:extLst>
          </p:cNvPr>
          <p:cNvSpPr txBox="1"/>
          <p:nvPr/>
        </p:nvSpPr>
        <p:spPr>
          <a:xfrm>
            <a:off x="397491" y="1476557"/>
            <a:ext cx="7012052" cy="7032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000" b="1" dirty="0">
                <a:solidFill>
                  <a:schemeClr val="accent2"/>
                </a:solidFill>
                <a:latin typeface="+mn-ea"/>
                <a:ea typeface="+mn-ea"/>
              </a:rPr>
              <a:t>元组：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圆括号（）标识，不可变序列</a:t>
            </a:r>
            <a:endParaRPr lang="en-US" altLang="zh-CN" sz="3000" b="1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597FAA60-864C-2DCE-0D75-CD521688C8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994604"/>
              </p:ext>
            </p:extLst>
          </p:nvPr>
        </p:nvGraphicFramePr>
        <p:xfrm>
          <a:off x="419263" y="2283167"/>
          <a:ext cx="6170223" cy="1638110"/>
        </p:xfrm>
        <a:graphic>
          <a:graphicData uri="http://schemas.openxmlformats.org/drawingml/2006/table">
            <a:tbl>
              <a:tblPr/>
              <a:tblGrid>
                <a:gridCol w="1519932">
                  <a:extLst>
                    <a:ext uri="{9D8B030D-6E8A-4147-A177-3AD203B41FA5}">
                      <a16:colId xmlns:a16="http://schemas.microsoft.com/office/drawing/2014/main" val="1888596248"/>
                    </a:ext>
                  </a:extLst>
                </a:gridCol>
                <a:gridCol w="2176398">
                  <a:extLst>
                    <a:ext uri="{9D8B030D-6E8A-4147-A177-3AD203B41FA5}">
                      <a16:colId xmlns:a16="http://schemas.microsoft.com/office/drawing/2014/main" val="2269919096"/>
                    </a:ext>
                  </a:extLst>
                </a:gridCol>
                <a:gridCol w="2473893">
                  <a:extLst>
                    <a:ext uri="{9D8B030D-6E8A-4147-A177-3AD203B41FA5}">
                      <a16:colId xmlns:a16="http://schemas.microsoft.com/office/drawing/2014/main" val="557186763"/>
                    </a:ext>
                  </a:extLst>
                </a:gridCol>
              </a:tblGrid>
              <a:tr h="59045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特性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列表（</a:t>
                      </a:r>
                      <a:r>
                        <a:rPr 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List）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元组（</a:t>
                      </a:r>
                      <a:r>
                        <a:rPr 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Tuple）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5603503"/>
                  </a:ext>
                </a:extLst>
              </a:tr>
              <a:tr h="3967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可变性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✔️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❌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371285"/>
                  </a:ext>
                </a:extLst>
              </a:tr>
              <a:tr h="59045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语法符号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[]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()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293682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AC38D09-AF00-9C56-67B2-34EC455226D5}"/>
              </a:ext>
            </a:extLst>
          </p:cNvPr>
          <p:cNvSpPr txBox="1"/>
          <p:nvPr/>
        </p:nvSpPr>
        <p:spPr>
          <a:xfrm>
            <a:off x="397492" y="3936299"/>
            <a:ext cx="6032338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常用操作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28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解包：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a, b, c = t</a:t>
            </a: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索引：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t[0]</a:t>
            </a: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转换：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list(t)（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元组转列表）</a:t>
            </a:r>
            <a:b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</a:b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注意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：单元素元组需加逗号，如 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(5,)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E2C2C5-9306-D0BD-9B7D-DF4D33153BBB}"/>
              </a:ext>
            </a:extLst>
          </p:cNvPr>
          <p:cNvSpPr txBox="1"/>
          <p:nvPr/>
        </p:nvSpPr>
        <p:spPr>
          <a:xfrm>
            <a:off x="79829" y="846748"/>
            <a:ext cx="7896486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B873F06E-8232-3EB3-364A-84DA55E38A69}"/>
              </a:ext>
            </a:extLst>
          </p:cNvPr>
          <p:cNvGrpSpPr/>
          <p:nvPr/>
        </p:nvGrpSpPr>
        <p:grpSpPr>
          <a:xfrm>
            <a:off x="7522279" y="1808285"/>
            <a:ext cx="3666509" cy="1289701"/>
            <a:chOff x="7369879" y="2016530"/>
            <a:chExt cx="3666509" cy="1289701"/>
          </a:xfrm>
        </p:grpSpPr>
        <p:pic>
          <p:nvPicPr>
            <p:cNvPr id="5" name="Picture 4" descr="A close up of a logo&#10;&#10;AI-generated content may be incorrect.">
              <a:extLst>
                <a:ext uri="{FF2B5EF4-FFF2-40B4-BE49-F238E27FC236}">
                  <a16:creationId xmlns:a16="http://schemas.microsoft.com/office/drawing/2014/main" id="{A580F05C-789D-9008-EE21-F352AEE8DB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69879" y="2718352"/>
              <a:ext cx="3666509" cy="587879"/>
            </a:xfrm>
            <a:prstGeom prst="rect">
              <a:avLst/>
            </a:prstGeom>
          </p:spPr>
        </p:pic>
        <p:sp>
          <p:nvSpPr>
            <p:cNvPr id="2" name="TextBox 5">
              <a:extLst>
                <a:ext uri="{FF2B5EF4-FFF2-40B4-BE49-F238E27FC236}">
                  <a16:creationId xmlns:a16="http://schemas.microsoft.com/office/drawing/2014/main" id="{4B2AEB21-A791-1E48-857B-2E234498B361}"/>
                </a:ext>
              </a:extLst>
            </p:cNvPr>
            <p:cNvSpPr txBox="1"/>
            <p:nvPr/>
          </p:nvSpPr>
          <p:spPr>
            <a:xfrm>
              <a:off x="7369879" y="2016530"/>
              <a:ext cx="3666509" cy="662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2800" dirty="0">
                  <a:solidFill>
                    <a:schemeClr val="bg2"/>
                  </a:solidFill>
                  <a:latin typeface="+mj-ea"/>
                  <a:ea typeface="+mj-ea"/>
                </a:rPr>
                <a:t>创建元组</a:t>
              </a:r>
              <a:endParaRPr lang="en-US" altLang="zh-CN" sz="2800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EEE53071-AC0F-4AEF-8B30-390F5A97B627}"/>
              </a:ext>
            </a:extLst>
          </p:cNvPr>
          <p:cNvGrpSpPr/>
          <p:nvPr/>
        </p:nvGrpSpPr>
        <p:grpSpPr>
          <a:xfrm>
            <a:off x="7163307" y="3572958"/>
            <a:ext cx="4384451" cy="2780642"/>
            <a:chOff x="7010907" y="3275415"/>
            <a:chExt cx="4384451" cy="2780642"/>
          </a:xfrm>
        </p:grpSpPr>
        <p:pic>
          <p:nvPicPr>
            <p:cNvPr id="11" name="Picture 10" descr="A black background with colorful text&#10;&#10;AI-generated content may be incorrect.">
              <a:extLst>
                <a:ext uri="{FF2B5EF4-FFF2-40B4-BE49-F238E27FC236}">
                  <a16:creationId xmlns:a16="http://schemas.microsoft.com/office/drawing/2014/main" id="{B7F7D177-0D90-A860-CFC5-A0B8B9AD38C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010907" y="3927795"/>
              <a:ext cx="4384451" cy="2128262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B5F1A34-C6F4-F068-B725-35269AD6480C}"/>
                </a:ext>
              </a:extLst>
            </p:cNvPr>
            <p:cNvSpPr txBox="1"/>
            <p:nvPr/>
          </p:nvSpPr>
          <p:spPr>
            <a:xfrm>
              <a:off x="7010907" y="3275415"/>
              <a:ext cx="4384451" cy="662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2800" dirty="0">
                  <a:solidFill>
                    <a:schemeClr val="bg2"/>
                  </a:solidFill>
                  <a:latin typeface="+mj-ea"/>
                  <a:ea typeface="+mj-ea"/>
                </a:rPr>
                <a:t>元组解包与类型转换</a:t>
              </a:r>
              <a:endParaRPr lang="en-US" altLang="zh-CN" sz="2800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16797057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4F787-CB35-B8F1-01D2-CCD994E28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B2D7B14C-F165-DFCC-F64B-D231C8394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57" y="8526"/>
            <a:ext cx="10479315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F62DBF6-98A5-1A50-E883-A4DC53AB52B9}"/>
              </a:ext>
            </a:extLst>
          </p:cNvPr>
          <p:cNvSpPr txBox="1"/>
          <p:nvPr/>
        </p:nvSpPr>
        <p:spPr>
          <a:xfrm>
            <a:off x="406401" y="1566206"/>
            <a:ext cx="9013369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字典：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大括号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{}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标识，</a:t>
            </a:r>
            <a:r>
              <a:rPr lang="zh-CN" altLang="en-CN" sz="3200" dirty="0">
                <a:solidFill>
                  <a:schemeClr val="bg2"/>
                </a:solidFill>
                <a:latin typeface="+mn-ea"/>
                <a:ea typeface="+mn-ea"/>
              </a:rPr>
              <a:t>键值对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集合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71F8D0-9532-1E96-C4F6-8A0EDF6E7293}"/>
              </a:ext>
            </a:extLst>
          </p:cNvPr>
          <p:cNvSpPr txBox="1"/>
          <p:nvPr/>
        </p:nvSpPr>
        <p:spPr>
          <a:xfrm>
            <a:off x="406401" y="2373798"/>
            <a:ext cx="11139714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常用操作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30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增删改查：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student['grade'] = 'A', del student['age']</a:t>
            </a: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方法：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.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keys(), .values(), .get('key', default)</a:t>
            </a: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字典推导式：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{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k: v*2 for k, v in </a:t>
            </a:r>
            <a:r>
              <a:rPr lang="en-US" sz="3000" dirty="0" err="1">
                <a:solidFill>
                  <a:schemeClr val="bg2"/>
                </a:solidFill>
                <a:latin typeface="+mn-ea"/>
                <a:ea typeface="+mn-ea"/>
              </a:rPr>
              <a:t>original.items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()}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317620-5CAB-C979-1223-0509A3267583}"/>
              </a:ext>
            </a:extLst>
          </p:cNvPr>
          <p:cNvSpPr txBox="1"/>
          <p:nvPr/>
        </p:nvSpPr>
        <p:spPr>
          <a:xfrm>
            <a:off x="319314" y="846748"/>
            <a:ext cx="7657001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C9CE6FF6-193A-917E-2C09-560C210ABDED}"/>
              </a:ext>
            </a:extLst>
          </p:cNvPr>
          <p:cNvGrpSpPr/>
          <p:nvPr/>
        </p:nvGrpSpPr>
        <p:grpSpPr>
          <a:xfrm>
            <a:off x="1342572" y="5157687"/>
            <a:ext cx="9405259" cy="1542866"/>
            <a:chOff x="1130854" y="2540023"/>
            <a:chExt cx="8031850" cy="118770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F6A2CE6-BB08-6E71-1478-0D19605E2814}"/>
                </a:ext>
              </a:extLst>
            </p:cNvPr>
            <p:cNvSpPr txBox="1"/>
            <p:nvPr/>
          </p:nvSpPr>
          <p:spPr>
            <a:xfrm>
              <a:off x="1130854" y="2763141"/>
              <a:ext cx="1718787" cy="9406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2600" dirty="0">
                  <a:solidFill>
                    <a:schemeClr val="bg2"/>
                  </a:solidFill>
                  <a:latin typeface="+mj-ea"/>
                  <a:ea typeface="+mj-ea"/>
                </a:rPr>
                <a:t>创建字典及基本操作</a:t>
              </a:r>
              <a:endParaRPr lang="en-US" altLang="zh-CN" sz="2600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  <p:pic>
          <p:nvPicPr>
            <p:cNvPr id="8" name="Picture 7" descr="A black background with colorful writing&#10;&#10;AI-generated content may be incorrect.">
              <a:extLst>
                <a:ext uri="{FF2B5EF4-FFF2-40B4-BE49-F238E27FC236}">
                  <a16:creationId xmlns:a16="http://schemas.microsoft.com/office/drawing/2014/main" id="{FA73ED5B-854A-2F4C-7D91-C361AF3B22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78667" y="2540023"/>
              <a:ext cx="6284037" cy="118770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54623858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D5BB4-C5FD-0E13-F193-875AAE911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EA95603-A604-7E8E-DC04-AC94EE389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29" name="文本框 6">
            <a:extLst>
              <a:ext uri="{FF2B5EF4-FFF2-40B4-BE49-F238E27FC236}">
                <a16:creationId xmlns:a16="http://schemas.microsoft.com/office/drawing/2014/main" id="{C3C7DEEF-CB33-9609-2342-79E398CCF783}"/>
              </a:ext>
            </a:extLst>
          </p:cNvPr>
          <p:cNvSpPr txBox="1"/>
          <p:nvPr/>
        </p:nvSpPr>
        <p:spPr>
          <a:xfrm>
            <a:off x="493487" y="1561605"/>
            <a:ext cx="10958284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集合：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无序且元素唯一，大括号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{}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或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set()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创建。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98EE4A-49FF-8E82-8F12-CFB14161AEAD}"/>
              </a:ext>
            </a:extLst>
          </p:cNvPr>
          <p:cNvSpPr txBox="1"/>
          <p:nvPr/>
        </p:nvSpPr>
        <p:spPr>
          <a:xfrm>
            <a:off x="493488" y="3395941"/>
            <a:ext cx="798285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常用操作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30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集合运算：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&amp;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（交集）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, |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（并集）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, -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（差集）</a:t>
            </a:r>
            <a:endParaRPr lang="en-US" altLang="zh-CN" sz="30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方法：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.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add(), .remove(), .union()</a:t>
            </a:r>
            <a:endParaRPr lang="zh-CN" altLang="en-US" sz="30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11" name="Picture 10" descr="A group of white text&#10;&#10;AI-generated content may be incorrect.">
            <a:extLst>
              <a:ext uri="{FF2B5EF4-FFF2-40B4-BE49-F238E27FC236}">
                <a16:creationId xmlns:a16="http://schemas.microsoft.com/office/drawing/2014/main" id="{D999077A-EE1E-21E8-BDFE-6EE24E456D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9547" y="5711938"/>
            <a:ext cx="5736334" cy="10357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230A56F-3447-7677-5981-F588A1B11316}"/>
              </a:ext>
            </a:extLst>
          </p:cNvPr>
          <p:cNvSpPr txBox="1"/>
          <p:nvPr/>
        </p:nvSpPr>
        <p:spPr>
          <a:xfrm>
            <a:off x="341717" y="817408"/>
            <a:ext cx="6134650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B5EE58EE-4B5B-2B1C-2808-F35FCEFD6E42}"/>
              </a:ext>
            </a:extLst>
          </p:cNvPr>
          <p:cNvGrpSpPr/>
          <p:nvPr/>
        </p:nvGrpSpPr>
        <p:grpSpPr>
          <a:xfrm>
            <a:off x="3645985" y="2408241"/>
            <a:ext cx="7537273" cy="1316534"/>
            <a:chOff x="687612" y="2054284"/>
            <a:chExt cx="7104303" cy="1154776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C1F2FAF-BD55-6D73-089D-A444A2F90A0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7613" y="2674008"/>
              <a:ext cx="7104302" cy="535052"/>
            </a:xfrm>
            <a:prstGeom prst="rect">
              <a:avLst/>
            </a:prstGeom>
          </p:spPr>
        </p:pic>
        <p:sp>
          <p:nvSpPr>
            <p:cNvPr id="2" name="TextBox 4">
              <a:extLst>
                <a:ext uri="{FF2B5EF4-FFF2-40B4-BE49-F238E27FC236}">
                  <a16:creationId xmlns:a16="http://schemas.microsoft.com/office/drawing/2014/main" id="{00F09495-817D-9252-FBD7-8E2FF20F7D98}"/>
                </a:ext>
              </a:extLst>
            </p:cNvPr>
            <p:cNvSpPr txBox="1"/>
            <p:nvPr/>
          </p:nvSpPr>
          <p:spPr>
            <a:xfrm>
              <a:off x="687612" y="2054284"/>
              <a:ext cx="7104301" cy="5810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2800" dirty="0">
                  <a:solidFill>
                    <a:schemeClr val="bg2"/>
                  </a:solidFill>
                  <a:latin typeface="+mj-ea"/>
                  <a:ea typeface="+mj-ea"/>
                </a:rPr>
                <a:t>创建集合</a:t>
              </a:r>
              <a:endParaRPr lang="en-US" altLang="zh-CN" sz="2800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" name="文本框 4">
            <a:extLst>
              <a:ext uri="{FF2B5EF4-FFF2-40B4-BE49-F238E27FC236}">
                <a16:creationId xmlns:a16="http://schemas.microsoft.com/office/drawing/2014/main" id="{93FE06DA-1BC0-1546-7A49-B382EF4441F9}"/>
              </a:ext>
            </a:extLst>
          </p:cNvPr>
          <p:cNvSpPr txBox="1"/>
          <p:nvPr/>
        </p:nvSpPr>
        <p:spPr>
          <a:xfrm>
            <a:off x="493487" y="5446697"/>
            <a:ext cx="5602513" cy="1135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solidFill>
                  <a:schemeClr val="accent3"/>
                </a:solidFill>
                <a:latin typeface="+mn-ea"/>
                <a:ea typeface="+mn-ea"/>
              </a:rPr>
              <a:t>集合运算与位运算具有相同运算符，但本质上并不相同！</a:t>
            </a:r>
          </a:p>
        </p:txBody>
      </p:sp>
    </p:spTree>
    <p:extLst>
      <p:ext uri="{BB962C8B-B14F-4D97-AF65-F5344CB8AC3E}">
        <p14:creationId xmlns:p14="http://schemas.microsoft.com/office/powerpoint/2010/main" val="2714098320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524001" y="8526"/>
            <a:ext cx="9013371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</a:t>
            </a:r>
            <a:r>
              <a:rPr lang="en-US" altLang="zh-CN" dirty="0">
                <a:latin typeface="+mn-ea"/>
              </a:rPr>
              <a:t>. 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开源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GIS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软件发展史及现状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730294" y="1022545"/>
            <a:ext cx="10744529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实验练习及要求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D10A89-5E0E-5D73-1D4F-9E11D943B29C}"/>
              </a:ext>
            </a:extLst>
          </p:cNvPr>
          <p:cNvSpPr txBox="1"/>
          <p:nvPr/>
        </p:nvSpPr>
        <p:spPr>
          <a:xfrm>
            <a:off x="730294" y="1866676"/>
            <a:ext cx="10744529" cy="3224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200000"/>
              </a:lnSpc>
            </a:pPr>
            <a:r>
              <a:rPr lang="zh-CN" altLang="en-US" sz="3600" b="1" dirty="0">
                <a:solidFill>
                  <a:srgbClr val="FF0000"/>
                </a:solidFill>
                <a:latin typeface="+mn-ea"/>
                <a:ea typeface="+mn-ea"/>
              </a:rPr>
              <a:t>变量与数据类型代码学习</a:t>
            </a:r>
            <a:endParaRPr lang="en-US" altLang="zh-CN" sz="3600" b="1" dirty="0">
              <a:solidFill>
                <a:srgbClr val="FF0000"/>
              </a:solidFill>
              <a:latin typeface="+mn-ea"/>
              <a:ea typeface="+mn-ea"/>
            </a:endParaRPr>
          </a:p>
          <a:p>
            <a:pPr marL="342900" indent="-34290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根据第二章节提供代码，</a:t>
            </a:r>
            <a:r>
              <a:rPr lang="zh-CN" altLang="en-US" sz="2800" b="1" u="sng" dirty="0">
                <a:solidFill>
                  <a:srgbClr val="333333"/>
                </a:solidFill>
                <a:latin typeface="+mn-ea"/>
                <a:ea typeface="+mn-ea"/>
              </a:rPr>
              <a:t>学习变量赋值与不同数据类型基本操作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。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  <a:p>
            <a:pPr marL="342900" indent="-34290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2800" b="1" u="sng">
                <a:solidFill>
                  <a:srgbClr val="333333"/>
                </a:solidFill>
                <a:latin typeface="+mn-ea"/>
                <a:ea typeface="+mn-ea"/>
              </a:rPr>
              <a:t>对比不同数据类型</a:t>
            </a:r>
            <a:r>
              <a:rPr lang="zh-CN" altLang="en-US" sz="2800" b="1" u="sng" dirty="0">
                <a:solidFill>
                  <a:srgbClr val="333333"/>
                </a:solidFill>
                <a:latin typeface="+mn-ea"/>
                <a:ea typeface="+mn-ea"/>
              </a:rPr>
              <a:t>差异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。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07004688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72571" y="8526"/>
            <a:ext cx="10464801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A7E693-8098-76C4-CD5D-47166ABEB164}"/>
              </a:ext>
            </a:extLst>
          </p:cNvPr>
          <p:cNvSpPr txBox="1"/>
          <p:nvPr/>
        </p:nvSpPr>
        <p:spPr>
          <a:xfrm>
            <a:off x="137887" y="881630"/>
            <a:ext cx="10115560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课后思考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A98275-75F9-BBF3-2BC6-FAB8125C1A01}"/>
              </a:ext>
            </a:extLst>
          </p:cNvPr>
          <p:cNvSpPr txBox="1"/>
          <p:nvPr/>
        </p:nvSpPr>
        <p:spPr>
          <a:xfrm>
            <a:off x="395916" y="1799787"/>
            <a:ext cx="11135683" cy="1728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1.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 变量名 </a:t>
            </a:r>
            <a:r>
              <a:rPr lang="en-US" sz="3200" dirty="0" err="1">
                <a:solidFill>
                  <a:schemeClr val="bg2"/>
                </a:solidFill>
                <a:latin typeface="+mn-ea"/>
                <a:ea typeface="+mn-ea"/>
              </a:rPr>
              <a:t>first_name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 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和 </a:t>
            </a:r>
            <a:r>
              <a:rPr lang="en-US" sz="3200" dirty="0" err="1">
                <a:solidFill>
                  <a:schemeClr val="bg2"/>
                </a:solidFill>
                <a:latin typeface="+mn-ea"/>
                <a:ea typeface="+mn-ea"/>
              </a:rPr>
              <a:t>firstName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 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哪个更符合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Python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风格？</a:t>
            </a:r>
          </a:p>
          <a:p>
            <a:pPr algn="l">
              <a:lnSpc>
                <a:spcPct val="150000"/>
              </a:lnSpc>
            </a:pP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2. 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列举数据类型中的标量类型和容器类型。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25183986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189c55888ab0cbd7322514a7fc9bd945c0e60"/>
</p:tagLst>
</file>

<file path=ppt/theme/theme1.xml><?xml version="1.0" encoding="utf-8"?>
<a:theme xmlns:a="http://schemas.openxmlformats.org/drawingml/2006/main" name="2_Global">
  <a:themeElements>
    <a:clrScheme name="自定义 33">
      <a:dk1>
        <a:sysClr val="windowText" lastClr="000000"/>
      </a:dk1>
      <a:lt1>
        <a:sysClr val="window" lastClr="FFFFFF"/>
      </a:lt1>
      <a:dk2>
        <a:srgbClr val="0000CC"/>
      </a:dk2>
      <a:lt2>
        <a:srgbClr val="EEECE1"/>
      </a:lt2>
      <a:accent1>
        <a:srgbClr val="0000CC"/>
      </a:accent1>
      <a:accent2>
        <a:srgbClr val="C00000"/>
      </a:accent2>
      <a:accent3>
        <a:srgbClr val="FF0000"/>
      </a:accent3>
      <a:accent4>
        <a:srgbClr val="FFFF00"/>
      </a:accent4>
      <a:accent5>
        <a:srgbClr val="0000CC"/>
      </a:accent5>
      <a:accent6>
        <a:srgbClr val="CAEAFA"/>
      </a:accent6>
      <a:hlink>
        <a:srgbClr val="0000FF"/>
      </a:hlink>
      <a:folHlink>
        <a:srgbClr val="800080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>
            <a:lumMod val="85000"/>
            <a:lumOff val="15000"/>
          </a:schemeClr>
        </a:solidFill>
      </a:spPr>
      <a:bodyPr wrap="square" lIns="0" rtlCol="0" anchor="ctr">
        <a:noAutofit/>
      </a:bodyPr>
      <a:lstStyle>
        <a:defPPr algn="l">
          <a:defRPr b="1" dirty="0" smtClean="0">
            <a:solidFill>
              <a:srgbClr val="FF0000"/>
            </a:solidFill>
            <a:latin typeface="微软雅黑" pitchFamily="34" charset="-122"/>
            <a:ea typeface="微软雅黑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lnDef>
  </a:objectDefaults>
  <a:extraClrSchemeLst>
    <a:extraClrScheme>
      <a:clrScheme name="Global 1">
        <a:dk1>
          <a:srgbClr val="000000"/>
        </a:dk1>
        <a:lt1>
          <a:srgbClr val="FFFFCC"/>
        </a:lt1>
        <a:dk2>
          <a:srgbClr val="4D4D4D"/>
        </a:dk2>
        <a:lt2>
          <a:srgbClr val="FFCC00"/>
        </a:lt2>
        <a:accent1>
          <a:srgbClr val="FF9900"/>
        </a:accent1>
        <a:accent2>
          <a:srgbClr val="CC9900"/>
        </a:accent2>
        <a:accent3>
          <a:srgbClr val="B2B2B2"/>
        </a:accent3>
        <a:accent4>
          <a:srgbClr val="DADAAE"/>
        </a:accent4>
        <a:accent5>
          <a:srgbClr val="FFCAAA"/>
        </a:accent5>
        <a:accent6>
          <a:srgbClr val="B98A00"/>
        </a:accent6>
        <a:hlink>
          <a:srgbClr val="898743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2">
        <a:dk1>
          <a:srgbClr val="000000"/>
        </a:dk1>
        <a:lt1>
          <a:srgbClr val="FFFFFF"/>
        </a:lt1>
        <a:dk2>
          <a:srgbClr val="CC6600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E5D093"/>
        </a:hlink>
        <a:folHlink>
          <a:srgbClr val="CCB3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3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8F8F8"/>
        </a:accent1>
        <a:accent2>
          <a:srgbClr val="969696"/>
        </a:accent2>
        <a:accent3>
          <a:srgbClr val="FFFFFF"/>
        </a:accent3>
        <a:accent4>
          <a:srgbClr val="000000"/>
        </a:accent4>
        <a:accent5>
          <a:srgbClr val="FBFBFB"/>
        </a:accent5>
        <a:accent6>
          <a:srgbClr val="878787"/>
        </a:accent6>
        <a:hlink>
          <a:srgbClr val="DDDDDD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4">
        <a:dk1>
          <a:srgbClr val="000000"/>
        </a:dk1>
        <a:lt1>
          <a:srgbClr val="FFFFFF"/>
        </a:lt1>
        <a:dk2>
          <a:srgbClr val="000066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FDF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5">
        <a:dk1>
          <a:srgbClr val="000000"/>
        </a:dk1>
        <a:lt1>
          <a:srgbClr val="E9E6D9"/>
        </a:lt1>
        <a:dk2>
          <a:srgbClr val="666633"/>
        </a:dk2>
        <a:lt2>
          <a:srgbClr val="CEC7AA"/>
        </a:lt2>
        <a:accent1>
          <a:srgbClr val="FFFFCC"/>
        </a:accent1>
        <a:accent2>
          <a:srgbClr val="B5E0E3"/>
        </a:accent2>
        <a:accent3>
          <a:srgbClr val="F2F0E9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6AB82"/>
        </a:hlink>
        <a:folHlink>
          <a:srgbClr val="A0925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6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93ACC3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7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FFFCC"/>
        </a:accent1>
        <a:accent2>
          <a:srgbClr val="FFCC99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E7B98A"/>
        </a:accent6>
        <a:hlink>
          <a:srgbClr val="FF9999"/>
        </a:hlink>
        <a:folHlink>
          <a:srgbClr val="E0636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8">
        <a:dk1>
          <a:srgbClr val="000000"/>
        </a:dk1>
        <a:lt1>
          <a:srgbClr val="EAEAEA"/>
        </a:lt1>
        <a:dk2>
          <a:srgbClr val="17118B"/>
        </a:dk2>
        <a:lt2>
          <a:srgbClr val="FFFFCC"/>
        </a:lt2>
        <a:accent1>
          <a:srgbClr val="B2B2B2"/>
        </a:accent1>
        <a:accent2>
          <a:srgbClr val="54ABB2"/>
        </a:accent2>
        <a:accent3>
          <a:srgbClr val="ABAAC4"/>
        </a:accent3>
        <a:accent4>
          <a:srgbClr val="C8C8C8"/>
        </a:accent4>
        <a:accent5>
          <a:srgbClr val="D5D5D5"/>
        </a:accent5>
        <a:accent6>
          <a:srgbClr val="4B9BA1"/>
        </a:accent6>
        <a:hlink>
          <a:srgbClr val="4F49A3"/>
        </a:hlink>
        <a:folHlink>
          <a:srgbClr val="2E257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9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7897B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0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1">
        <a:dk1>
          <a:srgbClr val="1B3753"/>
        </a:dk1>
        <a:lt1>
          <a:srgbClr val="FFFFFF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DADA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12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D0EB6B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Copyright (c) 2007-2010 NordriDesign™ _light">
  <a:themeElements>
    <a:clrScheme name="1_Copyright (c) 2007-2010 NordriDesign™ _light 1">
      <a:dk1>
        <a:srgbClr val="000000"/>
      </a:dk1>
      <a:lt1>
        <a:srgbClr val="FFFFFF"/>
      </a:lt1>
      <a:dk2>
        <a:srgbClr val="FFFFFF"/>
      </a:dk2>
      <a:lt2>
        <a:srgbClr val="B2B2B2"/>
      </a:lt2>
      <a:accent1>
        <a:srgbClr val="43A1FF"/>
      </a:accent1>
      <a:accent2>
        <a:srgbClr val="00246C"/>
      </a:accent2>
      <a:accent3>
        <a:srgbClr val="FFFFFF"/>
      </a:accent3>
      <a:accent4>
        <a:srgbClr val="000000"/>
      </a:accent4>
      <a:accent5>
        <a:srgbClr val="B0CDFF"/>
      </a:accent5>
      <a:accent6>
        <a:srgbClr val="002061"/>
      </a:accent6>
      <a:hlink>
        <a:srgbClr val="FEA23C"/>
      </a:hlink>
      <a:folHlink>
        <a:srgbClr val="FFFF5B"/>
      </a:folHlink>
    </a:clrScheme>
    <a:fontScheme name="1_Copyright (c) 2007-2010 NordriDesign™ _light">
      <a:majorFont>
        <a:latin typeface="Arial"/>
        <a:ea typeface="黑体"/>
        <a:cs typeface=""/>
      </a:majorFont>
      <a:minorFont>
        <a:latin typeface="Arial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lnDef>
  </a:objectDefaults>
  <a:extraClrSchemeLst>
    <a:extraClrScheme>
      <a:clrScheme name="1_Copyright (c) 2007-2010 NordriDesign™ _light 1">
        <a:dk1>
          <a:srgbClr val="000000"/>
        </a:dk1>
        <a:lt1>
          <a:srgbClr val="FFFFFF"/>
        </a:lt1>
        <a:dk2>
          <a:srgbClr val="FFFFFF"/>
        </a:dk2>
        <a:lt2>
          <a:srgbClr val="B2B2B2"/>
        </a:lt2>
        <a:accent1>
          <a:srgbClr val="43A1FF"/>
        </a:accent1>
        <a:accent2>
          <a:srgbClr val="00246C"/>
        </a:accent2>
        <a:accent3>
          <a:srgbClr val="FFFFFF"/>
        </a:accent3>
        <a:accent4>
          <a:srgbClr val="000000"/>
        </a:accent4>
        <a:accent5>
          <a:srgbClr val="B0CDFF"/>
        </a:accent5>
        <a:accent6>
          <a:srgbClr val="002061"/>
        </a:accent6>
        <a:hlink>
          <a:srgbClr val="FEA23C"/>
        </a:hlink>
        <a:folHlink>
          <a:srgbClr val="FFFF5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3005</TotalTime>
  <Words>1837</Words>
  <Application>Microsoft Office PowerPoint</Application>
  <PresentationFormat>宽屏</PresentationFormat>
  <Paragraphs>309</Paragraphs>
  <Slides>27</Slides>
  <Notes>27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27</vt:i4>
      </vt:variant>
    </vt:vector>
  </HeadingPairs>
  <TitlesOfParts>
    <vt:vector size="37" baseType="lpstr">
      <vt:lpstr>黑体</vt:lpstr>
      <vt:lpstr>微软雅黑</vt:lpstr>
      <vt:lpstr>微软雅黑</vt:lpstr>
      <vt:lpstr>Arial</vt:lpstr>
      <vt:lpstr>Calibri</vt:lpstr>
      <vt:lpstr>Consolas</vt:lpstr>
      <vt:lpstr>Times New Roman</vt:lpstr>
      <vt:lpstr>Wingdings</vt:lpstr>
      <vt:lpstr>2_Global</vt:lpstr>
      <vt:lpstr>1_Copyright (c) 2007-2010 NordriDesign™ _light</vt:lpstr>
      <vt:lpstr>PowerPoint 演示文稿</vt:lpstr>
      <vt:lpstr>PowerPoint 演示文稿</vt:lpstr>
      <vt:lpstr>PowerPoint 演示文稿</vt:lpstr>
      <vt:lpstr>一、变量命名与赋值</vt:lpstr>
      <vt:lpstr>一、变量命名与赋值</vt:lpstr>
      <vt:lpstr>一、变量命名与赋值</vt:lpstr>
      <vt:lpstr>一、变量命名与赋值</vt:lpstr>
      <vt:lpstr>一、变量命名与赋值</vt:lpstr>
      <vt:lpstr>一、变量命名与赋值</vt:lpstr>
      <vt:lpstr>一、变量命名与赋值</vt:lpstr>
      <vt:lpstr>一、变量命名与赋值</vt:lpstr>
      <vt:lpstr>一、变量命名与赋值</vt:lpstr>
      <vt:lpstr>一、变量命名与赋值</vt:lpstr>
      <vt:lpstr>PowerPoint 演示文稿</vt:lpstr>
      <vt:lpstr>二、数据类型</vt:lpstr>
      <vt:lpstr>二、数据类型</vt:lpstr>
      <vt:lpstr>一、数据类型</vt:lpstr>
      <vt:lpstr>一、数据类型</vt:lpstr>
      <vt:lpstr>二、数据类型</vt:lpstr>
      <vt:lpstr>二、数据类型</vt:lpstr>
      <vt:lpstr>二、数据类型</vt:lpstr>
      <vt:lpstr>二、数据类型</vt:lpstr>
      <vt:lpstr>二、数据类型</vt:lpstr>
      <vt:lpstr>二、数据类型</vt:lpstr>
      <vt:lpstr>二、数据类型</vt:lpstr>
      <vt:lpstr>二. 开源GIS软件发展史及现状</vt:lpstr>
      <vt:lpstr>二、数据类型</vt:lpstr>
    </vt:vector>
  </TitlesOfParts>
  <Company>tongji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lsb</dc:creator>
  <cp:lastModifiedBy>1327 ynu</cp:lastModifiedBy>
  <cp:revision>22</cp:revision>
  <dcterms:created xsi:type="dcterms:W3CDTF">2004-07-09T11:40:27Z</dcterms:created>
  <dcterms:modified xsi:type="dcterms:W3CDTF">2025-11-15T09:11:06Z</dcterms:modified>
</cp:coreProperties>
</file>