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32"/>
  </p:notesMasterIdLst>
  <p:handoutMasterIdLst>
    <p:handoutMasterId r:id="rId33"/>
  </p:handoutMasterIdLst>
  <p:sldIdLst>
    <p:sldId id="2708" r:id="rId3"/>
    <p:sldId id="2387" r:id="rId4"/>
    <p:sldId id="2709" r:id="rId5"/>
    <p:sldId id="2773" r:id="rId6"/>
    <p:sldId id="2787" r:id="rId7"/>
    <p:sldId id="2788" r:id="rId8"/>
    <p:sldId id="2786" r:id="rId9"/>
    <p:sldId id="2780" r:id="rId10"/>
    <p:sldId id="2781" r:id="rId11"/>
    <p:sldId id="2774" r:id="rId12"/>
    <p:sldId id="2783" r:id="rId13"/>
    <p:sldId id="2784" r:id="rId14"/>
    <p:sldId id="2775" r:id="rId15"/>
    <p:sldId id="2785" r:id="rId16"/>
    <p:sldId id="2447" r:id="rId17"/>
    <p:sldId id="2766" r:id="rId18"/>
    <p:sldId id="2767" r:id="rId19"/>
    <p:sldId id="2768" r:id="rId20"/>
    <p:sldId id="2769" r:id="rId21"/>
    <p:sldId id="2726" r:id="rId22"/>
    <p:sldId id="2770" r:id="rId23"/>
    <p:sldId id="2790" r:id="rId24"/>
    <p:sldId id="2764" r:id="rId25"/>
    <p:sldId id="2789" r:id="rId26"/>
    <p:sldId id="2772" r:id="rId27"/>
    <p:sldId id="2782" r:id="rId28"/>
    <p:sldId id="2760" r:id="rId29"/>
    <p:sldId id="2791" r:id="rId30"/>
    <p:sldId id="2792" r:id="rId31"/>
  </p:sldIdLst>
  <p:sldSz cx="12192000" cy="6858000"/>
  <p:notesSz cx="7099300" cy="10234613"/>
  <p:custDataLst>
    <p:tags r:id="rId34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AF40E1-8C97-074E-AC1F-2B56E3787A7D}" v="37" dt="2026-03-23T03:53:44.4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10" autoAdjust="0"/>
    <p:restoredTop sz="84607" autoAdjust="0"/>
  </p:normalViewPr>
  <p:slideViewPr>
    <p:cSldViewPr snapToGrid="0">
      <p:cViewPr varScale="1">
        <p:scale>
          <a:sx n="74" d="100"/>
          <a:sy n="74" d="100"/>
        </p:scale>
        <p:origin x="585" y="48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tags" Target="tags/tag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commentAuthors" Target="commentAuthor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handoutMaster" Target="handoutMasters/handoutMaster1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D1C76DA8-6A23-54AC-AD0D-AC8E743EAA8D}"/>
    <pc:docChg chg="undo custSel addSld delSld modSld">
      <pc:chgData name="Xin Luo" userId="82312ee5779919a4" providerId="LiveId" clId="{D1C76DA8-6A23-54AC-AD0D-AC8E743EAA8D}" dt="2026-03-23T03:54:41.009" v="271" actId="1076"/>
      <pc:docMkLst>
        <pc:docMk/>
      </pc:docMkLst>
      <pc:sldChg chg="modSp mod">
        <pc:chgData name="Xin Luo" userId="82312ee5779919a4" providerId="LiveId" clId="{D1C76DA8-6A23-54AC-AD0D-AC8E743EAA8D}" dt="2026-03-23T03:14:38.202" v="97" actId="20577"/>
        <pc:sldMkLst>
          <pc:docMk/>
          <pc:sldMk cId="1576120367" sldId="2387"/>
        </pc:sldMkLst>
        <pc:spChg chg="mod">
          <ac:chgData name="Xin Luo" userId="82312ee5779919a4" providerId="LiveId" clId="{D1C76DA8-6A23-54AC-AD0D-AC8E743EAA8D}" dt="2026-03-23T03:14:38.202" v="97" actId="20577"/>
          <ac:spMkLst>
            <pc:docMk/>
            <pc:sldMk cId="1576120367" sldId="2387"/>
            <ac:spMk id="4" creationId="{E22E439B-4B3F-A527-61D0-3ED55D24E856}"/>
          </ac:spMkLst>
        </pc:spChg>
        <pc:spChg chg="mod">
          <ac:chgData name="Xin Luo" userId="82312ee5779919a4" providerId="LiveId" clId="{D1C76DA8-6A23-54AC-AD0D-AC8E743EAA8D}" dt="2026-03-23T03:14:12.135" v="63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D1C76DA8-6A23-54AC-AD0D-AC8E743EAA8D}" dt="2026-03-23T03:14:35.503" v="93" actId="20577"/>
          <ac:spMkLst>
            <pc:docMk/>
            <pc:sldMk cId="1576120367" sldId="2387"/>
            <ac:spMk id="13" creationId="{00000000-0000-0000-0000-000000000000}"/>
          </ac:spMkLst>
        </pc:spChg>
        <pc:grpChg chg="mod">
          <ac:chgData name="Xin Luo" userId="82312ee5779919a4" providerId="LiveId" clId="{D1C76DA8-6A23-54AC-AD0D-AC8E743EAA8D}" dt="2026-03-23T03:14:32.615" v="89" actId="103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D1C76DA8-6A23-54AC-AD0D-AC8E743EAA8D}" dt="2026-03-23T03:14:30.176" v="80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D1C76DA8-6A23-54AC-AD0D-AC8E743EAA8D}" dt="2026-03-23T03:19:42.095" v="126" actId="20577"/>
        <pc:sldMkLst>
          <pc:docMk/>
          <pc:sldMk cId="2415901206" sldId="2447"/>
        </pc:sldMkLst>
        <pc:spChg chg="mod">
          <ac:chgData name="Xin Luo" userId="82312ee5779919a4" providerId="LiveId" clId="{D1C76DA8-6A23-54AC-AD0D-AC8E743EAA8D}" dt="2026-03-23T03:19:42.095" v="126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D1C76DA8-6A23-54AC-AD0D-AC8E743EAA8D}" dt="2026-03-23T03:13:58.687" v="49" actId="14100"/>
        <pc:sldMkLst>
          <pc:docMk/>
          <pc:sldMk cId="1658607177" sldId="2708"/>
        </pc:sldMkLst>
        <pc:spChg chg="mod">
          <ac:chgData name="Xin Luo" userId="82312ee5779919a4" providerId="LiveId" clId="{D1C76DA8-6A23-54AC-AD0D-AC8E743EAA8D}" dt="2026-03-23T03:13:58.687" v="49" actId="14100"/>
          <ac:spMkLst>
            <pc:docMk/>
            <pc:sldMk cId="1658607177" sldId="2708"/>
            <ac:spMk id="24" creationId="{00000000-0000-0000-0000-000000000000}"/>
          </ac:spMkLst>
        </pc:spChg>
      </pc:sldChg>
      <pc:sldChg chg="modSp add mod">
        <pc:chgData name="Xin Luo" userId="82312ee5779919a4" providerId="LiveId" clId="{D1C76DA8-6A23-54AC-AD0D-AC8E743EAA8D}" dt="2026-03-23T03:15:02.851" v="103" actId="20577"/>
        <pc:sldMkLst>
          <pc:docMk/>
          <pc:sldMk cId="107160494" sldId="2709"/>
        </pc:sldMkLst>
        <pc:spChg chg="mod">
          <ac:chgData name="Xin Luo" userId="82312ee5779919a4" providerId="LiveId" clId="{D1C76DA8-6A23-54AC-AD0D-AC8E743EAA8D}" dt="2026-03-23T03:15:02.851" v="103" actId="20577"/>
          <ac:spMkLst>
            <pc:docMk/>
            <pc:sldMk cId="107160494" sldId="2709"/>
            <ac:spMk id="7" creationId="{00000000-0000-0000-0000-000000000000}"/>
          </ac:spMkLst>
        </pc:spChg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481122590" sldId="2709"/>
        </pc:sldMkLst>
      </pc:sldChg>
      <pc:sldChg chg="modSp">
        <pc:chgData name="Xin Luo" userId="82312ee5779919a4" providerId="LiveId" clId="{D1C76DA8-6A23-54AC-AD0D-AC8E743EAA8D}" dt="2026-03-23T03:20:28.814" v="146"/>
        <pc:sldMkLst>
          <pc:docMk/>
          <pc:sldMk cId="965496355" sldId="2726"/>
        </pc:sldMkLst>
        <pc:spChg chg="mod">
          <ac:chgData name="Xin Luo" userId="82312ee5779919a4" providerId="LiveId" clId="{D1C76DA8-6A23-54AC-AD0D-AC8E743EAA8D}" dt="2026-03-23T03:20:28.814" v="146"/>
          <ac:spMkLst>
            <pc:docMk/>
            <pc:sldMk cId="965496355" sldId="2726"/>
            <ac:spMk id="3" creationId="{00000000-0000-0000-0000-000000000000}"/>
          </ac:spMkLst>
        </pc:spChg>
      </pc:sldChg>
      <pc:sldChg chg="addSp delSp modSp mod">
        <pc:chgData name="Xin Luo" userId="82312ee5779919a4" providerId="LiveId" clId="{D1C76DA8-6A23-54AC-AD0D-AC8E743EAA8D}" dt="2026-03-23T03:20:58.085" v="155"/>
        <pc:sldMkLst>
          <pc:docMk/>
          <pc:sldMk cId="4207004688" sldId="2741"/>
        </pc:sldMkLst>
        <pc:spChg chg="mod">
          <ac:chgData name="Xin Luo" userId="82312ee5779919a4" providerId="LiveId" clId="{D1C76DA8-6A23-54AC-AD0D-AC8E743EAA8D}" dt="2026-03-23T03:20:58.085" v="155"/>
          <ac:spMkLst>
            <pc:docMk/>
            <pc:sldMk cId="4207004688" sldId="2741"/>
            <ac:spMk id="3" creationId="{00000000-0000-0000-0000-000000000000}"/>
          </ac:spMkLst>
        </pc:spChg>
        <pc:spChg chg="add del">
          <ac:chgData name="Xin Luo" userId="82312ee5779919a4" providerId="LiveId" clId="{D1C76DA8-6A23-54AC-AD0D-AC8E743EAA8D}" dt="2026-03-23T03:20:55.157" v="154" actId="22"/>
          <ac:spMkLst>
            <pc:docMk/>
            <pc:sldMk cId="4207004688" sldId="2741"/>
            <ac:spMk id="6" creationId="{B9FDC5B0-2174-D246-B1CB-4986A2FEEF82}"/>
          </ac:spMkLst>
        </pc:spChg>
      </pc:sldChg>
      <pc:sldChg chg="modSp">
        <pc:chgData name="Xin Luo" userId="82312ee5779919a4" providerId="LiveId" clId="{D1C76DA8-6A23-54AC-AD0D-AC8E743EAA8D}" dt="2026-03-23T03:21:01.628" v="156"/>
        <pc:sldMkLst>
          <pc:docMk/>
          <pc:sldMk cId="1125183986" sldId="2760"/>
        </pc:sldMkLst>
        <pc:spChg chg="mod">
          <ac:chgData name="Xin Luo" userId="82312ee5779919a4" providerId="LiveId" clId="{D1C76DA8-6A23-54AC-AD0D-AC8E743EAA8D}" dt="2026-03-23T03:21:01.628" v="156"/>
          <ac:spMkLst>
            <pc:docMk/>
            <pc:sldMk cId="1125183986" sldId="2760"/>
            <ac:spMk id="3" creationId="{00000000-0000-0000-0000-000000000000}"/>
          </ac:spMkLst>
        </pc:spChg>
      </pc:sldChg>
      <pc:sldChg chg="modSp">
        <pc:chgData name="Xin Luo" userId="82312ee5779919a4" providerId="LiveId" clId="{D1C76DA8-6A23-54AC-AD0D-AC8E743EAA8D}" dt="2026-03-23T03:20:37.599" v="148"/>
        <pc:sldMkLst>
          <pc:docMk/>
          <pc:sldMk cId="3506380824" sldId="2764"/>
        </pc:sldMkLst>
        <pc:spChg chg="mod">
          <ac:chgData name="Xin Luo" userId="82312ee5779919a4" providerId="LiveId" clId="{D1C76DA8-6A23-54AC-AD0D-AC8E743EAA8D}" dt="2026-03-23T03:20:37.599" v="148"/>
          <ac:spMkLst>
            <pc:docMk/>
            <pc:sldMk cId="3506380824" sldId="2764"/>
            <ac:spMk id="3" creationId="{00000000-0000-0000-0000-000000000000}"/>
          </ac:spMkLst>
        </pc:spChg>
      </pc:sldChg>
      <pc:sldChg chg="modSp mod">
        <pc:chgData name="Xin Luo" userId="82312ee5779919a4" providerId="LiveId" clId="{D1C76DA8-6A23-54AC-AD0D-AC8E743EAA8D}" dt="2026-03-23T03:20:14.987" v="142" actId="20577"/>
        <pc:sldMkLst>
          <pc:docMk/>
          <pc:sldMk cId="3139827326" sldId="2766"/>
        </pc:sldMkLst>
        <pc:spChg chg="mod">
          <ac:chgData name="Xin Luo" userId="82312ee5779919a4" providerId="LiveId" clId="{D1C76DA8-6A23-54AC-AD0D-AC8E743EAA8D}" dt="2026-03-23T03:20:14.987" v="142" actId="20577"/>
          <ac:spMkLst>
            <pc:docMk/>
            <pc:sldMk cId="3139827326" sldId="2766"/>
            <ac:spMk id="3" creationId="{AD9BC452-13E2-26AE-1D4E-3F9E7D53BC00}"/>
          </ac:spMkLst>
        </pc:spChg>
      </pc:sldChg>
      <pc:sldChg chg="modSp">
        <pc:chgData name="Xin Luo" userId="82312ee5779919a4" providerId="LiveId" clId="{D1C76DA8-6A23-54AC-AD0D-AC8E743EAA8D}" dt="2026-03-23T03:20:19.114" v="143"/>
        <pc:sldMkLst>
          <pc:docMk/>
          <pc:sldMk cId="2496547457" sldId="2767"/>
        </pc:sldMkLst>
        <pc:spChg chg="mod">
          <ac:chgData name="Xin Luo" userId="82312ee5779919a4" providerId="LiveId" clId="{D1C76DA8-6A23-54AC-AD0D-AC8E743EAA8D}" dt="2026-03-23T03:20:19.114" v="143"/>
          <ac:spMkLst>
            <pc:docMk/>
            <pc:sldMk cId="2496547457" sldId="2767"/>
            <ac:spMk id="3" creationId="{B58EA445-8D73-2A6D-E8D8-1E94A2452750}"/>
          </ac:spMkLst>
        </pc:spChg>
      </pc:sldChg>
      <pc:sldChg chg="modSp">
        <pc:chgData name="Xin Luo" userId="82312ee5779919a4" providerId="LiveId" clId="{D1C76DA8-6A23-54AC-AD0D-AC8E743EAA8D}" dt="2026-03-23T03:20:22.415" v="144"/>
        <pc:sldMkLst>
          <pc:docMk/>
          <pc:sldMk cId="4294185596" sldId="2768"/>
        </pc:sldMkLst>
        <pc:spChg chg="mod">
          <ac:chgData name="Xin Luo" userId="82312ee5779919a4" providerId="LiveId" clId="{D1C76DA8-6A23-54AC-AD0D-AC8E743EAA8D}" dt="2026-03-23T03:20:22.415" v="144"/>
          <ac:spMkLst>
            <pc:docMk/>
            <pc:sldMk cId="4294185596" sldId="2768"/>
            <ac:spMk id="3" creationId="{5F11642B-0E97-3F4F-C77A-F3C5A56EDB9E}"/>
          </ac:spMkLst>
        </pc:spChg>
      </pc:sldChg>
      <pc:sldChg chg="modSp">
        <pc:chgData name="Xin Luo" userId="82312ee5779919a4" providerId="LiveId" clId="{D1C76DA8-6A23-54AC-AD0D-AC8E743EAA8D}" dt="2026-03-23T03:20:25.798" v="145"/>
        <pc:sldMkLst>
          <pc:docMk/>
          <pc:sldMk cId="2958708285" sldId="2769"/>
        </pc:sldMkLst>
        <pc:spChg chg="mod">
          <ac:chgData name="Xin Luo" userId="82312ee5779919a4" providerId="LiveId" clId="{D1C76DA8-6A23-54AC-AD0D-AC8E743EAA8D}" dt="2026-03-23T03:20:25.798" v="145"/>
          <ac:spMkLst>
            <pc:docMk/>
            <pc:sldMk cId="2958708285" sldId="2769"/>
            <ac:spMk id="3" creationId="{A4184C65-D287-3A63-3DC9-746DECE25E8C}"/>
          </ac:spMkLst>
        </pc:spChg>
      </pc:sldChg>
      <pc:sldChg chg="addSp delSp modSp mod">
        <pc:chgData name="Xin Luo" userId="82312ee5779919a4" providerId="LiveId" clId="{D1C76DA8-6A23-54AC-AD0D-AC8E743EAA8D}" dt="2026-03-23T03:46:43.711" v="166" actId="931"/>
        <pc:sldMkLst>
          <pc:docMk/>
          <pc:sldMk cId="819369415" sldId="2770"/>
        </pc:sldMkLst>
        <pc:spChg chg="mod">
          <ac:chgData name="Xin Luo" userId="82312ee5779919a4" providerId="LiveId" clId="{D1C76DA8-6A23-54AC-AD0D-AC8E743EAA8D}" dt="2026-03-23T03:20:33.316" v="147"/>
          <ac:spMkLst>
            <pc:docMk/>
            <pc:sldMk cId="819369415" sldId="2770"/>
            <ac:spMk id="3" creationId="{2C118951-D4A5-20CD-F22A-F909B6721EA7}"/>
          </ac:spMkLst>
        </pc:spChg>
        <pc:picChg chg="add del mod">
          <ac:chgData name="Xin Luo" userId="82312ee5779919a4" providerId="LiveId" clId="{D1C76DA8-6A23-54AC-AD0D-AC8E743EAA8D}" dt="2026-03-23T03:46:34.599" v="161" actId="931"/>
          <ac:picMkLst>
            <pc:docMk/>
            <pc:sldMk cId="819369415" sldId="2770"/>
            <ac:picMk id="6" creationId="{F69A3C9A-4497-D3FE-9D27-1743F72DABEA}"/>
          </ac:picMkLst>
        </pc:picChg>
        <pc:picChg chg="add del mod">
          <ac:chgData name="Xin Luo" userId="82312ee5779919a4" providerId="LiveId" clId="{D1C76DA8-6A23-54AC-AD0D-AC8E743EAA8D}" dt="2026-03-23T03:46:43.711" v="166" actId="931"/>
          <ac:picMkLst>
            <pc:docMk/>
            <pc:sldMk cId="819369415" sldId="2770"/>
            <ac:picMk id="8" creationId="{7A94B67D-9B89-1EE1-2799-4773DDB18F56}"/>
          </ac:picMkLst>
        </pc:picChg>
      </pc:sldChg>
      <pc:sldChg chg="modSp">
        <pc:chgData name="Xin Luo" userId="82312ee5779919a4" providerId="LiveId" clId="{D1C76DA8-6A23-54AC-AD0D-AC8E743EAA8D}" dt="2026-03-23T03:20:45.329" v="150"/>
        <pc:sldMkLst>
          <pc:docMk/>
          <pc:sldMk cId="2890079731" sldId="2772"/>
        </pc:sldMkLst>
        <pc:spChg chg="mod">
          <ac:chgData name="Xin Luo" userId="82312ee5779919a4" providerId="LiveId" clId="{D1C76DA8-6A23-54AC-AD0D-AC8E743EAA8D}" dt="2026-03-23T03:20:45.329" v="150"/>
          <ac:spMkLst>
            <pc:docMk/>
            <pc:sldMk cId="2890079731" sldId="2772"/>
            <ac:spMk id="3" creationId="{CF4EF1E7-684D-964B-A381-A883C0767ADD}"/>
          </ac:spMkLst>
        </pc:spChg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2744012891" sldId="2773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3483888068" sldId="2773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1241927416" sldId="2774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3486418074" sldId="2774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250593759" sldId="2775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1254623858" sldId="2775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2369622364" sldId="2780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4037586554" sldId="2780"/>
        </pc:sldMkLst>
      </pc:sldChg>
      <pc:sldChg chg="modSp add mod">
        <pc:chgData name="Xin Luo" userId="82312ee5779919a4" providerId="LiveId" clId="{D1C76DA8-6A23-54AC-AD0D-AC8E743EAA8D}" dt="2026-03-23T03:16:08.297" v="111" actId="20577"/>
        <pc:sldMkLst>
          <pc:docMk/>
          <pc:sldMk cId="920810143" sldId="2781"/>
        </pc:sldMkLst>
        <pc:spChg chg="mod">
          <ac:chgData name="Xin Luo" userId="82312ee5779919a4" providerId="LiveId" clId="{D1C76DA8-6A23-54AC-AD0D-AC8E743EAA8D}" dt="2026-03-23T03:15:57.832" v="109" actId="1035"/>
          <ac:spMkLst>
            <pc:docMk/>
            <pc:sldMk cId="920810143" sldId="2781"/>
            <ac:spMk id="7" creationId="{F51DEC56-3581-81F0-AA96-9F9FFB3903DC}"/>
          </ac:spMkLst>
        </pc:spChg>
        <pc:spChg chg="mod">
          <ac:chgData name="Xin Luo" userId="82312ee5779919a4" providerId="LiveId" clId="{D1C76DA8-6A23-54AC-AD0D-AC8E743EAA8D}" dt="2026-03-23T03:16:08.297" v="111" actId="20577"/>
          <ac:spMkLst>
            <pc:docMk/>
            <pc:sldMk cId="920810143" sldId="2781"/>
            <ac:spMk id="19" creationId="{C7DB1091-8910-855C-6F3A-EC7B304CC21F}"/>
          </ac:spMkLst>
        </pc:spChg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3037146437" sldId="2781"/>
        </pc:sldMkLst>
      </pc:sldChg>
      <pc:sldChg chg="modSp">
        <pc:chgData name="Xin Luo" userId="82312ee5779919a4" providerId="LiveId" clId="{D1C76DA8-6A23-54AC-AD0D-AC8E743EAA8D}" dt="2026-03-23T03:20:47.933" v="151"/>
        <pc:sldMkLst>
          <pc:docMk/>
          <pc:sldMk cId="2789328484" sldId="2782"/>
        </pc:sldMkLst>
        <pc:spChg chg="mod">
          <ac:chgData name="Xin Luo" userId="82312ee5779919a4" providerId="LiveId" clId="{D1C76DA8-6A23-54AC-AD0D-AC8E743EAA8D}" dt="2026-03-23T03:20:47.933" v="151"/>
          <ac:spMkLst>
            <pc:docMk/>
            <pc:sldMk cId="2789328484" sldId="2782"/>
            <ac:spMk id="3" creationId="{68B30701-AD4D-6823-D328-DC1047C149E8}"/>
          </ac:spMkLst>
        </pc:spChg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500838239" sldId="2783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2398481112" sldId="2783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1295589232" sldId="2784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1616797057" sldId="2784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538718734" sldId="2785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2714098320" sldId="2785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2044875102" sldId="2786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3450755784" sldId="2786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975733457" sldId="2787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1273722621" sldId="2787"/>
        </pc:sldMkLst>
      </pc:sldChg>
      <pc:sldChg chg="add">
        <pc:chgData name="Xin Luo" userId="82312ee5779919a4" providerId="LiveId" clId="{D1C76DA8-6A23-54AC-AD0D-AC8E743EAA8D}" dt="2026-03-23T03:14:58.240" v="99"/>
        <pc:sldMkLst>
          <pc:docMk/>
          <pc:sldMk cId="210221223" sldId="2788"/>
        </pc:sldMkLst>
      </pc:sldChg>
      <pc:sldChg chg="del">
        <pc:chgData name="Xin Luo" userId="82312ee5779919a4" providerId="LiveId" clId="{D1C76DA8-6A23-54AC-AD0D-AC8E743EAA8D}" dt="2026-03-23T03:14:55.425" v="98" actId="2696"/>
        <pc:sldMkLst>
          <pc:docMk/>
          <pc:sldMk cId="972267573" sldId="2788"/>
        </pc:sldMkLst>
      </pc:sldChg>
      <pc:sldChg chg="modSp">
        <pc:chgData name="Xin Luo" userId="82312ee5779919a4" providerId="LiveId" clId="{D1C76DA8-6A23-54AC-AD0D-AC8E743EAA8D}" dt="2026-03-23T03:20:40.981" v="149"/>
        <pc:sldMkLst>
          <pc:docMk/>
          <pc:sldMk cId="3281637525" sldId="2789"/>
        </pc:sldMkLst>
        <pc:spChg chg="mod">
          <ac:chgData name="Xin Luo" userId="82312ee5779919a4" providerId="LiveId" clId="{D1C76DA8-6A23-54AC-AD0D-AC8E743EAA8D}" dt="2026-03-23T03:20:40.981" v="149"/>
          <ac:spMkLst>
            <pc:docMk/>
            <pc:sldMk cId="3281637525" sldId="2789"/>
            <ac:spMk id="3" creationId="{3BDAF7BC-987F-5B89-1A7B-3768858F912D}"/>
          </ac:spMkLst>
        </pc:spChg>
      </pc:sldChg>
      <pc:sldChg chg="addSp delSp modSp add mod">
        <pc:chgData name="Xin Luo" userId="82312ee5779919a4" providerId="LiveId" clId="{D1C76DA8-6A23-54AC-AD0D-AC8E743EAA8D}" dt="2026-03-23T03:54:41.009" v="271" actId="1076"/>
        <pc:sldMkLst>
          <pc:docMk/>
          <pc:sldMk cId="2120377756" sldId="2790"/>
        </pc:sldMkLst>
        <pc:spChg chg="add mod">
          <ac:chgData name="Xin Luo" userId="82312ee5779919a4" providerId="LiveId" clId="{D1C76DA8-6A23-54AC-AD0D-AC8E743EAA8D}" dt="2026-03-23T03:53:55.367" v="261" actId="108"/>
          <ac:spMkLst>
            <pc:docMk/>
            <pc:sldMk cId="2120377756" sldId="2790"/>
            <ac:spMk id="2" creationId="{E67421A5-F4D3-85F6-4790-B2725F3418B5}"/>
          </ac:spMkLst>
        </pc:spChg>
        <pc:spChg chg="del">
          <ac:chgData name="Xin Luo" userId="82312ee5779919a4" providerId="LiveId" clId="{D1C76DA8-6A23-54AC-AD0D-AC8E743EAA8D}" dt="2026-03-23T03:49:16.555" v="170" actId="478"/>
          <ac:spMkLst>
            <pc:docMk/>
            <pc:sldMk cId="2120377756" sldId="2790"/>
            <ac:spMk id="3" creationId="{00000000-0000-0000-0000-000000000000}"/>
          </ac:spMkLst>
        </pc:spChg>
        <pc:spChg chg="add mod">
          <ac:chgData name="Xin Luo" userId="82312ee5779919a4" providerId="LiveId" clId="{D1C76DA8-6A23-54AC-AD0D-AC8E743EAA8D}" dt="2026-03-23T03:49:18.483" v="173"/>
          <ac:spMkLst>
            <pc:docMk/>
            <pc:sldMk cId="2120377756" sldId="2790"/>
            <ac:spMk id="4" creationId="{E255420E-8943-4352-9AE5-5BF7211034DF}"/>
          </ac:spMkLst>
        </pc:spChg>
        <pc:spChg chg="del">
          <ac:chgData name="Xin Luo" userId="82312ee5779919a4" providerId="LiveId" clId="{D1C76DA8-6A23-54AC-AD0D-AC8E743EAA8D}" dt="2026-03-23T03:49:04.661" v="168" actId="478"/>
          <ac:spMkLst>
            <pc:docMk/>
            <pc:sldMk cId="2120377756" sldId="2790"/>
            <ac:spMk id="6" creationId="{6741FEA2-C046-FD82-2800-2CB513792080}"/>
          </ac:spMkLst>
        </pc:spChg>
        <pc:spChg chg="add del">
          <ac:chgData name="Xin Luo" userId="82312ee5779919a4" providerId="LiveId" clId="{D1C76DA8-6A23-54AC-AD0D-AC8E743EAA8D}" dt="2026-03-23T03:49:17.573" v="172" actId="22"/>
          <ac:spMkLst>
            <pc:docMk/>
            <pc:sldMk cId="2120377756" sldId="2790"/>
            <ac:spMk id="8" creationId="{BF539C54-C8AE-E026-D129-CF7040158005}"/>
          </ac:spMkLst>
        </pc:spChg>
        <pc:graphicFrameChg chg="mod modGraphic">
          <ac:chgData name="Xin Luo" userId="82312ee5779919a4" providerId="LiveId" clId="{D1C76DA8-6A23-54AC-AD0D-AC8E743EAA8D}" dt="2026-03-23T03:54:41.009" v="271" actId="1076"/>
          <ac:graphicFrameMkLst>
            <pc:docMk/>
            <pc:sldMk cId="2120377756" sldId="2790"/>
            <ac:graphicFrameMk id="5" creationId="{842BFBCA-9573-0586-F7F4-02CC91863DE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2089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83E9-4E36-F0F8-7606-102BD562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28548B-4993-09C6-9FFF-13476A6F6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73C88-EA5A-22A1-1F97-46343DFB4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endParaRPr lang="zh-CN" altLang="en-US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315494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2C0E5-A5E8-391F-4B91-3AE54041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375B12-F6E3-4ABB-DB25-51FAF83C15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68CBD5-18AE-4F60-0204-6A8E6D3AC6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r>
              <a:rPr lang="en-US" altLang="zh-CN" sz="1200" b="0" i="0" dirty="0" err="1">
                <a:solidFill>
                  <a:schemeClr val="bg2"/>
                </a:solidFill>
                <a:effectLst/>
                <a:latin typeface="+mj-ea"/>
                <a:ea typeface="+mj-ea"/>
              </a:rPr>
              <a:t>Matlab</a:t>
            </a:r>
            <a:r>
              <a:rPr lang="zh-CN" altLang="en-US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逻辑型，即布尔型</a:t>
            </a:r>
            <a:endParaRPr lang="en-US" altLang="zh-CN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C</a:t>
            </a:r>
            <a:r>
              <a:rPr lang="zh-CN" altLang="en-US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中字符型包含在整数型中。</a:t>
            </a:r>
          </a:p>
        </p:txBody>
      </p:sp>
    </p:spTree>
    <p:extLst>
      <p:ext uri="{BB962C8B-B14F-4D97-AF65-F5344CB8AC3E}">
        <p14:creationId xmlns:p14="http://schemas.microsoft.com/office/powerpoint/2010/main" val="1958904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AF62-7DBD-55B7-4748-A9EA2D9A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B2F7502-661C-757F-BF62-301101D6F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EF0CA97-6C4F-2FEB-455B-42F70FFA5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268070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5CFF-268F-BEF0-3CDC-6D05BCE3C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8E18DD-47CD-6A26-B7EE-1DFD96025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FC4BEBF-8DD7-C96B-A317-2DBBDE67C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67541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0696-E33E-1051-D7DF-3903B0D6D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4669E-BE0C-B804-3824-18056F369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F21B9-7106-F428-0765-46A486BB3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257904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876-0C31-11A8-EE98-CFD5308F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73070C-B8F6-B687-1585-9274283A3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4EC7B9-B20E-481F-3B0C-1F0A53C2A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1110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38A4-B42C-097D-399D-60A2B59E5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60A03E-8756-4F8E-4C60-98AC743CF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6513CFC-9F04-5D2A-19C3-0466EF71E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10970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584D7-2CBD-51DC-9603-9F231DF5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E4D792-0DA4-4526-E547-7AD116A5E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CDA646-75D4-3533-0570-EDD635D6C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Insert(), pop() </a:t>
            </a:r>
            <a:r>
              <a:rPr lang="zh-CN" altLang="en-US" dirty="0"/>
              <a:t>根据索引进行增加，删除。</a:t>
            </a:r>
          </a:p>
        </p:txBody>
      </p:sp>
    </p:spTree>
    <p:extLst>
      <p:ext uri="{BB962C8B-B14F-4D97-AF65-F5344CB8AC3E}">
        <p14:creationId xmlns:p14="http://schemas.microsoft.com/office/powerpoint/2010/main" val="1935305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48ED7-40E5-5350-7774-90EE815B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1D5A35-580C-8469-CFDF-47F78CDD8B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B2495-CB7E-4889-6409-90A51B0A2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89067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B465-6A66-3672-A53F-AC8A7F4E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A01508-06EB-6574-DAFC-7A565BCA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AA37F3-5C94-9724-B21A-AAEDECF34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60228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50A-F8CA-4C0C-EF8E-B9E0FB9F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8FE580-4801-43E8-FD48-D7955C8DE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7030F8-DA08-B8AF-729C-4A887C481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81083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E2C2-844B-3732-AF69-AACB8AE0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89E8F11-1D16-87AA-1E78-AE2D969B6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5689BF-2E4D-D6B9-FCE8-E64FE9605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python</a:t>
            </a:r>
            <a:r>
              <a:rPr lang="zh-CN" altLang="en-US" dirty="0"/>
              <a:t>创建变量不需要声明类型。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zh-CN" altLang="en-US" dirty="0"/>
          </a:p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08724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4FB29-EE7C-BDC2-40B1-08E24B8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AB243B-0CB8-7F10-5D71-CDCCF5B4E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03F916-E021-8266-58DC-3ECBA5A3FE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675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3629-D0A9-3055-0B21-A59F6A6C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6D6B74-F5B3-279F-B1D9-45A355F2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DBC7CC0-E8BF-1FD9-9A7B-2E285A17AA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D4D0AB"/>
                </a:solidFill>
                <a:effectLst/>
                <a:latin typeface="Consolas" panose="020B0609020204030204" pitchFamily="49" charset="0"/>
              </a:rPr>
              <a:t>数字开头错误；含连字符错误；使用关键字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024018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DB6D-EF98-9642-1FFD-58A686073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98B6F8-528D-E83C-E1C1-BC04503F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A96621-705B-2D9E-3B1C-7A02400E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91616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5907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02C1E-45B6-057C-8BA5-8C0394E4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B099C2-FE39-CF2E-BD8D-FD7978BF5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AFDCBE-C173-05C7-91F4-213192E6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后续会具体讲解变量类型</a:t>
            </a:r>
          </a:p>
        </p:txBody>
      </p:sp>
    </p:spTree>
    <p:extLst>
      <p:ext uri="{BB962C8B-B14F-4D97-AF65-F5344CB8AC3E}">
        <p14:creationId xmlns:p14="http://schemas.microsoft.com/office/powerpoint/2010/main" val="7039927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5667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5667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8BAE-0488-5FC4-D2BB-BE3C89190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DF7313-39BF-9AA9-4681-1BB257D72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057346-BEB5-AF3A-0955-5BEA37A74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48834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2372D-BE88-532E-F2EA-55C41B244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E6D2C2B-2996-9C92-5422-5CCF222A9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B546BE-7254-353B-1D72-2815AA0C8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97303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0C68C-A208-FB3E-3344-B3393D635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467CE8-859E-062F-6283-BC715763C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BD0B8A-2483-2963-4553-683CC670D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复杂，不建议用太多</a:t>
            </a:r>
          </a:p>
        </p:txBody>
      </p:sp>
    </p:spTree>
    <p:extLst>
      <p:ext uri="{BB962C8B-B14F-4D97-AF65-F5344CB8AC3E}">
        <p14:creationId xmlns:p14="http://schemas.microsoft.com/office/powerpoint/2010/main" val="28458816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13132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54F7-83F0-6185-6022-24848DCA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F57BEF-63C2-E61F-57B6-0396B4172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5D03C1-A8CC-EBC3-547A-58D3FDEE7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437775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BF62F-9C69-14E7-548A-9A3F284D2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10B1B5-0817-A040-761B-5ADE591F6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8CE0989-6983-67F6-6D75-6889D00C5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6035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230659" y="1685332"/>
            <a:ext cx="9452582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第二章 数据类型与变量运算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7502719" y="243145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二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41121" y="2761474"/>
            <a:ext cx="6403721" cy="718410"/>
            <a:chOff x="2121801" y="3511059"/>
            <a:chExt cx="5718901" cy="576331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11059"/>
              <a:ext cx="5062803" cy="56788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数据类型</a:t>
              </a:r>
              <a:endParaRPr lang="en-US" altLang="zh-CN" sz="40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41121" y="3909432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27599"/>
              <a:ext cx="4645533" cy="52804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变量命名、赋值与运算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39864"/>
            <a:ext cx="116707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一、数据类型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16049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CE10-6069-D684-EEBD-B4AE298C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8E23A91-440B-A32F-DA65-1E30F04F7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881D9B-9E37-EE50-728E-695E4983BE8F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数据类型概念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E6260-E6B0-E9A5-EE36-5C6B04AE8C23}"/>
              </a:ext>
            </a:extLst>
          </p:cNvPr>
          <p:cNvSpPr txBox="1"/>
          <p:nvPr/>
        </p:nvSpPr>
        <p:spPr>
          <a:xfrm>
            <a:off x="384630" y="1707210"/>
            <a:ext cx="10673895" cy="489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数据类型概念：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数据在计算机中的</a:t>
            </a:r>
            <a:r>
              <a:rPr lang="zh-CN" altLang="en-US" sz="3200" b="1" dirty="0">
                <a:solidFill>
                  <a:schemeClr val="accent2"/>
                </a:solidFill>
                <a:latin typeface="+mj-ea"/>
                <a:ea typeface="+mj-ea"/>
              </a:rPr>
              <a:t>存储方式与操作规则</a:t>
            </a:r>
            <a:endParaRPr lang="en-US" altLang="zh-CN" sz="3200" b="1" dirty="0">
              <a:solidFill>
                <a:schemeClr val="accent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数据类型作用：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内存高效管理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规定操作规范（如数字可加减，字符串可拼接）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401289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6058C-5E50-1C93-33B3-5E86BEA3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C550404-AD55-6D52-565B-0981E6D3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442912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32108-222B-D578-BCE7-82A95495F0E0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编程语言数据类型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DF1BA97-708A-C337-7F56-CB73B3D6E663}"/>
              </a:ext>
            </a:extLst>
          </p:cNvPr>
          <p:cNvSpPr txBox="1"/>
          <p:nvPr/>
        </p:nvSpPr>
        <p:spPr>
          <a:xfrm>
            <a:off x="523874" y="2001512"/>
            <a:ext cx="11157263" cy="369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 err="1">
                <a:solidFill>
                  <a:schemeClr val="bg2"/>
                </a:solidFill>
                <a:latin typeface="+mn-ea"/>
                <a:ea typeface="+mn-ea"/>
              </a:rPr>
              <a:t>Matlab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整数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u="sng" dirty="0">
                <a:solidFill>
                  <a:schemeClr val="bg2"/>
                </a:solidFill>
                <a:latin typeface="+mn-ea"/>
                <a:ea typeface="+mn-ea"/>
              </a:rPr>
              <a:t>逻辑型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，表格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C#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整数型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布尔型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，结构体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u="sng" dirty="0">
                <a:solidFill>
                  <a:schemeClr val="accent2"/>
                </a:solidFill>
                <a:latin typeface="+mn-ea"/>
                <a:ea typeface="+mn-ea"/>
              </a:rPr>
              <a:t>整数型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布尔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，数组，联合体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 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C++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继承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C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，动态数组，指针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97573345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25C8-C118-5256-1547-930525F8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4D717D-1318-65B5-FECC-03699A23D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F1033C-442C-5498-6FB7-8CF9E065EB39}"/>
              </a:ext>
            </a:extLst>
          </p:cNvPr>
          <p:cNvSpPr txBox="1"/>
          <p:nvPr/>
        </p:nvSpPr>
        <p:spPr>
          <a:xfrm>
            <a:off x="123371" y="854005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ECBE6-B2E7-133A-E668-C8433A3C0FEC}"/>
              </a:ext>
            </a:extLst>
          </p:cNvPr>
          <p:cNvSpPr txBox="1"/>
          <p:nvPr/>
        </p:nvSpPr>
        <p:spPr>
          <a:xfrm>
            <a:off x="300081" y="2300975"/>
            <a:ext cx="6262497" cy="4422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Bool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布尔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True/False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Number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数字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；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String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字符串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):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用“”标识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4. List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列表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[]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标识，有序元素集合。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5. Tuple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元组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标识，类似于列表，但元素不能更改。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0D08B56-A55D-A7F0-9DBF-689316436A80}"/>
              </a:ext>
            </a:extLst>
          </p:cNvPr>
          <p:cNvSpPr txBox="1"/>
          <p:nvPr/>
        </p:nvSpPr>
        <p:spPr>
          <a:xfrm>
            <a:off x="6787662" y="2202516"/>
            <a:ext cx="5288223" cy="3372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6. Dictionary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字典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标识，无序元素集合，元素以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键值对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存在。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en-US" altLang="zh-CN" sz="2600" b="1" dirty="0">
                <a:solidFill>
                  <a:srgbClr val="151515"/>
                </a:solidFill>
                <a:latin typeface="+mn-ea"/>
                <a:ea typeface="+mn-ea"/>
              </a:rPr>
              <a:t>7. Set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集合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标识，元素可变、无序、且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不能重复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的元素集合。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69C94E-55AE-7511-CDA2-B338A9363D48}"/>
              </a:ext>
            </a:extLst>
          </p:cNvPr>
          <p:cNvSpPr txBox="1"/>
          <p:nvPr/>
        </p:nvSpPr>
        <p:spPr>
          <a:xfrm>
            <a:off x="2946400" y="1601633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22122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69735-7D50-37AF-C936-ED67B82E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6179CAB-7093-1D23-D0CF-75F3AFCD9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A365-FFF3-985D-1694-D84BB92679F9}"/>
              </a:ext>
            </a:extLst>
          </p:cNvPr>
          <p:cNvSpPr txBox="1"/>
          <p:nvPr/>
        </p:nvSpPr>
        <p:spPr>
          <a:xfrm>
            <a:off x="123371" y="776214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8A90FA-E4C2-3154-0167-DBE40E4E9825}"/>
              </a:ext>
            </a:extLst>
          </p:cNvPr>
          <p:cNvSpPr txBox="1"/>
          <p:nvPr/>
        </p:nvSpPr>
        <p:spPr>
          <a:xfrm>
            <a:off x="2974535" y="1386894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1A4D7BD-3BA7-AC6E-9ED9-44A7A5709A23}"/>
              </a:ext>
            </a:extLst>
          </p:cNvPr>
          <p:cNvSpPr txBox="1"/>
          <p:nvPr/>
        </p:nvSpPr>
        <p:spPr>
          <a:xfrm>
            <a:off x="214085" y="2026105"/>
            <a:ext cx="11209476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布尔型：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var_bool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True  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字符串：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var_str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"Hello, World!"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数值型：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var_num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42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列表：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var_list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[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5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]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元组：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var_tuple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(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字典：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var_dict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{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"key1"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"value1"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"key2"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"value2"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}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集合：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var_set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{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487510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F15BD-A733-9D1D-DD0E-9D48A56A9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699820-CC1F-94AA-D495-C91B4550A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1" y="8526"/>
            <a:ext cx="104357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E784C-76BA-2461-AFD7-4A7E8038F312}"/>
              </a:ext>
            </a:extLst>
          </p:cNvPr>
          <p:cNvSpPr txBox="1"/>
          <p:nvPr/>
        </p:nvSpPr>
        <p:spPr>
          <a:xfrm>
            <a:off x="275771" y="824977"/>
            <a:ext cx="77005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B2BCB2-219C-ECFF-BE36-1ED1649CDB10}"/>
              </a:ext>
            </a:extLst>
          </p:cNvPr>
          <p:cNvSpPr txBox="1"/>
          <p:nvPr/>
        </p:nvSpPr>
        <p:spPr>
          <a:xfrm>
            <a:off x="341087" y="1583489"/>
            <a:ext cx="10501084" cy="2478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数据类型分类：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标量类型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2800" dirty="0">
                <a:solidFill>
                  <a:srgbClr val="151515"/>
                </a:solidFill>
                <a:latin typeface="+mn-ea"/>
              </a:rPr>
              <a:t> number (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int,</a:t>
            </a:r>
            <a:r>
              <a:rPr lang="zh-CN" altLang="en-US" sz="2800" dirty="0">
                <a:solidFill>
                  <a:schemeClr val="bg2"/>
                </a:solidFill>
                <a:latin typeface="+mn-ea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float, complex</a:t>
            </a:r>
            <a:r>
              <a:rPr lang="en-US" altLang="zh-CN" sz="2800" dirty="0">
                <a:solidFill>
                  <a:srgbClr val="151515"/>
                </a:solidFill>
                <a:latin typeface="+mn-ea"/>
              </a:rPr>
              <a:t>)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str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bool</a:t>
            </a: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容器类型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list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tuple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dict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set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472D04-A881-5AAC-CC3D-397F7B928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0763"/>
              </p:ext>
            </p:extLst>
          </p:nvPr>
        </p:nvGraphicFramePr>
        <p:xfrm>
          <a:off x="3300363" y="4210120"/>
          <a:ext cx="8697689" cy="2403181"/>
        </p:xfrm>
        <a:graphic>
          <a:graphicData uri="http://schemas.openxmlformats.org/drawingml/2006/table">
            <a:tbl>
              <a:tblPr/>
              <a:tblGrid>
                <a:gridCol w="1618344">
                  <a:extLst>
                    <a:ext uri="{9D8B030D-6E8A-4147-A177-3AD203B41FA5}">
                      <a16:colId xmlns:a16="http://schemas.microsoft.com/office/drawing/2014/main" val="15950582"/>
                    </a:ext>
                  </a:extLst>
                </a:gridCol>
                <a:gridCol w="1850571">
                  <a:extLst>
                    <a:ext uri="{9D8B030D-6E8A-4147-A177-3AD203B41FA5}">
                      <a16:colId xmlns:a16="http://schemas.microsoft.com/office/drawing/2014/main" val="399157626"/>
                    </a:ext>
                  </a:extLst>
                </a:gridCol>
                <a:gridCol w="1807029">
                  <a:extLst>
                    <a:ext uri="{9D8B030D-6E8A-4147-A177-3AD203B41FA5}">
                      <a16:colId xmlns:a16="http://schemas.microsoft.com/office/drawing/2014/main" val="2140024269"/>
                    </a:ext>
                  </a:extLst>
                </a:gridCol>
                <a:gridCol w="3421745">
                  <a:extLst>
                    <a:ext uri="{9D8B030D-6E8A-4147-A177-3AD203B41FA5}">
                      <a16:colId xmlns:a16="http://schemas.microsoft.com/office/drawing/2014/main" val="2740444552"/>
                    </a:ext>
                  </a:extLst>
                </a:gridCol>
              </a:tblGrid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有序性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元素要求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683114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不可变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单值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056485"/>
                  </a:ext>
                </a:extLst>
              </a:tr>
              <a:tr h="662628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list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有序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任意类型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61640"/>
                  </a:ext>
                </a:extLst>
              </a:tr>
              <a:tr h="704233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</a:rPr>
                        <a:t>dict</a:t>
                      </a:r>
                      <a:endParaRPr lang="en-US" sz="28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键不可变、值任意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4981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82CF15-8EBD-452D-8EDD-2AE40D85FAF9}"/>
              </a:ext>
            </a:extLst>
          </p:cNvPr>
          <p:cNvSpPr txBox="1"/>
          <p:nvPr/>
        </p:nvSpPr>
        <p:spPr>
          <a:xfrm>
            <a:off x="420915" y="4603231"/>
            <a:ext cx="2619373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常用数据类型特性对比：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6962236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3C23-4D36-F6FA-EE57-75BB15F9F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9686D0-E98B-2613-1171-9CD39D61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C7DB1091-8910-855C-6F3A-EC7B304CC21F}"/>
              </a:ext>
            </a:extLst>
          </p:cNvPr>
          <p:cNvSpPr txBox="1"/>
          <p:nvPr/>
        </p:nvSpPr>
        <p:spPr>
          <a:xfrm>
            <a:off x="406195" y="1499335"/>
            <a:ext cx="3091748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Number</a:t>
            </a:r>
          </a:p>
        </p:txBody>
      </p:sp>
      <p:pic>
        <p:nvPicPr>
          <p:cNvPr id="5" name="Picture 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D419F691-9044-44DE-03B6-B6312250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95" y="2279606"/>
            <a:ext cx="4529616" cy="913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1DEC56-3581-81F0-AA96-9F9FFB3903DC}"/>
              </a:ext>
            </a:extLst>
          </p:cNvPr>
          <p:cNvSpPr txBox="1"/>
          <p:nvPr/>
        </p:nvSpPr>
        <p:spPr>
          <a:xfrm>
            <a:off x="406195" y="3330481"/>
            <a:ext cx="1195271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3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accent3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accent3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算术运算：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+, -, *, /, //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（整除）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%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（取模）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**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（幂）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数学函数：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abs(), round(), 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math.sqrt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>
              <a:defRPr/>
            </a:pPr>
            <a:r>
              <a:rPr lang="zh-CN" altLang="en-US" sz="3000" dirty="0">
                <a:solidFill>
                  <a:prstClr val="black"/>
                </a:solidFill>
                <a:latin typeface="微软雅黑"/>
                <a:ea typeface="微软雅黑"/>
              </a:rPr>
              <a:t>类型转换：</a:t>
            </a:r>
            <a:r>
              <a:rPr lang="en-US" sz="3000" dirty="0">
                <a:solidFill>
                  <a:prstClr val="black"/>
                </a:solidFill>
                <a:latin typeface="微软雅黑"/>
                <a:ea typeface="微软雅黑"/>
              </a:rPr>
              <a:t>int(), float()</a:t>
            </a:r>
            <a:endParaRPr 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number and a symbol&#10;&#10;AI-generated content may be incorrect.">
            <a:extLst>
              <a:ext uri="{FF2B5EF4-FFF2-40B4-BE49-F238E27FC236}">
                <a16:creationId xmlns:a16="http://schemas.microsoft.com/office/drawing/2014/main" id="{252A34BE-8A25-C987-51CB-13EA49D5B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924" y="5417907"/>
            <a:ext cx="6864305" cy="10545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75CA77-B005-F8DF-354C-AF0DFA5E2D96}"/>
              </a:ext>
            </a:extLst>
          </p:cNvPr>
          <p:cNvSpPr txBox="1"/>
          <p:nvPr/>
        </p:nvSpPr>
        <p:spPr>
          <a:xfrm>
            <a:off x="94343" y="846748"/>
            <a:ext cx="788197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0810143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29-4195-972E-62A6-2E075C83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80239FC-9E8A-4F3A-6CCD-81EE2AB84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992F2ED7-670D-AD19-DAB1-3B5E976BA63F}"/>
              </a:ext>
            </a:extLst>
          </p:cNvPr>
          <p:cNvSpPr txBox="1"/>
          <p:nvPr/>
        </p:nvSpPr>
        <p:spPr>
          <a:xfrm>
            <a:off x="224973" y="1525649"/>
            <a:ext cx="7193682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字符串：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单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双引号包裹的文本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401D8-4404-F6EE-5CFB-A4E5B546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29" y="5612114"/>
            <a:ext cx="10069742" cy="1045107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BB64BF54-90A2-6BFA-9700-6DE34EAAB1A1}"/>
              </a:ext>
            </a:extLst>
          </p:cNvPr>
          <p:cNvGrpSpPr/>
          <p:nvPr/>
        </p:nvGrpSpPr>
        <p:grpSpPr>
          <a:xfrm>
            <a:off x="7169569" y="2117972"/>
            <a:ext cx="3833277" cy="1677514"/>
            <a:chOff x="6822961" y="2250980"/>
            <a:chExt cx="2932866" cy="1290493"/>
          </a:xfrm>
        </p:grpSpPr>
        <p:pic>
          <p:nvPicPr>
            <p:cNvPr id="12" name="Picture 11" descr="A black and white sign with orange text&#10;&#10;AI-generated content may be incorrect.">
              <a:extLst>
                <a:ext uri="{FF2B5EF4-FFF2-40B4-BE49-F238E27FC236}">
                  <a16:creationId xmlns:a16="http://schemas.microsoft.com/office/drawing/2014/main" id="{187E6F44-1324-218F-7908-094F56249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22961" y="2737483"/>
              <a:ext cx="2932866" cy="80399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6B516C-F780-1627-8BB1-59513E674566}"/>
                </a:ext>
              </a:extLst>
            </p:cNvPr>
            <p:cNvSpPr txBox="1"/>
            <p:nvPr/>
          </p:nvSpPr>
          <p:spPr>
            <a:xfrm>
              <a:off x="6822961" y="2250980"/>
              <a:ext cx="2932866" cy="4025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字符串创建</a:t>
              </a:r>
              <a:endParaRPr lang="en-CN" sz="2800" dirty="0">
                <a:solidFill>
                  <a:schemeClr val="bg2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1F43913-1DFC-079D-2F48-2ACB78444BF9}"/>
              </a:ext>
            </a:extLst>
          </p:cNvPr>
          <p:cNvSpPr txBox="1"/>
          <p:nvPr/>
        </p:nvSpPr>
        <p:spPr>
          <a:xfrm>
            <a:off x="224973" y="2326111"/>
            <a:ext cx="694459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常用操作：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索引与切片：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s[0], s[1:4]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拼接与重复：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+, *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lower(), .upper(), .split(), .strip()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格式化：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f"{name} is {age} years old"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3AFEA-C282-287B-9DC2-A81B7A537632}"/>
              </a:ext>
            </a:extLst>
          </p:cNvPr>
          <p:cNvSpPr txBox="1"/>
          <p:nvPr/>
        </p:nvSpPr>
        <p:spPr>
          <a:xfrm>
            <a:off x="116114" y="808114"/>
            <a:ext cx="7860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4192741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1E9C-7A5C-BC9C-987C-57B08B5D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84336FC-64E4-B3DD-63D0-5DE115A9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9BCB298F-F8BD-E3FD-DABA-E1A3FF9CAF39}"/>
              </a:ext>
            </a:extLst>
          </p:cNvPr>
          <p:cNvSpPr txBox="1"/>
          <p:nvPr/>
        </p:nvSpPr>
        <p:spPr>
          <a:xfrm>
            <a:off x="253286" y="1694850"/>
            <a:ext cx="787471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列表：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标识，可修改的序列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08114-6D71-180D-2093-D782E9EA8154}"/>
              </a:ext>
            </a:extLst>
          </p:cNvPr>
          <p:cNvSpPr txBox="1"/>
          <p:nvPr/>
        </p:nvSpPr>
        <p:spPr>
          <a:xfrm>
            <a:off x="142982" y="2715167"/>
            <a:ext cx="641747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增删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append(), .insert(), .pop()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切片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000" dirty="0" err="1">
                <a:solidFill>
                  <a:schemeClr val="bg2"/>
                </a:solidFill>
                <a:latin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[2:</a:t>
            </a:r>
            <a:r>
              <a:rPr lang="en-US" altLang="zh-CN" sz="3000" dirty="0">
                <a:solidFill>
                  <a:schemeClr val="bg2"/>
                </a:solidFill>
                <a:latin typeface="+mn-ea"/>
              </a:rPr>
              <a:t>9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]</a:t>
            </a:r>
            <a:r>
              <a:rPr lang="zh-CN" altLang="en-US" sz="30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[2:9:2]（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步长为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列表推导式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[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x*2 for x in range(5)]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排序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sort(), sorted()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5D284-C10C-C0CD-5AD8-B0252A141CDE}"/>
              </a:ext>
            </a:extLst>
          </p:cNvPr>
          <p:cNvSpPr txBox="1"/>
          <p:nvPr/>
        </p:nvSpPr>
        <p:spPr>
          <a:xfrm>
            <a:off x="101600" y="846748"/>
            <a:ext cx="787471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5C46F24-2C17-DA83-F552-5DC1CB9788B3}"/>
              </a:ext>
            </a:extLst>
          </p:cNvPr>
          <p:cNvGrpSpPr/>
          <p:nvPr/>
        </p:nvGrpSpPr>
        <p:grpSpPr>
          <a:xfrm>
            <a:off x="6516911" y="2081840"/>
            <a:ext cx="5662726" cy="1996154"/>
            <a:chOff x="6881215" y="2569389"/>
            <a:chExt cx="3748258" cy="11843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6779B2-3F40-7108-55B9-BE9A7E99C48D}"/>
                </a:ext>
              </a:extLst>
            </p:cNvPr>
            <p:cNvSpPr txBox="1"/>
            <p:nvPr/>
          </p:nvSpPr>
          <p:spPr>
            <a:xfrm>
              <a:off x="6881215" y="2569389"/>
              <a:ext cx="3748258" cy="344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创建列表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4" name="Picture 3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2A114E0F-9F1D-7730-87C6-D29AA7A54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1215" y="2945141"/>
              <a:ext cx="3717944" cy="808563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AF2EC4F-BB6D-2024-54E3-B740D456D460}"/>
              </a:ext>
            </a:extLst>
          </p:cNvPr>
          <p:cNvGrpSpPr/>
          <p:nvPr/>
        </p:nvGrpSpPr>
        <p:grpSpPr>
          <a:xfrm>
            <a:off x="6510782" y="4355784"/>
            <a:ext cx="5616928" cy="2062317"/>
            <a:chOff x="6394670" y="4239672"/>
            <a:chExt cx="5616928" cy="2062317"/>
          </a:xfrm>
        </p:grpSpPr>
        <p:pic>
          <p:nvPicPr>
            <p:cNvPr id="26" name="Picture 25" descr="A black background with text and symbols&#10;&#10;AI-generated content may be incorrect.">
              <a:extLst>
                <a:ext uri="{FF2B5EF4-FFF2-40B4-BE49-F238E27FC236}">
                  <a16:creationId xmlns:a16="http://schemas.microsoft.com/office/drawing/2014/main" id="{A1071639-2C12-F929-A901-0FDA4060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94670" y="4845005"/>
              <a:ext cx="5616928" cy="1456984"/>
            </a:xfrm>
            <a:prstGeom prst="rect">
              <a:avLst/>
            </a:prstGeom>
          </p:spPr>
        </p:pic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81930D2-72E1-D563-32DF-27FB7C894E7A}"/>
                </a:ext>
              </a:extLst>
            </p:cNvPr>
            <p:cNvSpPr txBox="1"/>
            <p:nvPr/>
          </p:nvSpPr>
          <p:spPr>
            <a:xfrm>
              <a:off x="6422570" y="4239672"/>
              <a:ext cx="556613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要素追加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083823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C8C2-879B-1C42-62A4-FF83DC6F2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712A3BC-FB54-BA84-AB15-1107FAC7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8" name="文本框 6">
            <a:extLst>
              <a:ext uri="{FF2B5EF4-FFF2-40B4-BE49-F238E27FC236}">
                <a16:creationId xmlns:a16="http://schemas.microsoft.com/office/drawing/2014/main" id="{4B434E8B-994E-FF12-A112-95EEF5534324}"/>
              </a:ext>
            </a:extLst>
          </p:cNvPr>
          <p:cNvSpPr txBox="1"/>
          <p:nvPr/>
        </p:nvSpPr>
        <p:spPr>
          <a:xfrm>
            <a:off x="397491" y="1476557"/>
            <a:ext cx="7012052" cy="70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元组：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圆括号（）标识，不可变序列</a:t>
            </a:r>
            <a:endParaRPr lang="en-US" altLang="zh-CN" sz="30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597FAA60-864C-2DCE-0D75-CD521688C878}"/>
              </a:ext>
            </a:extLst>
          </p:cNvPr>
          <p:cNvGraphicFramePr>
            <a:graphicFrameLocks noGrp="1"/>
          </p:cNvGraphicFramePr>
          <p:nvPr/>
        </p:nvGraphicFramePr>
        <p:xfrm>
          <a:off x="419263" y="2283167"/>
          <a:ext cx="6170223" cy="1638110"/>
        </p:xfrm>
        <a:graphic>
          <a:graphicData uri="http://schemas.openxmlformats.org/drawingml/2006/table">
            <a:tbl>
              <a:tblPr/>
              <a:tblGrid>
                <a:gridCol w="1519932">
                  <a:extLst>
                    <a:ext uri="{9D8B030D-6E8A-4147-A177-3AD203B41FA5}">
                      <a16:colId xmlns:a16="http://schemas.microsoft.com/office/drawing/2014/main" val="1888596248"/>
                    </a:ext>
                  </a:extLst>
                </a:gridCol>
                <a:gridCol w="2176398">
                  <a:extLst>
                    <a:ext uri="{9D8B030D-6E8A-4147-A177-3AD203B41FA5}">
                      <a16:colId xmlns:a16="http://schemas.microsoft.com/office/drawing/2014/main" val="2269919096"/>
                    </a:ext>
                  </a:extLst>
                </a:gridCol>
                <a:gridCol w="2473893">
                  <a:extLst>
                    <a:ext uri="{9D8B030D-6E8A-4147-A177-3AD203B41FA5}">
                      <a16:colId xmlns:a16="http://schemas.microsoft.com/office/drawing/2014/main" val="557186763"/>
                    </a:ext>
                  </a:extLst>
                </a:gridCol>
              </a:tblGrid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列表（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元组（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Tuple）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603503"/>
                  </a:ext>
                </a:extLst>
              </a:tr>
              <a:tr h="3967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✔️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71285"/>
                  </a:ext>
                </a:extLst>
              </a:tr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语法符号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9368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AC38D09-AF00-9C56-67B2-34EC455226D5}"/>
              </a:ext>
            </a:extLst>
          </p:cNvPr>
          <p:cNvSpPr txBox="1"/>
          <p:nvPr/>
        </p:nvSpPr>
        <p:spPr>
          <a:xfrm>
            <a:off x="397492" y="3936299"/>
            <a:ext cx="603233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解包：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a, b, c = t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t[0]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转换：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list(t)（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元组转列表）</a:t>
            </a:r>
            <a:b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</a:b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注意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：单元素元组需加逗号，如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(5,)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E2C2C5-9306-D0BD-9B7D-DF4D33153BBB}"/>
              </a:ext>
            </a:extLst>
          </p:cNvPr>
          <p:cNvSpPr txBox="1"/>
          <p:nvPr/>
        </p:nvSpPr>
        <p:spPr>
          <a:xfrm>
            <a:off x="79829" y="846748"/>
            <a:ext cx="789648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873F06E-8232-3EB3-364A-84DA55E38A69}"/>
              </a:ext>
            </a:extLst>
          </p:cNvPr>
          <p:cNvGrpSpPr/>
          <p:nvPr/>
        </p:nvGrpSpPr>
        <p:grpSpPr>
          <a:xfrm>
            <a:off x="7522279" y="1808285"/>
            <a:ext cx="3666509" cy="1289701"/>
            <a:chOff x="7369879" y="2016530"/>
            <a:chExt cx="3666509" cy="1289701"/>
          </a:xfrm>
        </p:grpSpPr>
        <p:pic>
          <p:nvPicPr>
            <p:cNvPr id="5" name="Picture 4" descr="A close up of a logo&#10;&#10;AI-generated content may be incorrect.">
              <a:extLst>
                <a:ext uri="{FF2B5EF4-FFF2-40B4-BE49-F238E27FC236}">
                  <a16:creationId xmlns:a16="http://schemas.microsoft.com/office/drawing/2014/main" id="{A580F05C-789D-9008-EE21-F352AEE8D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69879" y="2718352"/>
              <a:ext cx="3666509" cy="587879"/>
            </a:xfrm>
            <a:prstGeom prst="rect">
              <a:avLst/>
            </a:prstGeom>
          </p:spPr>
        </p:pic>
        <p:sp>
          <p:nvSpPr>
            <p:cNvPr id="2" name="TextBox 5">
              <a:extLst>
                <a:ext uri="{FF2B5EF4-FFF2-40B4-BE49-F238E27FC236}">
                  <a16:creationId xmlns:a16="http://schemas.microsoft.com/office/drawing/2014/main" id="{4B2AEB21-A791-1E48-857B-2E234498B361}"/>
                </a:ext>
              </a:extLst>
            </p:cNvPr>
            <p:cNvSpPr txBox="1"/>
            <p:nvPr/>
          </p:nvSpPr>
          <p:spPr>
            <a:xfrm>
              <a:off x="7369879" y="2016530"/>
              <a:ext cx="3666509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创建元组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EE53071-AC0F-4AEF-8B30-390F5A97B627}"/>
              </a:ext>
            </a:extLst>
          </p:cNvPr>
          <p:cNvGrpSpPr/>
          <p:nvPr/>
        </p:nvGrpSpPr>
        <p:grpSpPr>
          <a:xfrm>
            <a:off x="7163307" y="3572958"/>
            <a:ext cx="4384451" cy="2780642"/>
            <a:chOff x="7010907" y="3275415"/>
            <a:chExt cx="4384451" cy="2780642"/>
          </a:xfrm>
        </p:grpSpPr>
        <p:pic>
          <p:nvPicPr>
            <p:cNvPr id="11" name="Picture 10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B7F7D177-0D90-A860-CFC5-A0B8B9AD3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10907" y="3927795"/>
              <a:ext cx="4384451" cy="21282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B5F1A34-C6F4-F068-B725-35269AD6480C}"/>
                </a:ext>
              </a:extLst>
            </p:cNvPr>
            <p:cNvSpPr txBox="1"/>
            <p:nvPr/>
          </p:nvSpPr>
          <p:spPr>
            <a:xfrm>
              <a:off x="7010907" y="3275415"/>
              <a:ext cx="4384451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元组解包与类型转换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558923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4F787-CB35-B8F1-01D2-CCD994E28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2D7B14C-F165-DFCC-F64B-D231C83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7" y="8526"/>
            <a:ext cx="104793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62DBF6-98A5-1A50-E883-A4DC53AB52B9}"/>
              </a:ext>
            </a:extLst>
          </p:cNvPr>
          <p:cNvSpPr txBox="1"/>
          <p:nvPr/>
        </p:nvSpPr>
        <p:spPr>
          <a:xfrm>
            <a:off x="406401" y="1566206"/>
            <a:ext cx="901336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字典：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</a:t>
            </a:r>
            <a:r>
              <a:rPr lang="zh-CN" altLang="en-CN" sz="3200" dirty="0">
                <a:solidFill>
                  <a:schemeClr val="bg2"/>
                </a:solidFill>
                <a:latin typeface="+mn-ea"/>
                <a:ea typeface="+mn-ea"/>
              </a:rPr>
              <a:t>键值对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集合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71F8D0-9532-1E96-C4F6-8A0EDF6E7293}"/>
              </a:ext>
            </a:extLst>
          </p:cNvPr>
          <p:cNvSpPr txBox="1"/>
          <p:nvPr/>
        </p:nvSpPr>
        <p:spPr>
          <a:xfrm>
            <a:off x="406401" y="2373798"/>
            <a:ext cx="11139714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增删改查：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student['grade'] = 'A', del student['age']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keys(), .values(), .get('key', default)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字典推导式：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{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k: v*2 for k, v in 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original.items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17620-5CAB-C979-1223-0509A3267583}"/>
              </a:ext>
            </a:extLst>
          </p:cNvPr>
          <p:cNvSpPr txBox="1"/>
          <p:nvPr/>
        </p:nvSpPr>
        <p:spPr>
          <a:xfrm>
            <a:off x="319314" y="846748"/>
            <a:ext cx="765700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9CE6FF6-193A-917E-2C09-560C210ABDED}"/>
              </a:ext>
            </a:extLst>
          </p:cNvPr>
          <p:cNvGrpSpPr/>
          <p:nvPr/>
        </p:nvGrpSpPr>
        <p:grpSpPr>
          <a:xfrm>
            <a:off x="1342572" y="5157687"/>
            <a:ext cx="9405259" cy="1542866"/>
            <a:chOff x="1130854" y="2540023"/>
            <a:chExt cx="8031850" cy="118770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6A2CE6-BB08-6E71-1478-0D19605E2814}"/>
                </a:ext>
              </a:extLst>
            </p:cNvPr>
            <p:cNvSpPr txBox="1"/>
            <p:nvPr/>
          </p:nvSpPr>
          <p:spPr>
            <a:xfrm>
              <a:off x="1130854" y="2763141"/>
              <a:ext cx="1718787" cy="9406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600" dirty="0">
                  <a:solidFill>
                    <a:schemeClr val="bg2"/>
                  </a:solidFill>
                  <a:latin typeface="+mj-ea"/>
                  <a:ea typeface="+mj-ea"/>
                </a:rPr>
                <a:t>创建字典及基本操作</a:t>
              </a:r>
              <a:endParaRPr lang="en-US" altLang="zh-CN" sz="26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8" name="Picture 7" descr="A black background with colorful writing&#10;&#10;AI-generated content may be incorrect.">
              <a:extLst>
                <a:ext uri="{FF2B5EF4-FFF2-40B4-BE49-F238E27FC236}">
                  <a16:creationId xmlns:a16="http://schemas.microsoft.com/office/drawing/2014/main" id="{FA73ED5B-854A-2F4C-7D91-C361AF3B2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78667" y="2540023"/>
              <a:ext cx="6284037" cy="11877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059375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5BB4-C5FD-0E13-F193-875AAE91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EA95603-A604-7E8E-DC04-AC94EE389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9" name="文本框 6">
            <a:extLst>
              <a:ext uri="{FF2B5EF4-FFF2-40B4-BE49-F238E27FC236}">
                <a16:creationId xmlns:a16="http://schemas.microsoft.com/office/drawing/2014/main" id="{C3C7DEEF-CB33-9609-2342-79E398CCF783}"/>
              </a:ext>
            </a:extLst>
          </p:cNvPr>
          <p:cNvSpPr txBox="1"/>
          <p:nvPr/>
        </p:nvSpPr>
        <p:spPr>
          <a:xfrm>
            <a:off x="493487" y="1561605"/>
            <a:ext cx="1095828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集合：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无序且元素唯一，大括号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或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set()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创建。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8EE4A-49FF-8E82-8F12-CFB14161AEAD}"/>
              </a:ext>
            </a:extLst>
          </p:cNvPr>
          <p:cNvSpPr txBox="1"/>
          <p:nvPr/>
        </p:nvSpPr>
        <p:spPr>
          <a:xfrm>
            <a:off x="493488" y="3395941"/>
            <a:ext cx="79828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集合运算：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&amp;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（交集）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|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（并集）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-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（差集）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add(), .remove(), .union()</a:t>
            </a:r>
            <a:endParaRPr lang="zh-CN" alt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group of white text&#10;&#10;AI-generated content may be incorrect.">
            <a:extLst>
              <a:ext uri="{FF2B5EF4-FFF2-40B4-BE49-F238E27FC236}">
                <a16:creationId xmlns:a16="http://schemas.microsoft.com/office/drawing/2014/main" id="{D999077A-EE1E-21E8-BDFE-6EE24E456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47" y="5711938"/>
            <a:ext cx="5736334" cy="10357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30A56F-3447-7677-5981-F588A1B11316}"/>
              </a:ext>
            </a:extLst>
          </p:cNvPr>
          <p:cNvSpPr txBox="1"/>
          <p:nvPr/>
        </p:nvSpPr>
        <p:spPr>
          <a:xfrm>
            <a:off x="341717" y="817408"/>
            <a:ext cx="613465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5EE58EE-4B5B-2B1C-2808-F35FCEFD6E42}"/>
              </a:ext>
            </a:extLst>
          </p:cNvPr>
          <p:cNvGrpSpPr/>
          <p:nvPr/>
        </p:nvGrpSpPr>
        <p:grpSpPr>
          <a:xfrm>
            <a:off x="3645985" y="2408241"/>
            <a:ext cx="7537273" cy="1316534"/>
            <a:chOff x="687612" y="2054284"/>
            <a:chExt cx="7104303" cy="115477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1F2FAF-BD55-6D73-089D-A444A2F90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613" y="2674008"/>
              <a:ext cx="7104302" cy="535052"/>
            </a:xfrm>
            <a:prstGeom prst="rect">
              <a:avLst/>
            </a:prstGeom>
          </p:spPr>
        </p:pic>
        <p:sp>
          <p:nvSpPr>
            <p:cNvPr id="2" name="TextBox 4">
              <a:extLst>
                <a:ext uri="{FF2B5EF4-FFF2-40B4-BE49-F238E27FC236}">
                  <a16:creationId xmlns:a16="http://schemas.microsoft.com/office/drawing/2014/main" id="{00F09495-817D-9252-FBD7-8E2FF20F7D98}"/>
                </a:ext>
              </a:extLst>
            </p:cNvPr>
            <p:cNvSpPr txBox="1"/>
            <p:nvPr/>
          </p:nvSpPr>
          <p:spPr>
            <a:xfrm>
              <a:off x="687612" y="2054284"/>
              <a:ext cx="7104301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创建集合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93FE06DA-1BC0-1546-7A49-B382EF4441F9}"/>
              </a:ext>
            </a:extLst>
          </p:cNvPr>
          <p:cNvSpPr txBox="1"/>
          <p:nvPr/>
        </p:nvSpPr>
        <p:spPr>
          <a:xfrm>
            <a:off x="493487" y="5446697"/>
            <a:ext cx="5602513" cy="1135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accent3"/>
                </a:solidFill>
                <a:latin typeface="+mn-ea"/>
                <a:ea typeface="+mn-ea"/>
              </a:rPr>
              <a:t>集合运算与位运算具有相同运算符，但本质上并不相同！</a:t>
            </a:r>
          </a:p>
        </p:txBody>
      </p:sp>
    </p:spTree>
    <p:extLst>
      <p:ext uri="{BB962C8B-B14F-4D97-AF65-F5344CB8AC3E}">
        <p14:creationId xmlns:p14="http://schemas.microsoft.com/office/powerpoint/2010/main" val="538718734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9050" y="3529013"/>
            <a:ext cx="121539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32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8115" y="3926042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一、变量命名、赋值与运算</a:t>
            </a:r>
          </a:p>
        </p:txBody>
      </p:sp>
      <p:sp>
        <p:nvSpPr>
          <p:cNvPr id="8" name="矩形 7"/>
          <p:cNvSpPr/>
          <p:nvPr/>
        </p:nvSpPr>
        <p:spPr>
          <a:xfrm>
            <a:off x="19050" y="5072061"/>
            <a:ext cx="12153900" cy="102281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0D4BC-A0A2-3939-2C6F-FC340D3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D9BC452-13E2-26AE-1D4E-3F9E7D53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63F67-9AAB-CE6E-C7E5-38F577238B01}"/>
              </a:ext>
            </a:extLst>
          </p:cNvPr>
          <p:cNvSpPr txBox="1"/>
          <p:nvPr/>
        </p:nvSpPr>
        <p:spPr>
          <a:xfrm>
            <a:off x="95250" y="872803"/>
            <a:ext cx="8820150" cy="5494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中，变量是用来存储数据的容器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变量作用：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存储数据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：临时保存程序运行中的信息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标识数据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：通过名称快速访问和修改数据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提高可读性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：有意义的名称让代码更易懂</a:t>
            </a:r>
          </a:p>
        </p:txBody>
      </p:sp>
      <p:pic>
        <p:nvPicPr>
          <p:cNvPr id="5" name="Picture 4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88DD1C61-3773-EAD5-BA14-53FA4DEA3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490" y="4714709"/>
            <a:ext cx="4957260" cy="1582844"/>
          </a:xfrm>
          <a:prstGeom prst="rect">
            <a:avLst/>
          </a:prstGeom>
        </p:spPr>
      </p:pic>
      <p:pic>
        <p:nvPicPr>
          <p:cNvPr id="9" name="Picture 8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449B9F92-196A-7E4D-877F-A2B6A500C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490" y="3052415"/>
            <a:ext cx="4957260" cy="1203110"/>
          </a:xfrm>
          <a:prstGeom prst="rect">
            <a:avLst/>
          </a:prstGeom>
          <a:ln w="19050">
            <a:solidFill>
              <a:schemeClr val="accent4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3982732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7ED8-4CEA-5DA0-0B93-FC3FB95A5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58EA445-8D73-2A6D-E8D8-1E94A245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47652-ADE6-1A19-DBC2-8FB12A86429C}"/>
              </a:ext>
            </a:extLst>
          </p:cNvPr>
          <p:cNvSpPr txBox="1"/>
          <p:nvPr/>
        </p:nvSpPr>
        <p:spPr>
          <a:xfrm>
            <a:off x="341086" y="912062"/>
            <a:ext cx="551542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3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99E83B8-BC53-3905-04CF-E68D4C6D7284}"/>
              </a:ext>
            </a:extLst>
          </p:cNvPr>
          <p:cNvSpPr txBox="1"/>
          <p:nvPr/>
        </p:nvSpPr>
        <p:spPr>
          <a:xfrm>
            <a:off x="5856514" y="1211384"/>
            <a:ext cx="6270173" cy="53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3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）字符限制：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）只能包含字母、数字、下划线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）禁止特殊符号：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@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$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%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等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4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）开头字符：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）必须以字母或下划线开头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  <a:r>
              <a:rPr lang="zh-CN" altLang="en-US" sz="3000" u="sng" dirty="0">
                <a:solidFill>
                  <a:srgbClr val="151515"/>
                </a:solidFill>
                <a:latin typeface="+mn-ea"/>
                <a:ea typeface="+mn-ea"/>
              </a:rPr>
              <a:t>禁止以数字开头</a:t>
            </a:r>
            <a:endParaRPr lang="en-US" altLang="zh-CN" sz="3000" u="sng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BBBC9-95AF-1FDD-6FA3-954BAD4CBD7D}"/>
              </a:ext>
            </a:extLst>
          </p:cNvPr>
          <p:cNvSpPr txBox="1"/>
          <p:nvPr/>
        </p:nvSpPr>
        <p:spPr>
          <a:xfrm>
            <a:off x="304800" y="2300709"/>
            <a:ext cx="5791200" cy="416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）区分大小写：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和 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是两个不同的变量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）禁止关键字：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不能使用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保留字（如 </a:t>
            </a:r>
            <a:r>
              <a:rPr lang="en-US" sz="3000" dirty="0" err="1">
                <a:solidFill>
                  <a:srgbClr val="151515"/>
                </a:solidFill>
                <a:latin typeface="+mn-ea"/>
                <a:ea typeface="+mn-ea"/>
              </a:rPr>
              <a:t>if、for、class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49654745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C043-D7F5-5EC4-835A-9580B8D2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1642B-0E97-3F4F-C77A-F3C5A56ED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A4876-2007-A214-A357-C912FABB9A38}"/>
              </a:ext>
            </a:extLst>
          </p:cNvPr>
          <p:cNvSpPr txBox="1"/>
          <p:nvPr/>
        </p:nvSpPr>
        <p:spPr>
          <a:xfrm>
            <a:off x="312057" y="846748"/>
            <a:ext cx="975586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34931A-A9F6-297A-CC1B-7C3DC3470DB2}"/>
              </a:ext>
            </a:extLst>
          </p:cNvPr>
          <p:cNvSpPr txBox="1"/>
          <p:nvPr/>
        </p:nvSpPr>
        <p:spPr>
          <a:xfrm>
            <a:off x="680523" y="1704141"/>
            <a:ext cx="515240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026F3-BB96-9A25-DE88-F9C139715DAF}"/>
              </a:ext>
            </a:extLst>
          </p:cNvPr>
          <p:cNvSpPr txBox="1"/>
          <p:nvPr/>
        </p:nvSpPr>
        <p:spPr>
          <a:xfrm>
            <a:off x="2736396" y="2514407"/>
            <a:ext cx="733152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判断哪些是正确命名，哪些是错误命名？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C68DFA-EAEC-1169-61BF-3E918856D5A6}"/>
              </a:ext>
            </a:extLst>
          </p:cNvPr>
          <p:cNvSpPr txBox="1"/>
          <p:nvPr/>
        </p:nvSpPr>
        <p:spPr>
          <a:xfrm>
            <a:off x="358127" y="3799782"/>
            <a:ext cx="6124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Student_name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"Hello, World!"</a:t>
            </a:r>
            <a:r>
              <a:rPr lang="en-US" altLang="zh-CN" sz="3200" b="1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</a:t>
            </a:r>
            <a:endParaRPr lang="en-US" altLang="zh-CN" sz="32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2year = 2023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First-name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“Alice"</a:t>
            </a:r>
            <a:endParaRPr lang="en-US" altLang="zh-CN" sz="3200" b="1" dirty="0">
              <a:solidFill>
                <a:srgbClr val="00108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188880-46D2-3B54-7DC5-27E0BB7E916D}"/>
              </a:ext>
            </a:extLst>
          </p:cNvPr>
          <p:cNvSpPr txBox="1"/>
          <p:nvPr/>
        </p:nvSpPr>
        <p:spPr>
          <a:xfrm>
            <a:off x="6779172" y="3799782"/>
            <a:ext cx="495338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_count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total_price_2023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098658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100.5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“cs101"</a:t>
            </a:r>
            <a:endParaRPr lang="en-US" altLang="zh-CN" sz="32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1855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FFDD-BE38-62E2-8ECA-8CD1FAC4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184C65-D287-3A63-3DC9-746DECE25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5" y="8526"/>
            <a:ext cx="10472058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81A8D4-261D-7555-40EB-7FAE0C2E1CBF}"/>
              </a:ext>
            </a:extLst>
          </p:cNvPr>
          <p:cNvSpPr txBox="1"/>
          <p:nvPr/>
        </p:nvSpPr>
        <p:spPr>
          <a:xfrm>
            <a:off x="391886" y="846748"/>
            <a:ext cx="96760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61566-7FEF-4779-6E17-AA0F3264FA78}"/>
              </a:ext>
            </a:extLst>
          </p:cNvPr>
          <p:cNvSpPr txBox="1"/>
          <p:nvPr/>
        </p:nvSpPr>
        <p:spPr>
          <a:xfrm>
            <a:off x="580572" y="1582604"/>
            <a:ext cx="378823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命名规范：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7E8AB-12B2-395F-8F0C-49A577C75A90}"/>
              </a:ext>
            </a:extLst>
          </p:cNvPr>
          <p:cNvSpPr txBox="1"/>
          <p:nvPr/>
        </p:nvSpPr>
        <p:spPr>
          <a:xfrm>
            <a:off x="391886" y="2444308"/>
            <a:ext cx="818605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见名知意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用英文单词描述数据含义（如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user_age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 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而非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）蛇形命名法</a:t>
            </a:r>
            <a:r>
              <a:rPr 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多个单词用下划线连接（如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student_id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）全大写常量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固定值的变量名全大写（如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MAX_SIZE = 100）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A328991-94D5-E0AD-BD8B-741638E997DB}"/>
              </a:ext>
            </a:extLst>
          </p:cNvPr>
          <p:cNvSpPr txBox="1"/>
          <p:nvPr/>
        </p:nvSpPr>
        <p:spPr>
          <a:xfrm>
            <a:off x="8412494" y="2444308"/>
            <a:ext cx="3310861" cy="375487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不推荐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“Tom"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28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推荐</a:t>
            </a:r>
            <a:r>
              <a:rPr lang="zh-CN" altLang="en-US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：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student</a:t>
            </a:r>
            <a:r>
              <a:rPr lang="en-US" altLang="zh-CN" sz="28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_count</a:t>
            </a: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>
              <a:buNone/>
            </a:pPr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</a:t>
            </a:r>
            <a:r>
              <a:rPr lang="en-US" altLang="zh-CN" sz="28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ser_name</a:t>
            </a: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“Tom"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7082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8365369E-D40A-4C74-68E6-B5533B01E980}"/>
              </a:ext>
            </a:extLst>
          </p:cNvPr>
          <p:cNvSpPr/>
          <p:nvPr/>
        </p:nvSpPr>
        <p:spPr>
          <a:xfrm>
            <a:off x="5718495" y="4304105"/>
            <a:ext cx="6350313" cy="2467944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23370" y="667019"/>
            <a:ext cx="11945439" cy="36370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变量的赋值是将一个值或表达式赋给一个变量。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中的变量赋值是动态的，即可将不同类型的值赋给同一个变量。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核心概念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：变量是对象（数据）的标签（引用），而非数据本身。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0530B1E-7EC6-E9E0-75AA-CAD3281128F7}"/>
              </a:ext>
            </a:extLst>
          </p:cNvPr>
          <p:cNvSpPr txBox="1"/>
          <p:nvPr/>
        </p:nvSpPr>
        <p:spPr>
          <a:xfrm>
            <a:off x="174172" y="5145625"/>
            <a:ext cx="4689658" cy="1689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x=10, 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会先在内存中创建对象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，再将变量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x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绑定（引用）到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这个对象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61C920C3-8595-0D50-8CDC-0DC885751374}"/>
              </a:ext>
            </a:extLst>
          </p:cNvPr>
          <p:cNvGrpSpPr/>
          <p:nvPr/>
        </p:nvGrpSpPr>
        <p:grpSpPr>
          <a:xfrm>
            <a:off x="324441" y="4476938"/>
            <a:ext cx="4588094" cy="643463"/>
            <a:chOff x="4698125" y="1191873"/>
            <a:chExt cx="4389120" cy="643463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A96F3F6-9A0A-D2C4-DDB1-F1B1F0DF090B}"/>
                </a:ext>
              </a:extLst>
            </p:cNvPr>
            <p:cNvSpPr/>
            <p:nvPr/>
          </p:nvSpPr>
          <p:spPr>
            <a:xfrm>
              <a:off x="4704431" y="1191873"/>
              <a:ext cx="4382814" cy="643463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DD94F4C8-7A51-2570-9A90-0C20EA6C5620}"/>
                </a:ext>
              </a:extLst>
            </p:cNvPr>
            <p:cNvSpPr txBox="1"/>
            <p:nvPr/>
          </p:nvSpPr>
          <p:spPr>
            <a:xfrm>
              <a:off x="4698125" y="1337537"/>
              <a:ext cx="4385929" cy="40915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>
                <a:lnSpc>
                  <a:spcPts val="2400"/>
                </a:lnSpc>
                <a:buNone/>
              </a:pPr>
              <a:r>
                <a:rPr lang="en-US" altLang="zh-CN" sz="2800" b="1" dirty="0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lang="en-US" altLang="zh-CN" sz="2800" b="1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= </a:t>
              </a:r>
              <a:r>
                <a:rPr lang="en-US" altLang="zh-CN" sz="2800" b="1" dirty="0">
                  <a:solidFill>
                    <a:srgbClr val="098658"/>
                  </a:solidFill>
                  <a:effectLst/>
                  <a:latin typeface="Consolas" panose="020B0609020204030204" pitchFamily="49" charset="0"/>
                </a:rPr>
                <a:t>10</a:t>
              </a:r>
              <a:r>
                <a:rPr lang="en-US" altLang="zh-CN" sz="2800" b="1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 </a:t>
              </a:r>
              <a:r>
                <a:rPr lang="en-US" altLang="zh-CN" sz="2800" b="1" dirty="0">
                  <a:solidFill>
                    <a:srgbClr val="008000"/>
                  </a:solidFill>
                  <a:effectLst/>
                  <a:latin typeface="Consolas" panose="020B0609020204030204" pitchFamily="49" charset="0"/>
                </a:rPr>
                <a:t># a —&gt; </a:t>
              </a:r>
              <a:r>
                <a:rPr lang="zh-CN" altLang="en-US" sz="2800" b="1" dirty="0">
                  <a:solidFill>
                    <a:srgbClr val="008000"/>
                  </a:solidFill>
                  <a:latin typeface="Consolas" panose="020B0609020204030204" pitchFamily="49" charset="0"/>
                </a:rPr>
                <a:t>对象</a:t>
              </a:r>
              <a:r>
                <a:rPr lang="en-US" altLang="zh-CN" sz="2800" b="1" dirty="0">
                  <a:solidFill>
                    <a:srgbClr val="008000"/>
                  </a:solidFill>
                  <a:effectLst/>
                  <a:latin typeface="Consolas" panose="020B0609020204030204" pitchFamily="49" charset="0"/>
                </a:rPr>
                <a:t>10</a:t>
              </a:r>
              <a:endPara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76842210-6E84-5A69-E234-18234FB9DE5C}"/>
              </a:ext>
            </a:extLst>
          </p:cNvPr>
          <p:cNvSpPr txBox="1"/>
          <p:nvPr/>
        </p:nvSpPr>
        <p:spPr>
          <a:xfrm>
            <a:off x="5763864" y="4401417"/>
            <a:ext cx="6186398" cy="23391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n-US" altLang="zh-CN" sz="2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zh-CN" sz="2800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[1,2,3]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CN" sz="28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a</a:t>
            </a:r>
            <a:r>
              <a:rPr lang="zh-CN" altLang="en-US" sz="28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引用列表对象</a:t>
            </a:r>
            <a:endParaRPr lang="en-US" altLang="zh-CN" sz="2800" b="1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b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与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a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指向同一对象</a:t>
            </a:r>
            <a:endParaRPr lang="en-US" altLang="zh-CN" sz="2800" b="1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 algn="l"/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b.append</a:t>
            </a:r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修改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a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也会影响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b</a:t>
            </a: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print(b)       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输出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[1,2,3,4]</a:t>
            </a:r>
          </a:p>
        </p:txBody>
      </p:sp>
    </p:spTree>
    <p:extLst>
      <p:ext uri="{BB962C8B-B14F-4D97-AF65-F5344CB8AC3E}">
        <p14:creationId xmlns:p14="http://schemas.microsoft.com/office/powerpoint/2010/main" val="9654963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829CE-67EE-A9AB-D842-8C2811AB1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C118951-D4A5-20CD-F22A-F909B672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7" y="8526"/>
            <a:ext cx="104285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B7ACDF-1E1D-A97F-35E4-C48B20886982}"/>
              </a:ext>
            </a:extLst>
          </p:cNvPr>
          <p:cNvSpPr txBox="1"/>
          <p:nvPr/>
        </p:nvSpPr>
        <p:spPr>
          <a:xfrm>
            <a:off x="174171" y="846749"/>
            <a:ext cx="101548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可变对象与不可变对象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8D305C4-842E-F06A-EEE2-294456E6E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17886"/>
              </p:ext>
            </p:extLst>
          </p:nvPr>
        </p:nvGraphicFramePr>
        <p:xfrm>
          <a:off x="943427" y="2349865"/>
          <a:ext cx="10617200" cy="2475766"/>
        </p:xfrm>
        <a:graphic>
          <a:graphicData uri="http://schemas.openxmlformats.org/drawingml/2006/table">
            <a:tbl>
              <a:tblPr/>
              <a:tblGrid>
                <a:gridCol w="2289464">
                  <a:extLst>
                    <a:ext uri="{9D8B030D-6E8A-4147-A177-3AD203B41FA5}">
                      <a16:colId xmlns:a16="http://schemas.microsoft.com/office/drawing/2014/main" val="1900554652"/>
                    </a:ext>
                  </a:extLst>
                </a:gridCol>
                <a:gridCol w="2442194">
                  <a:extLst>
                    <a:ext uri="{9D8B030D-6E8A-4147-A177-3AD203B41FA5}">
                      <a16:colId xmlns:a16="http://schemas.microsoft.com/office/drawing/2014/main" val="2247705889"/>
                    </a:ext>
                  </a:extLst>
                </a:gridCol>
                <a:gridCol w="5885542">
                  <a:extLst>
                    <a:ext uri="{9D8B030D-6E8A-4147-A177-3AD203B41FA5}">
                      <a16:colId xmlns:a16="http://schemas.microsoft.com/office/drawing/2014/main" val="579228908"/>
                    </a:ext>
                  </a:extLst>
                </a:gridCol>
              </a:tblGrid>
              <a:tr h="55111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赋值特性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98481"/>
                  </a:ext>
                </a:extLst>
              </a:tr>
              <a:tr h="9938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list, </a:t>
                      </a:r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dict</a:t>
                      </a: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 set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修改时原地更新，所有引用同步变化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470928"/>
                  </a:ext>
                </a:extLst>
              </a:tr>
              <a:tr h="82581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不可变对象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int, str, tuple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修改时创建新对象，原引用不变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61659"/>
                  </a:ext>
                </a:extLst>
              </a:tr>
            </a:tbl>
          </a:graphicData>
        </a:graphic>
      </p:graphicFrame>
      <p:pic>
        <p:nvPicPr>
          <p:cNvPr id="11" name="Picture 10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C1A7862F-2B29-0E19-58B6-E78DC3649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09" y="5042181"/>
            <a:ext cx="4579171" cy="1347901"/>
          </a:xfrm>
          <a:prstGeom prst="rect">
            <a:avLst/>
          </a:prstGeom>
        </p:spPr>
      </p:pic>
      <p:pic>
        <p:nvPicPr>
          <p:cNvPr id="13" name="Picture 12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0222EE34-F09D-7027-0003-CE3BBCC3C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676" y="5042182"/>
            <a:ext cx="5936301" cy="13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6941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2BFBCA-9573-0586-F7F4-02CC91863D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0858056"/>
              </p:ext>
            </p:extLst>
          </p:nvPr>
        </p:nvGraphicFramePr>
        <p:xfrm>
          <a:off x="564349" y="3070742"/>
          <a:ext cx="10793462" cy="33714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8081">
                  <a:extLst>
                    <a:ext uri="{9D8B030D-6E8A-4147-A177-3AD203B41FA5}">
                      <a16:colId xmlns:a16="http://schemas.microsoft.com/office/drawing/2014/main" val="1043003000"/>
                    </a:ext>
                  </a:extLst>
                </a:gridCol>
                <a:gridCol w="1240262">
                  <a:extLst>
                    <a:ext uri="{9D8B030D-6E8A-4147-A177-3AD203B41FA5}">
                      <a16:colId xmlns:a16="http://schemas.microsoft.com/office/drawing/2014/main" val="1098686767"/>
                    </a:ext>
                  </a:extLst>
                </a:gridCol>
                <a:gridCol w="1334172">
                  <a:extLst>
                    <a:ext uri="{9D8B030D-6E8A-4147-A177-3AD203B41FA5}">
                      <a16:colId xmlns:a16="http://schemas.microsoft.com/office/drawing/2014/main" val="2521600211"/>
                    </a:ext>
                  </a:extLst>
                </a:gridCol>
                <a:gridCol w="1334172">
                  <a:extLst>
                    <a:ext uri="{9D8B030D-6E8A-4147-A177-3AD203B41FA5}">
                      <a16:colId xmlns:a16="http://schemas.microsoft.com/office/drawing/2014/main" val="3117822586"/>
                    </a:ext>
                  </a:extLst>
                </a:gridCol>
                <a:gridCol w="1190702">
                  <a:extLst>
                    <a:ext uri="{9D8B030D-6E8A-4147-A177-3AD203B41FA5}">
                      <a16:colId xmlns:a16="http://schemas.microsoft.com/office/drawing/2014/main" val="1742883527"/>
                    </a:ext>
                  </a:extLst>
                </a:gridCol>
                <a:gridCol w="1477640">
                  <a:extLst>
                    <a:ext uri="{9D8B030D-6E8A-4147-A177-3AD203B41FA5}">
                      <a16:colId xmlns:a16="http://schemas.microsoft.com/office/drawing/2014/main" val="2368683226"/>
                    </a:ext>
                  </a:extLst>
                </a:gridCol>
                <a:gridCol w="1407802">
                  <a:extLst>
                    <a:ext uri="{9D8B030D-6E8A-4147-A177-3AD203B41FA5}">
                      <a16:colId xmlns:a16="http://schemas.microsoft.com/office/drawing/2014/main" val="23541908"/>
                    </a:ext>
                  </a:extLst>
                </a:gridCol>
                <a:gridCol w="1380631">
                  <a:extLst>
                    <a:ext uri="{9D8B030D-6E8A-4147-A177-3AD203B41FA5}">
                      <a16:colId xmlns:a16="http://schemas.microsoft.com/office/drawing/2014/main" val="460495524"/>
                    </a:ext>
                  </a:extLst>
                </a:gridCol>
              </a:tblGrid>
              <a:tr h="486417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200" b="1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算术运算符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取模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dirty="0">
                          <a:solidFill>
                            <a:schemeClr val="bg2"/>
                          </a:solidFill>
                          <a:effectLst/>
                        </a:rPr>
                        <a:t>取整除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5590707"/>
                  </a:ext>
                </a:extLst>
              </a:tr>
              <a:tr h="474679">
                <a:tc vMerge="1">
                  <a:txBody>
                    <a:bodyPr/>
                    <a:lstStyle/>
                    <a:p>
                      <a:endParaRPr lang="en-CN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/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**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dirty="0">
                          <a:solidFill>
                            <a:schemeClr val="bg2"/>
                          </a:solidFill>
                          <a:effectLst/>
                        </a:rPr>
                        <a:t>//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3213"/>
                  </a:ext>
                </a:extLst>
              </a:tr>
              <a:tr h="476639"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CN" sz="2200" b="1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比较运算符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等于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不等于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小于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大于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小于等于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大于等于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en-CN" sz="2000" b="1" dirty="0">
                        <a:solidFill>
                          <a:schemeClr val="bg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111669"/>
                  </a:ext>
                </a:extLst>
              </a:tr>
              <a:tr h="476639">
                <a:tc vMerge="1">
                  <a:txBody>
                    <a:bodyPr/>
                    <a:lstStyle/>
                    <a:p>
                      <a:endParaRPr lang="en-CN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！</a:t>
                      </a:r>
                      <a:r>
                        <a:rPr lang="en-US" altLang="zh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&lt;=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&gt;=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en-CN" sz="2000" b="1" dirty="0">
                        <a:solidFill>
                          <a:schemeClr val="bg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076082"/>
                  </a:ext>
                </a:extLst>
              </a:tr>
              <a:tr h="676100">
                <a:tc>
                  <a:txBody>
                    <a:bodyPr/>
                    <a:lstStyle/>
                    <a:p>
                      <a:pPr algn="ctr"/>
                      <a:r>
                        <a:rPr lang="en-CN" sz="2200" b="1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逻辑运算符</a:t>
                      </a:r>
                    </a:p>
                  </a:txBody>
                  <a:tcPr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nd</a:t>
                      </a:r>
                      <a:r>
                        <a:rPr lang="zh-CN" alt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与</a:t>
                      </a:r>
                      <a:r>
                        <a:rPr lang="zh-CN" alt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r(或)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ot(非)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en-CN" sz="2000" b="1" dirty="0">
                        <a:solidFill>
                          <a:schemeClr val="bg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040626"/>
                  </a:ext>
                </a:extLst>
              </a:tr>
              <a:tr h="47663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CN" sz="2200" b="1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位运算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zh-CN" alt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（与）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｜（或）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b="1" kern="12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～（非）</a:t>
                      </a: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2000" b="1" kern="12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en-CN" sz="2000" b="1" dirty="0">
                        <a:solidFill>
                          <a:schemeClr val="bg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36043"/>
                  </a:ext>
                </a:extLst>
              </a:tr>
            </a:tbl>
          </a:graphicData>
        </a:graphic>
      </p:graphicFrame>
      <p:sp>
        <p:nvSpPr>
          <p:cNvPr id="2" name="文本框 7">
            <a:extLst>
              <a:ext uri="{FF2B5EF4-FFF2-40B4-BE49-F238E27FC236}">
                <a16:creationId xmlns:a16="http://schemas.microsoft.com/office/drawing/2014/main" id="{E67421A5-F4D3-85F6-4790-B2725F3418B5}"/>
              </a:ext>
            </a:extLst>
          </p:cNvPr>
          <p:cNvSpPr txBox="1"/>
          <p:nvPr/>
        </p:nvSpPr>
        <p:spPr>
          <a:xfrm>
            <a:off x="412124" y="89655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55420E-8943-4352-9AE5-5BF721103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12037775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</a:p>
        </p:txBody>
      </p:sp>
      <p:pic>
        <p:nvPicPr>
          <p:cNvPr id="7" name="Picture 6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7FD567E0-DDD9-BB2A-29C4-EA9A5DEBA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540" y="4102457"/>
            <a:ext cx="4016828" cy="16067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F043E7-806D-383D-FE81-C07896C99E2B}"/>
              </a:ext>
            </a:extLst>
          </p:cNvPr>
          <p:cNvSpPr txBox="1"/>
          <p:nvPr/>
        </p:nvSpPr>
        <p:spPr>
          <a:xfrm>
            <a:off x="290007" y="4634688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CDE0536-8EB6-A10C-4EE4-56706277832B}"/>
              </a:ext>
            </a:extLst>
          </p:cNvPr>
          <p:cNvSpPr txBox="1"/>
          <p:nvPr/>
        </p:nvSpPr>
        <p:spPr>
          <a:xfrm>
            <a:off x="412124" y="89655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graphicFrame>
        <p:nvGraphicFramePr>
          <p:cNvPr id="9" name="Table 1">
            <a:extLst>
              <a:ext uri="{FF2B5EF4-FFF2-40B4-BE49-F238E27FC236}">
                <a16:creationId xmlns:a16="http://schemas.microsoft.com/office/drawing/2014/main" id="{2702D41F-2DB7-C7A4-570B-4A5842D743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708794"/>
              </p:ext>
            </p:extLst>
          </p:nvPr>
        </p:nvGraphicFramePr>
        <p:xfrm>
          <a:off x="1929040" y="3077023"/>
          <a:ext cx="6045200" cy="365760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1284844550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60360526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3731756157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3702267183"/>
                    </a:ext>
                  </a:extLst>
                </a:gridCol>
              </a:tblGrid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63777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+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加法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 + 2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97606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减法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5 - 3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79014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乘法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 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108595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除法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3.333...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67538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整除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124482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取模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10 %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251116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幂运算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**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5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380824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D0F6-3099-B6BC-DCD1-60F0776EA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BDAF7BC-987F-5B89-1A7B-3768858F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69FDFF-6380-1BDB-6F1D-1D23348AA310}"/>
              </a:ext>
            </a:extLst>
          </p:cNvPr>
          <p:cNvSpPr txBox="1"/>
          <p:nvPr/>
        </p:nvSpPr>
        <p:spPr>
          <a:xfrm>
            <a:off x="290007" y="4587063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984BC78-07E8-62F3-AAB5-5E2B8AB81208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F6E9ECB6-91FE-B3CA-7963-3AD862242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881937"/>
              </p:ext>
            </p:extLst>
          </p:nvPr>
        </p:nvGraphicFramePr>
        <p:xfrm>
          <a:off x="1929040" y="3040483"/>
          <a:ext cx="6045200" cy="361638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373708207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70873351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043820404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034331548"/>
                    </a:ext>
                  </a:extLst>
                </a:gridCol>
              </a:tblGrid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052075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==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==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575112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!=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不等于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!=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668473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46667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648251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578532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981563"/>
                  </a:ext>
                </a:extLst>
              </a:tr>
            </a:tbl>
          </a:graphicData>
        </a:graphic>
      </p:graphicFrame>
      <p:pic>
        <p:nvPicPr>
          <p:cNvPr id="6" name="Picture 7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95FCB800-49F6-2B06-BBE4-3F5E119E6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27" y="4278909"/>
            <a:ext cx="3816978" cy="152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63752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37773-E5CC-1339-074C-CA79A9AB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4EF1E7-684D-964B-A381-A883C0767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F7EA9-D756-3F82-04ED-917BA97519A4}"/>
              </a:ext>
            </a:extLst>
          </p:cNvPr>
          <p:cNvSpPr txBox="1"/>
          <p:nvPr/>
        </p:nvSpPr>
        <p:spPr>
          <a:xfrm>
            <a:off x="-55823" y="4552823"/>
            <a:ext cx="18788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89071B-A380-DEDF-A3BF-1E6AE5CA6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005183"/>
              </p:ext>
            </p:extLst>
          </p:nvPr>
        </p:nvGraphicFramePr>
        <p:xfrm>
          <a:off x="1712686" y="3108842"/>
          <a:ext cx="5516789" cy="3504652"/>
        </p:xfrm>
        <a:graphic>
          <a:graphicData uri="http://schemas.openxmlformats.org/drawingml/2006/table">
            <a:tbl>
              <a:tblPr/>
              <a:tblGrid>
                <a:gridCol w="1182171">
                  <a:extLst>
                    <a:ext uri="{9D8B030D-6E8A-4147-A177-3AD203B41FA5}">
                      <a16:colId xmlns:a16="http://schemas.microsoft.com/office/drawing/2014/main" val="3950374018"/>
                    </a:ext>
                  </a:extLst>
                </a:gridCol>
                <a:gridCol w="1283860">
                  <a:extLst>
                    <a:ext uri="{9D8B030D-6E8A-4147-A177-3AD203B41FA5}">
                      <a16:colId xmlns:a16="http://schemas.microsoft.com/office/drawing/2014/main" val="2950506611"/>
                    </a:ext>
                  </a:extLst>
                </a:gridCol>
                <a:gridCol w="1671560">
                  <a:extLst>
                    <a:ext uri="{9D8B030D-6E8A-4147-A177-3AD203B41FA5}">
                      <a16:colId xmlns:a16="http://schemas.microsoft.com/office/drawing/2014/main" val="4224026267"/>
                    </a:ext>
                  </a:extLst>
                </a:gridCol>
                <a:gridCol w="1379198">
                  <a:extLst>
                    <a:ext uri="{9D8B030D-6E8A-4147-A177-3AD203B41FA5}">
                      <a16:colId xmlns:a16="http://schemas.microsoft.com/office/drawing/2014/main" val="1236266824"/>
                    </a:ext>
                  </a:extLst>
                </a:gridCol>
              </a:tblGrid>
              <a:tr h="8518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06586"/>
                  </a:ext>
                </a:extLst>
              </a:tr>
              <a:tr h="923994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and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 and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98812"/>
                  </a:ext>
                </a:extLst>
              </a:tr>
              <a:tr h="876876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or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586785"/>
                  </a:ext>
                </a:extLst>
              </a:tr>
              <a:tr h="85189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逻辑非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not 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846831"/>
                  </a:ext>
                </a:extLst>
              </a:tr>
            </a:tbl>
          </a:graphicData>
        </a:graphic>
      </p:graphicFrame>
      <p:pic>
        <p:nvPicPr>
          <p:cNvPr id="7" name="Picture 6" descr="A group of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410ADC27-A8FA-2E3E-9C6A-5A42BE8F7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706" y="4229005"/>
            <a:ext cx="4106649" cy="15496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8F2F97B-9AEA-D3D6-726B-026AFFC77E41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</p:spTree>
    <p:extLst>
      <p:ext uri="{BB962C8B-B14F-4D97-AF65-F5344CB8AC3E}">
        <p14:creationId xmlns:p14="http://schemas.microsoft.com/office/powerpoint/2010/main" val="2890079731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FA5E-E628-EE26-04BB-7E57FED58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8B30701-AD4D-6823-D328-DC1047C1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1" y="8526"/>
            <a:ext cx="104865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98076-590D-2107-40A8-BB49CF7C1410}"/>
              </a:ext>
            </a:extLst>
          </p:cNvPr>
          <p:cNvSpPr txBox="1"/>
          <p:nvPr/>
        </p:nvSpPr>
        <p:spPr>
          <a:xfrm>
            <a:off x="361950" y="3285550"/>
            <a:ext cx="11325225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是直接对整数在内存中的二进制位进行操作。</a:t>
            </a:r>
            <a:r>
              <a:rPr 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中的位运算符包括：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&amp;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（与）、｜（或）、～（非）等。</a:t>
            </a:r>
            <a:endParaRPr lang="en-US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  <p:pic>
        <p:nvPicPr>
          <p:cNvPr id="14" name="Picture 13" descr="A black background with green writing&#10;&#10;AI-generated content may be incorrect.">
            <a:extLst>
              <a:ext uri="{FF2B5EF4-FFF2-40B4-BE49-F238E27FC236}">
                <a16:creationId xmlns:a16="http://schemas.microsoft.com/office/drawing/2014/main" id="{693EC964-78C5-0417-1DDA-39FADE614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32" y="4832234"/>
            <a:ext cx="11742579" cy="162571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CEDC17E-5366-A420-5868-590D63645C62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</p:spTree>
    <p:extLst>
      <p:ext uri="{BB962C8B-B14F-4D97-AF65-F5344CB8AC3E}">
        <p14:creationId xmlns:p14="http://schemas.microsoft.com/office/powerpoint/2010/main" val="2789328484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2571" y="8526"/>
            <a:ext cx="1046480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变量命名、赋值与运算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137887" y="881630"/>
            <a:ext cx="1011556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课后思考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A98275-75F9-BBF3-2BC6-FAB8125C1A01}"/>
              </a:ext>
            </a:extLst>
          </p:cNvPr>
          <p:cNvSpPr txBox="1"/>
          <p:nvPr/>
        </p:nvSpPr>
        <p:spPr>
          <a:xfrm>
            <a:off x="395916" y="1799787"/>
            <a:ext cx="11135683" cy="172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变量名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first_name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和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哪个更符合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风格？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列举数据类型中的标量类型和容器类型。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5183986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178ED-7785-12BF-CDC3-544370541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6AF96AC-B685-944D-37C1-EFFA0B929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开发环境配置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A2B05A-8AF7-3882-AF42-4AA29E8A165A}"/>
              </a:ext>
            </a:extLst>
          </p:cNvPr>
          <p:cNvSpPr txBox="1"/>
          <p:nvPr/>
        </p:nvSpPr>
        <p:spPr>
          <a:xfrm>
            <a:off x="510073" y="797358"/>
            <a:ext cx="974337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实验一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B8F2C9-36A5-3F40-3AF1-C1459948991C}"/>
              </a:ext>
            </a:extLst>
          </p:cNvPr>
          <p:cNvSpPr txBox="1"/>
          <p:nvPr/>
        </p:nvSpPr>
        <p:spPr>
          <a:xfrm>
            <a:off x="583007" y="2028433"/>
            <a:ext cx="11273508" cy="2957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实验内容：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）</a:t>
            </a: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结合课程代码，创建不同数据类型变量。</a:t>
            </a:r>
            <a:endParaRPr lang="en-US" altLang="zh-CN" sz="26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）通过代码测试不同数据类型变量基本功能。</a:t>
            </a:r>
            <a:endParaRPr lang="en-US" altLang="zh-CN" sz="26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01C264E-CE29-C5F1-81AC-04BEA710D6A4}"/>
              </a:ext>
            </a:extLst>
          </p:cNvPr>
          <p:cNvSpPr txBox="1"/>
          <p:nvPr/>
        </p:nvSpPr>
        <p:spPr>
          <a:xfrm>
            <a:off x="939282" y="1566726"/>
            <a:ext cx="94447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</a:t>
            </a:r>
            <a:r>
              <a:rPr lang="zh-CN" altLang="zh-CN" sz="3200" b="1" u="sng" dirty="0">
                <a:solidFill>
                  <a:srgbClr val="FF0000"/>
                </a:solidFill>
                <a:latin typeface="+mn-ea"/>
                <a:ea typeface="+mn-ea"/>
              </a:rPr>
              <a:t>不同数据类型变量创建与功能测试</a:t>
            </a:r>
          </a:p>
        </p:txBody>
      </p:sp>
    </p:spTree>
    <p:extLst>
      <p:ext uri="{BB962C8B-B14F-4D97-AF65-F5344CB8AC3E}">
        <p14:creationId xmlns:p14="http://schemas.microsoft.com/office/powerpoint/2010/main" val="224898258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3DA35-2C79-01EE-37C2-704744D15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986975F-4CAC-F7CC-F06F-967D5EDB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开发环境配置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14B4A0-3ABE-5F54-EA0E-4B44FAEC4901}"/>
              </a:ext>
            </a:extLst>
          </p:cNvPr>
          <p:cNvSpPr txBox="1"/>
          <p:nvPr/>
        </p:nvSpPr>
        <p:spPr>
          <a:xfrm>
            <a:off x="510073" y="797358"/>
            <a:ext cx="974337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实验二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D34A6E-5AD5-5520-58C6-DAB1B93AB8AA}"/>
              </a:ext>
            </a:extLst>
          </p:cNvPr>
          <p:cNvSpPr txBox="1"/>
          <p:nvPr/>
        </p:nvSpPr>
        <p:spPr>
          <a:xfrm>
            <a:off x="583007" y="2182978"/>
            <a:ext cx="11273508" cy="2957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实验内容：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）结合课程代码，对不同数据类型变量进行对比；</a:t>
            </a:r>
            <a:endParaRPr lang="en-US" altLang="zh-CN" sz="26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zh-CN" sz="2600" dirty="0">
                <a:solidFill>
                  <a:srgbClr val="333333"/>
                </a:solidFill>
                <a:latin typeface="+mn-ea"/>
                <a:ea typeface="+mn-ea"/>
              </a:rPr>
              <a:t>）通过程序举例说明不同数据类型应用场景。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DF4ED-D374-8CA5-6E88-358CE221CF49}"/>
              </a:ext>
            </a:extLst>
          </p:cNvPr>
          <p:cNvSpPr txBox="1"/>
          <p:nvPr/>
        </p:nvSpPr>
        <p:spPr>
          <a:xfrm>
            <a:off x="939282" y="1631119"/>
            <a:ext cx="94447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题目：不同</a:t>
            </a:r>
            <a:r>
              <a:rPr lang="zh-CN" altLang="zh-CN" sz="3200" b="1" u="sng" dirty="0">
                <a:solidFill>
                  <a:srgbClr val="FF0000"/>
                </a:solidFill>
                <a:latin typeface="+mn-ea"/>
                <a:ea typeface="+mn-ea"/>
              </a:rPr>
              <a:t>数据类型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基本功能</a:t>
            </a:r>
            <a:r>
              <a:rPr lang="zh-CN" altLang="zh-CN" sz="3200" b="1" u="sng" dirty="0">
                <a:solidFill>
                  <a:srgbClr val="FF0000"/>
                </a:solidFill>
                <a:latin typeface="+mn-ea"/>
                <a:ea typeface="+mn-ea"/>
              </a:rPr>
              <a:t>对比及应用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示例</a:t>
            </a:r>
            <a:endParaRPr lang="zh-CN" altLang="zh-CN" sz="32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60250964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3094</TotalTime>
  <Words>2949</Words>
  <Application>Microsoft Office PowerPoint</Application>
  <PresentationFormat>宽屏</PresentationFormat>
  <Paragraphs>355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0" baseType="lpstr">
      <vt:lpstr>黑体</vt:lpstr>
      <vt:lpstr>宋体</vt:lpstr>
      <vt:lpstr>微软雅黑</vt:lpstr>
      <vt:lpstr>微软雅黑</vt:lpstr>
      <vt:lpstr>Arial</vt:lpstr>
      <vt:lpstr>Calibri</vt:lpstr>
      <vt:lpstr>Consolas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二、数据类型</vt:lpstr>
      <vt:lpstr>二、数据类型</vt:lpstr>
      <vt:lpstr>一、数据类型</vt:lpstr>
      <vt:lpstr>一、数据类型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PowerPoint 演示文稿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二、变量命名、赋值与运算</vt:lpstr>
      <vt:lpstr>三、Python开发环境配置</vt:lpstr>
      <vt:lpstr>三、Python开发环境配置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30</cp:revision>
  <dcterms:created xsi:type="dcterms:W3CDTF">2004-07-09T11:40:27Z</dcterms:created>
  <dcterms:modified xsi:type="dcterms:W3CDTF">2026-09-28T05:54:07Z</dcterms:modified>
</cp:coreProperties>
</file>