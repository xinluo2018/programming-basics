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10"/>
  </p:notesMasterIdLst>
  <p:handoutMasterIdLst>
    <p:handoutMasterId r:id="rId11"/>
  </p:handoutMasterIdLst>
  <p:sldIdLst>
    <p:sldId id="2708" r:id="rId3"/>
    <p:sldId id="2806" r:id="rId4"/>
    <p:sldId id="2807" r:id="rId5"/>
    <p:sldId id="2811" r:id="rId6"/>
    <p:sldId id="2808" r:id="rId7"/>
    <p:sldId id="2809" r:id="rId8"/>
    <p:sldId id="2810" r:id="rId9"/>
  </p:sldIdLst>
  <p:sldSz cx="12192000" cy="6858000"/>
  <p:notesSz cx="7099300" cy="10234613"/>
  <p:custDataLst>
    <p:tags r:id="rId12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3E8CC"/>
    <a:srgbClr val="7A81FF"/>
    <a:srgbClr val="00B050"/>
    <a:srgbClr val="FF00DF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DBCA2-3CE0-E54A-918F-19B36E319B0B}" v="30" dt="2025-05-30T07:31:28.373"/>
    <p1510:client id="{F033B463-D146-0D47-8F55-994EDE11A287}" v="46" dt="2025-05-29T15:25:29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4" autoAdjust="0"/>
    <p:restoredTop sz="84912"/>
  </p:normalViewPr>
  <p:slideViewPr>
    <p:cSldViewPr snapToGrid="0">
      <p:cViewPr varScale="1">
        <p:scale>
          <a:sx n="75" d="100"/>
          <a:sy n="75" d="100"/>
        </p:scale>
        <p:origin x="366" y="33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55" d="100"/>
        <a:sy n="15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2800F99A-8A54-2B47-A823-B15E42F1D981}"/>
    <pc:docChg chg="custSel delSld modSld">
      <pc:chgData name="Xin Luo" userId="82312ee5779919a4" providerId="LiveId" clId="{2800F99A-8A54-2B47-A823-B15E42F1D981}" dt="2025-05-08T15:37:54.066" v="192" actId="20577"/>
      <pc:docMkLst>
        <pc:docMk/>
      </pc:docMkLst>
      <pc:sldChg chg="delSp modSp mod">
        <pc:chgData name="Xin Luo" userId="82312ee5779919a4" providerId="LiveId" clId="{2800F99A-8A54-2B47-A823-B15E42F1D981}" dt="2025-05-08T15:36:56.172" v="86" actId="1035"/>
        <pc:sldMkLst>
          <pc:docMk/>
          <pc:sldMk cId="1576120367" sldId="2387"/>
        </pc:sldMkLst>
        <pc:spChg chg="mod">
          <ac:chgData name="Xin Luo" userId="82312ee5779919a4" providerId="LiveId" clId="{2800F99A-8A54-2B47-A823-B15E42F1D981}" dt="2025-05-08T15:36:45.371" v="48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2800F99A-8A54-2B47-A823-B15E42F1D981}" dt="2025-05-08T15:36:56.172" v="86" actId="1035"/>
          <ac:grpSpMkLst>
            <pc:docMk/>
            <pc:sldMk cId="1576120367" sldId="2387"/>
            <ac:grpSpMk id="3" creationId="{12ED16A1-79B8-7DB1-1CC1-250B051BAD58}"/>
          </ac:grpSpMkLst>
        </pc:grpChg>
      </pc:sldChg>
      <pc:sldChg chg="modSp mod">
        <pc:chgData name="Xin Luo" userId="82312ee5779919a4" providerId="LiveId" clId="{2800F99A-8A54-2B47-A823-B15E42F1D981}" dt="2025-05-08T15:37:14.888" v="125" actId="20577"/>
        <pc:sldMkLst>
          <pc:docMk/>
          <pc:sldMk cId="2415901206" sldId="2447"/>
        </pc:sldMkLst>
        <pc:spChg chg="mod">
          <ac:chgData name="Xin Luo" userId="82312ee5779919a4" providerId="LiveId" clId="{2800F99A-8A54-2B47-A823-B15E42F1D981}" dt="2025-05-08T15:37:14.888" v="125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2800F99A-8A54-2B47-A823-B15E42F1D981}" dt="2025-05-08T15:37:54.066" v="192" actId="20577"/>
        <pc:sldMkLst>
          <pc:docMk/>
          <pc:sldMk cId="481122590" sldId="2709"/>
        </pc:sldMkLst>
      </pc:sldChg>
      <pc:sldChg chg="del">
        <pc:chgData name="Xin Luo" userId="82312ee5779919a4" providerId="LiveId" clId="{2800F99A-8A54-2B47-A823-B15E42F1D981}" dt="2025-05-08T15:37:45.289" v="168" actId="2696"/>
        <pc:sldMkLst>
          <pc:docMk/>
          <pc:sldMk cId="972163772" sldId="2720"/>
        </pc:sldMkLst>
      </pc:sldChg>
      <pc:sldChg chg="delSp modSp mod">
        <pc:chgData name="Xin Luo" userId="82312ee5779919a4" providerId="LiveId" clId="{2800F99A-8A54-2B47-A823-B15E42F1D981}" dt="2025-05-08T15:37:38.667" v="164" actId="20577"/>
        <pc:sldMkLst>
          <pc:docMk/>
          <pc:sldMk cId="3053350483" sldId="2729"/>
        </pc:sldMkLst>
        <pc:spChg chg="mod">
          <ac:chgData name="Xin Luo" userId="82312ee5779919a4" providerId="LiveId" clId="{2800F99A-8A54-2B47-A823-B15E42F1D981}" dt="2025-05-08T15:37:27.788" v="128" actId="20577"/>
          <ac:spMkLst>
            <pc:docMk/>
            <pc:sldMk cId="3053350483" sldId="2729"/>
            <ac:spMk id="2" creationId="{631AADB6-C88A-D817-4683-FC087E4E240F}"/>
          </ac:spMkLst>
        </pc:spChg>
        <pc:spChg chg="mod">
          <ac:chgData name="Xin Luo" userId="82312ee5779919a4" providerId="LiveId" clId="{2800F99A-8A54-2B47-A823-B15E42F1D981}" dt="2025-05-08T15:37:38.667" v="164" actId="20577"/>
          <ac:spMkLst>
            <pc:docMk/>
            <pc:sldMk cId="3053350483" sldId="2729"/>
            <ac:spMk id="3" creationId="{00000000-0000-0000-0000-000000000000}"/>
          </ac:spMkLst>
        </pc:spChg>
      </pc:sldChg>
      <pc:sldChg chg="del">
        <pc:chgData name="Xin Luo" userId="82312ee5779919a4" providerId="LiveId" clId="{2800F99A-8A54-2B47-A823-B15E42F1D981}" dt="2025-05-08T15:37:43.655" v="166" actId="2696"/>
        <pc:sldMkLst>
          <pc:docMk/>
          <pc:sldMk cId="1201927867" sldId="2730"/>
        </pc:sldMkLst>
      </pc:sldChg>
      <pc:sldChg chg="del">
        <pc:chgData name="Xin Luo" userId="82312ee5779919a4" providerId="LiveId" clId="{2800F99A-8A54-2B47-A823-B15E42F1D981}" dt="2025-05-08T15:37:43.651" v="165" actId="2696"/>
        <pc:sldMkLst>
          <pc:docMk/>
          <pc:sldMk cId="3947651410" sldId="2767"/>
        </pc:sldMkLst>
      </pc:sldChg>
      <pc:sldChg chg="del">
        <pc:chgData name="Xin Luo" userId="82312ee5779919a4" providerId="LiveId" clId="{2800F99A-8A54-2B47-A823-B15E42F1D981}" dt="2025-05-08T15:37:43.656" v="167" actId="2696"/>
        <pc:sldMkLst>
          <pc:docMk/>
          <pc:sldMk cId="4149704501" sldId="2768"/>
        </pc:sldMkLst>
      </pc:sldChg>
    </pc:docChg>
  </pc:docChgLst>
  <pc:docChgLst>
    <pc:chgData name="Xin Luo" userId="82312ee5779919a4" providerId="LiveId" clId="{F033B463-D146-0D47-8F55-994EDE11A287}"/>
    <pc:docChg chg="undo custSel addSld delSld modSld sldOrd">
      <pc:chgData name="Xin Luo" userId="82312ee5779919a4" providerId="LiveId" clId="{F033B463-D146-0D47-8F55-994EDE11A287}" dt="2025-05-29T15:31:10.903" v="3296" actId="1076"/>
      <pc:docMkLst>
        <pc:docMk/>
      </pc:docMkLst>
      <pc:sldChg chg="addSp modSp mod">
        <pc:chgData name="Xin Luo" userId="82312ee5779919a4" providerId="LiveId" clId="{F033B463-D146-0D47-8F55-994EDE11A287}" dt="2025-05-26T15:14:58.315" v="114" actId="1035"/>
        <pc:sldMkLst>
          <pc:docMk/>
          <pc:sldMk cId="1576120367" sldId="2387"/>
        </pc:sldMkLst>
        <pc:spChg chg="mod">
          <ac:chgData name="Xin Luo" userId="82312ee5779919a4" providerId="LiveId" clId="{F033B463-D146-0D47-8F55-994EDE11A287}" dt="2025-05-26T15:14:49.109" v="90" actId="20577"/>
          <ac:spMkLst>
            <pc:docMk/>
            <pc:sldMk cId="1576120367" sldId="2387"/>
            <ac:spMk id="4" creationId="{FB7AC51F-3C99-FAEF-7FBB-CAD305E106A2}"/>
          </ac:spMkLst>
        </pc:spChg>
        <pc:spChg chg="mod">
          <ac:chgData name="Xin Luo" userId="82312ee5779919a4" providerId="LiveId" clId="{F033B463-D146-0D47-8F55-994EDE11A287}" dt="2025-05-26T15:14:53.716" v="97" actId="20577"/>
          <ac:spMkLst>
            <pc:docMk/>
            <pc:sldMk cId="1576120367" sldId="2387"/>
            <ac:spMk id="5" creationId="{794DEF3C-2646-CADB-6DF3-8814E8E63B4C}"/>
          </ac:spMkLst>
        </pc:spChg>
        <pc:spChg chg="mod">
          <ac:chgData name="Xin Luo" userId="82312ee5779919a4" providerId="LiveId" clId="{F033B463-D146-0D47-8F55-994EDE11A287}" dt="2025-05-26T15:14:40.423" v="83" actId="20577"/>
          <ac:spMkLst>
            <pc:docMk/>
            <pc:sldMk cId="1576120367" sldId="2387"/>
            <ac:spMk id="9" creationId="{DC55642D-BE0F-C66A-D406-AEEB56A4EB02}"/>
          </ac:spMkLst>
        </pc:spChg>
        <pc:spChg chg="mod">
          <ac:chgData name="Xin Luo" userId="82312ee5779919a4" providerId="LiveId" clId="{F033B463-D146-0D47-8F55-994EDE11A287}" dt="2025-05-26T15:14:31.995" v="65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F033B463-D146-0D47-8F55-994EDE11A287}" dt="2025-05-26T15:14:58.315" v="114" actId="1035"/>
          <ac:grpSpMkLst>
            <pc:docMk/>
            <pc:sldMk cId="1576120367" sldId="2387"/>
            <ac:grpSpMk id="2" creationId="{C26A368B-FD4B-9BDF-C3A4-849A0B7B0F9B}"/>
          </ac:grpSpMkLst>
        </pc:grpChg>
        <pc:grpChg chg="mod">
          <ac:chgData name="Xin Luo" userId="82312ee5779919a4" providerId="LiveId" clId="{F033B463-D146-0D47-8F55-994EDE11A287}" dt="2025-05-26T15:14:58.315" v="114" actId="1035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F033B463-D146-0D47-8F55-994EDE11A287}" dt="2025-05-26T15:14:58.315" v="114" actId="1035"/>
          <ac:grpSpMkLst>
            <pc:docMk/>
            <pc:sldMk cId="1576120367" sldId="2387"/>
            <ac:grpSpMk id="7" creationId="{CAD3754E-1D10-E79E-9F70-D3338A6F2938}"/>
          </ac:grpSpMkLst>
        </pc:grpChg>
      </pc:sldChg>
      <pc:sldChg chg="modSp mod">
        <pc:chgData name="Xin Luo" userId="82312ee5779919a4" providerId="LiveId" clId="{F033B463-D146-0D47-8F55-994EDE11A287}" dt="2025-05-26T15:15:06.696" v="126" actId="20577"/>
        <pc:sldMkLst>
          <pc:docMk/>
          <pc:sldMk cId="2415901206" sldId="2447"/>
        </pc:sldMkLst>
        <pc:spChg chg="mod">
          <ac:chgData name="Xin Luo" userId="82312ee5779919a4" providerId="LiveId" clId="{F033B463-D146-0D47-8F55-994EDE11A287}" dt="2025-05-26T15:15:06.696" v="126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F033B463-D146-0D47-8F55-994EDE11A287}" dt="2025-05-26T14:34:11.831" v="17" actId="20577"/>
        <pc:sldMkLst>
          <pc:docMk/>
          <pc:sldMk cId="1658607177" sldId="2708"/>
        </pc:sldMkLst>
        <pc:spChg chg="mod">
          <ac:chgData name="Xin Luo" userId="82312ee5779919a4" providerId="LiveId" clId="{F033B463-D146-0D47-8F55-994EDE11A287}" dt="2025-05-26T14:34:11.831" v="17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F033B463-D146-0D47-8F55-994EDE11A287}" dt="2025-05-28T15:08:37.806" v="1462" actId="20577"/>
        <pc:sldMkLst>
          <pc:docMk/>
          <pc:sldMk cId="3053350483" sldId="2729"/>
        </pc:sldMkLst>
        <pc:spChg chg="mod">
          <ac:chgData name="Xin Luo" userId="82312ee5779919a4" providerId="LiveId" clId="{F033B463-D146-0D47-8F55-994EDE11A287}" dt="2025-05-28T15:08:37.806" v="1462" actId="20577"/>
          <ac:spMkLst>
            <pc:docMk/>
            <pc:sldMk cId="3053350483" sldId="2729"/>
            <ac:spMk id="2" creationId="{631AADB6-C88A-D817-4683-FC087E4E240F}"/>
          </ac:spMkLst>
        </pc:spChg>
        <pc:spChg chg="mod">
          <ac:chgData name="Xin Luo" userId="82312ee5779919a4" providerId="LiveId" clId="{F033B463-D146-0D47-8F55-994EDE11A287}" dt="2025-05-26T15:15:14.511" v="146" actId="20577"/>
          <ac:spMkLst>
            <pc:docMk/>
            <pc:sldMk cId="3053350483" sldId="2729"/>
            <ac:spMk id="3" creationId="{00000000-0000-0000-0000-000000000000}"/>
          </ac:spMkLst>
        </pc:spChg>
        <pc:picChg chg="add mod">
          <ac:chgData name="Xin Luo" userId="82312ee5779919a4" providerId="LiveId" clId="{F033B463-D146-0D47-8F55-994EDE11A287}" dt="2025-05-28T15:01:48.860" v="1444" actId="1076"/>
          <ac:picMkLst>
            <pc:docMk/>
            <pc:sldMk cId="3053350483" sldId="2729"/>
            <ac:picMk id="5" creationId="{D50D0ACB-F0B9-4092-83AE-E710C9173063}"/>
          </ac:picMkLst>
        </pc:picChg>
      </pc:sldChg>
      <pc:sldChg chg="del">
        <pc:chgData name="Xin Luo" userId="82312ee5779919a4" providerId="LiveId" clId="{F033B463-D146-0D47-8F55-994EDE11A287}" dt="2025-05-26T14:34:28.330" v="28" actId="2696"/>
        <pc:sldMkLst>
          <pc:docMk/>
          <pc:sldMk cId="402523077" sldId="2765"/>
        </pc:sldMkLst>
      </pc:sldChg>
      <pc:sldChg chg="del">
        <pc:chgData name="Xin Luo" userId="82312ee5779919a4" providerId="LiveId" clId="{F033B463-D146-0D47-8F55-994EDE11A287}" dt="2025-05-26T14:34:28.329" v="27" actId="2696"/>
        <pc:sldMkLst>
          <pc:docMk/>
          <pc:sldMk cId="2783263808" sldId="2766"/>
        </pc:sldMkLst>
      </pc:sldChg>
      <pc:sldChg chg="del">
        <pc:chgData name="Xin Luo" userId="82312ee5779919a4" providerId="LiveId" clId="{F033B463-D146-0D47-8F55-994EDE11A287}" dt="2025-05-26T14:34:24.203" v="23" actId="2696"/>
        <pc:sldMkLst>
          <pc:docMk/>
          <pc:sldMk cId="237633983" sldId="2771"/>
        </pc:sldMkLst>
      </pc:sldChg>
      <pc:sldChg chg="modSp mod ord">
        <pc:chgData name="Xin Luo" userId="82312ee5779919a4" providerId="LiveId" clId="{F033B463-D146-0D47-8F55-994EDE11A287}" dt="2025-05-26T15:24:04.287" v="588" actId="20577"/>
        <pc:sldMkLst>
          <pc:docMk/>
          <pc:sldMk cId="509658219" sldId="2772"/>
        </pc:sldMkLst>
        <pc:spChg chg="mod">
          <ac:chgData name="Xin Luo" userId="82312ee5779919a4" providerId="LiveId" clId="{F033B463-D146-0D47-8F55-994EDE11A287}" dt="2025-05-26T15:24:04.287" v="588" actId="20577"/>
          <ac:spMkLst>
            <pc:docMk/>
            <pc:sldMk cId="509658219" sldId="2772"/>
            <ac:spMk id="7" creationId="{4AB04143-9F32-6D14-35CC-1C7DD08763FB}"/>
          </ac:spMkLst>
        </pc:spChg>
      </pc:sldChg>
      <pc:sldChg chg="del">
        <pc:chgData name="Xin Luo" userId="82312ee5779919a4" providerId="LiveId" clId="{F033B463-D146-0D47-8F55-994EDE11A287}" dt="2025-05-26T14:34:28.327" v="26" actId="2696"/>
        <pc:sldMkLst>
          <pc:docMk/>
          <pc:sldMk cId="2354108090" sldId="2774"/>
        </pc:sldMkLst>
      </pc:sldChg>
      <pc:sldChg chg="del">
        <pc:chgData name="Xin Luo" userId="82312ee5779919a4" providerId="LiveId" clId="{F033B463-D146-0D47-8F55-994EDE11A287}" dt="2025-05-26T15:17:23.874" v="332" actId="2696"/>
        <pc:sldMkLst>
          <pc:docMk/>
          <pc:sldMk cId="3114578072" sldId="2775"/>
        </pc:sldMkLst>
      </pc:sldChg>
      <pc:sldChg chg="del">
        <pc:chgData name="Xin Luo" userId="82312ee5779919a4" providerId="LiveId" clId="{F033B463-D146-0D47-8F55-994EDE11A287}" dt="2025-05-26T14:34:24.205" v="24" actId="2696"/>
        <pc:sldMkLst>
          <pc:docMk/>
          <pc:sldMk cId="609575857" sldId="2776"/>
        </pc:sldMkLst>
      </pc:sldChg>
      <pc:sldChg chg="addSp delSp modSp mod">
        <pc:chgData name="Xin Luo" userId="82312ee5779919a4" providerId="LiveId" clId="{F033B463-D146-0D47-8F55-994EDE11A287}" dt="2025-05-29T02:00:13.713" v="2771" actId="21"/>
        <pc:sldMkLst>
          <pc:docMk/>
          <pc:sldMk cId="1038133134" sldId="2777"/>
        </pc:sldMkLst>
        <pc:spChg chg="mod">
          <ac:chgData name="Xin Luo" userId="82312ee5779919a4" providerId="LiveId" clId="{F033B463-D146-0D47-8F55-994EDE11A287}" dt="2025-05-29T02:00:13.713" v="2771" actId="21"/>
          <ac:spMkLst>
            <pc:docMk/>
            <pc:sldMk cId="1038133134" sldId="2777"/>
            <ac:spMk id="2" creationId="{E9FAC99F-6B29-9C88-02EA-1CD91E71261F}"/>
          </ac:spMkLst>
        </pc:spChg>
        <pc:spChg chg="mod">
          <ac:chgData name="Xin Luo" userId="82312ee5779919a4" providerId="LiveId" clId="{F033B463-D146-0D47-8F55-994EDE11A287}" dt="2025-05-26T15:36:14.449" v="703" actId="20577"/>
          <ac:spMkLst>
            <pc:docMk/>
            <pc:sldMk cId="1038133134" sldId="2777"/>
            <ac:spMk id="3" creationId="{F6277FF8-4606-0EC7-2B1A-573FD2EE8C0C}"/>
          </ac:spMkLst>
        </pc:spChg>
        <pc:spChg chg="add mod">
          <ac:chgData name="Xin Luo" userId="82312ee5779919a4" providerId="LiveId" clId="{F033B463-D146-0D47-8F55-994EDE11A287}" dt="2025-05-29T01:56:45.181" v="2716" actId="1036"/>
          <ac:spMkLst>
            <pc:docMk/>
            <pc:sldMk cId="1038133134" sldId="2777"/>
            <ac:spMk id="6" creationId="{A9380457-3DBE-DD9B-C983-CBFC53CF6CC1}"/>
          </ac:spMkLst>
        </pc:spChg>
        <pc:spChg chg="add mod">
          <ac:chgData name="Xin Luo" userId="82312ee5779919a4" providerId="LiveId" clId="{F033B463-D146-0D47-8F55-994EDE11A287}" dt="2025-05-29T01:56:40.665" v="2710" actId="1036"/>
          <ac:spMkLst>
            <pc:docMk/>
            <pc:sldMk cId="1038133134" sldId="2777"/>
            <ac:spMk id="8" creationId="{9EE610DE-BB47-A30C-4DD9-9E9C1DDA0CF9}"/>
          </ac:spMkLst>
        </pc:spChg>
        <pc:picChg chg="add mod">
          <ac:chgData name="Xin Luo" userId="82312ee5779919a4" providerId="LiveId" clId="{F033B463-D146-0D47-8F55-994EDE11A287}" dt="2025-05-29T01:56:40.665" v="2710" actId="1036"/>
          <ac:picMkLst>
            <pc:docMk/>
            <pc:sldMk cId="1038133134" sldId="2777"/>
            <ac:picMk id="5" creationId="{BCC9628A-D6A3-4474-F2E6-59F3452AD5F3}"/>
          </ac:picMkLst>
        </pc:picChg>
      </pc:sldChg>
      <pc:sldChg chg="del">
        <pc:chgData name="Xin Luo" userId="82312ee5779919a4" providerId="LiveId" clId="{F033B463-D146-0D47-8F55-994EDE11A287}" dt="2025-05-26T14:34:19.085" v="21" actId="2696"/>
        <pc:sldMkLst>
          <pc:docMk/>
          <pc:sldMk cId="565877602" sldId="2778"/>
        </pc:sldMkLst>
      </pc:sldChg>
      <pc:sldChg chg="del">
        <pc:chgData name="Xin Luo" userId="82312ee5779919a4" providerId="LiveId" clId="{F033B463-D146-0D47-8F55-994EDE11A287}" dt="2025-05-26T14:34:19.083" v="18" actId="2696"/>
        <pc:sldMkLst>
          <pc:docMk/>
          <pc:sldMk cId="1437556396" sldId="2779"/>
        </pc:sldMkLst>
      </pc:sldChg>
      <pc:sldChg chg="del">
        <pc:chgData name="Xin Luo" userId="82312ee5779919a4" providerId="LiveId" clId="{F033B463-D146-0D47-8F55-994EDE11A287}" dt="2025-05-26T14:34:24.206" v="25" actId="2696"/>
        <pc:sldMkLst>
          <pc:docMk/>
          <pc:sldMk cId="887088617" sldId="2780"/>
        </pc:sldMkLst>
      </pc:sldChg>
      <pc:sldChg chg="del">
        <pc:chgData name="Xin Luo" userId="82312ee5779919a4" providerId="LiveId" clId="{F033B463-D146-0D47-8F55-994EDE11A287}" dt="2025-05-26T14:34:24.200" v="22" actId="2696"/>
        <pc:sldMkLst>
          <pc:docMk/>
          <pc:sldMk cId="1421971610" sldId="2781"/>
        </pc:sldMkLst>
      </pc:sldChg>
      <pc:sldChg chg="addSp delSp modSp mod">
        <pc:chgData name="Xin Luo" userId="82312ee5779919a4" providerId="LiveId" clId="{F033B463-D146-0D47-8F55-994EDE11A287}" dt="2025-05-29T15:31:10.903" v="3296" actId="1076"/>
        <pc:sldMkLst>
          <pc:docMk/>
          <pc:sldMk cId="3685202054" sldId="2782"/>
        </pc:sldMkLst>
        <pc:spChg chg="add del mod">
          <ac:chgData name="Xin Luo" userId="82312ee5779919a4" providerId="LiveId" clId="{F033B463-D146-0D47-8F55-994EDE11A287}" dt="2025-05-29T15:08:31.172" v="3270" actId="403"/>
          <ac:spMkLst>
            <pc:docMk/>
            <pc:sldMk cId="3685202054" sldId="2782"/>
            <ac:spMk id="2" creationId="{FF19DC1F-E08A-9BC3-462D-AF15495009A4}"/>
          </ac:spMkLst>
        </pc:spChg>
        <pc:spChg chg="add mod">
          <ac:chgData name="Xin Luo" userId="82312ee5779919a4" providerId="LiveId" clId="{F033B463-D146-0D47-8F55-994EDE11A287}" dt="2025-05-29T15:08:36.785" v="3271" actId="1076"/>
          <ac:spMkLst>
            <pc:docMk/>
            <pc:sldMk cId="3685202054" sldId="2782"/>
            <ac:spMk id="4" creationId="{054E6183-0207-9EA9-78AB-F03C7BF07151}"/>
          </ac:spMkLst>
        </pc:spChg>
        <pc:spChg chg="del mod">
          <ac:chgData name="Xin Luo" userId="82312ee5779919a4" providerId="LiveId" clId="{F033B463-D146-0D47-8F55-994EDE11A287}" dt="2025-05-29T15:08:14.354" v="3257"/>
          <ac:spMkLst>
            <pc:docMk/>
            <pc:sldMk cId="3685202054" sldId="2782"/>
            <ac:spMk id="17" creationId="{FA69F8FF-6AFC-5736-6D4D-D1E93D670F0D}"/>
          </ac:spMkLst>
        </pc:spChg>
        <pc:graphicFrameChg chg="add mod modGraphic">
          <ac:chgData name="Xin Luo" userId="82312ee5779919a4" providerId="LiveId" clId="{F033B463-D146-0D47-8F55-994EDE11A287}" dt="2025-05-29T15:31:10.903" v="3296" actId="1076"/>
          <ac:graphicFrameMkLst>
            <pc:docMk/>
            <pc:sldMk cId="3685202054" sldId="2782"/>
            <ac:graphicFrameMk id="5" creationId="{3A0D0046-271B-CD08-8D1B-00435F66F954}"/>
          </ac:graphicFrameMkLst>
        </pc:graphicFrameChg>
        <pc:picChg chg="add del mod">
          <ac:chgData name="Xin Luo" userId="82312ee5779919a4" providerId="LiveId" clId="{F033B463-D146-0D47-8F55-994EDE11A287}" dt="2025-05-29T15:25:51.796" v="3290" actId="478"/>
          <ac:picMkLst>
            <pc:docMk/>
            <pc:sldMk cId="3685202054" sldId="2782"/>
            <ac:picMk id="7" creationId="{0EAE4796-7113-1B3A-F14C-D531ACAC54AF}"/>
          </ac:picMkLst>
        </pc:picChg>
      </pc:sldChg>
      <pc:sldChg chg="modSp add mod ord modNotesTx">
        <pc:chgData name="Xin Luo" userId="82312ee5779919a4" providerId="LiveId" clId="{F033B463-D146-0D47-8F55-994EDE11A287}" dt="2025-05-29T01:51:02.686" v="2435" actId="20578"/>
        <pc:sldMkLst>
          <pc:docMk/>
          <pc:sldMk cId="534427510" sldId="2783"/>
        </pc:sldMkLst>
        <pc:spChg chg="mod">
          <ac:chgData name="Xin Luo" userId="82312ee5779919a4" providerId="LiveId" clId="{F033B463-D146-0D47-8F55-994EDE11A287}" dt="2025-05-28T15:34:42.500" v="1794" actId="108"/>
          <ac:spMkLst>
            <pc:docMk/>
            <pc:sldMk cId="534427510" sldId="2783"/>
            <ac:spMk id="2" creationId="{B33C09FE-32C7-CDAD-B337-2336064B4B7A}"/>
          </ac:spMkLst>
        </pc:spChg>
      </pc:sldChg>
      <pc:sldChg chg="del">
        <pc:chgData name="Xin Luo" userId="82312ee5779919a4" providerId="LiveId" clId="{F033B463-D146-0D47-8F55-994EDE11A287}" dt="2025-05-26T14:34:19.084" v="20" actId="2696"/>
        <pc:sldMkLst>
          <pc:docMk/>
          <pc:sldMk cId="3950804864" sldId="2783"/>
        </pc:sldMkLst>
      </pc:sldChg>
      <pc:sldChg chg="addSp modSp add mod modNotesTx">
        <pc:chgData name="Xin Luo" userId="82312ee5779919a4" providerId="LiveId" clId="{F033B463-D146-0D47-8F55-994EDE11A287}" dt="2025-05-27T15:17:55.407" v="715" actId="20577"/>
        <pc:sldMkLst>
          <pc:docMk/>
          <pc:sldMk cId="144882198" sldId="2784"/>
        </pc:sldMkLst>
        <pc:spChg chg="mod">
          <ac:chgData name="Xin Luo" userId="82312ee5779919a4" providerId="LiveId" clId="{F033B463-D146-0D47-8F55-994EDE11A287}" dt="2025-05-26T15:25:34.127" v="629" actId="20577"/>
          <ac:spMkLst>
            <pc:docMk/>
            <pc:sldMk cId="144882198" sldId="2784"/>
            <ac:spMk id="2" creationId="{F5B37EF0-8CAB-CD5D-D1CE-213C4FFCDAEC}"/>
          </ac:spMkLst>
        </pc:spChg>
      </pc:sldChg>
      <pc:sldChg chg="del">
        <pc:chgData name="Xin Luo" userId="82312ee5779919a4" providerId="LiveId" clId="{F033B463-D146-0D47-8F55-994EDE11A287}" dt="2025-05-26T14:34:19.084" v="19" actId="2696"/>
        <pc:sldMkLst>
          <pc:docMk/>
          <pc:sldMk cId="1837514754" sldId="2784"/>
        </pc:sldMkLst>
      </pc:sldChg>
      <pc:sldChg chg="modSp add mod">
        <pc:chgData name="Xin Luo" userId="82312ee5779919a4" providerId="LiveId" clId="{F033B463-D146-0D47-8F55-994EDE11A287}" dt="2025-05-26T15:35:22.684" v="641" actId="20577"/>
        <pc:sldMkLst>
          <pc:docMk/>
          <pc:sldMk cId="2358812282" sldId="2785"/>
        </pc:sldMkLst>
        <pc:spChg chg="mod">
          <ac:chgData name="Xin Luo" userId="82312ee5779919a4" providerId="LiveId" clId="{F033B463-D146-0D47-8F55-994EDE11A287}" dt="2025-05-26T15:35:22.684" v="641" actId="20577"/>
          <ac:spMkLst>
            <pc:docMk/>
            <pc:sldMk cId="2358812282" sldId="2785"/>
            <ac:spMk id="7" creationId="{078A7C9C-DCFD-9EEB-ACDE-67F78FC8C501}"/>
          </ac:spMkLst>
        </pc:spChg>
      </pc:sldChg>
      <pc:sldChg chg="modSp add mod">
        <pc:chgData name="Xin Luo" userId="82312ee5779919a4" providerId="LiveId" clId="{F033B463-D146-0D47-8F55-994EDE11A287}" dt="2025-05-27T15:26:03.888" v="864" actId="20577"/>
        <pc:sldMkLst>
          <pc:docMk/>
          <pc:sldMk cId="987532325" sldId="2786"/>
        </pc:sldMkLst>
      </pc:sldChg>
      <pc:sldChg chg="addSp delSp modSp mod ord">
        <pc:chgData name="Xin Luo" userId="82312ee5779919a4" providerId="LiveId" clId="{F033B463-D146-0D47-8F55-994EDE11A287}" dt="2025-05-29T01:51:07.118" v="2436" actId="20578"/>
        <pc:sldMkLst>
          <pc:docMk/>
          <pc:sldMk cId="879334596" sldId="2787"/>
        </pc:sldMkLst>
        <pc:spChg chg="add del mod">
          <ac:chgData name="Xin Luo" userId="82312ee5779919a4" providerId="LiveId" clId="{F033B463-D146-0D47-8F55-994EDE11A287}" dt="2025-05-28T14:50:58.951" v="931" actId="255"/>
          <ac:spMkLst>
            <pc:docMk/>
            <pc:sldMk cId="879334596" sldId="2787"/>
            <ac:spMk id="2" creationId="{4C5B8BDA-E2F2-7B45-168A-5933EB3ED4BA}"/>
          </ac:spMkLst>
        </pc:spChg>
      </pc:sldChg>
      <pc:sldChg chg="delSp modSp mod">
        <pc:chgData name="Xin Luo" userId="82312ee5779919a4" providerId="LiveId" clId="{F033B463-D146-0D47-8F55-994EDE11A287}" dt="2025-05-29T01:53:17.410" v="2629" actId="113"/>
        <pc:sldMkLst>
          <pc:docMk/>
          <pc:sldMk cId="748716940" sldId="2788"/>
        </pc:sldMkLst>
        <pc:spChg chg="mod">
          <ac:chgData name="Xin Luo" userId="82312ee5779919a4" providerId="LiveId" clId="{F033B463-D146-0D47-8F55-994EDE11A287}" dt="2025-05-29T01:53:17.410" v="2629" actId="113"/>
          <ac:spMkLst>
            <pc:docMk/>
            <pc:sldMk cId="748716940" sldId="2788"/>
            <ac:spMk id="2" creationId="{B0DDE708-88C7-DB12-590B-94A7753CB176}"/>
          </ac:spMkLst>
        </pc:spChg>
        <pc:picChg chg="del">
          <ac:chgData name="Xin Luo" userId="82312ee5779919a4" providerId="LiveId" clId="{F033B463-D146-0D47-8F55-994EDE11A287}" dt="2025-05-29T01:51:50.945" v="2471" actId="478"/>
          <ac:picMkLst>
            <pc:docMk/>
            <pc:sldMk cId="748716940" sldId="2788"/>
            <ac:picMk id="5" creationId="{B6B54044-4C5F-D703-FF0C-6F6684C0625F}"/>
          </ac:picMkLst>
        </pc:picChg>
      </pc:sldChg>
      <pc:sldChg chg="modSp add mod">
        <pc:chgData name="Xin Luo" userId="82312ee5779919a4" providerId="LiveId" clId="{F033B463-D146-0D47-8F55-994EDE11A287}" dt="2025-05-28T15:12:29.371" v="1465" actId="20577"/>
        <pc:sldMkLst>
          <pc:docMk/>
          <pc:sldMk cId="958307626" sldId="2789"/>
        </pc:sldMkLst>
        <pc:spChg chg="mod">
          <ac:chgData name="Xin Luo" userId="82312ee5779919a4" providerId="LiveId" clId="{F033B463-D146-0D47-8F55-994EDE11A287}" dt="2025-05-28T15:12:29.371" v="1465" actId="20577"/>
          <ac:spMkLst>
            <pc:docMk/>
            <pc:sldMk cId="958307626" sldId="2789"/>
            <ac:spMk id="2" creationId="{BD936FC2-847C-8218-3979-819991C1E525}"/>
          </ac:spMkLst>
        </pc:spChg>
      </pc:sldChg>
      <pc:sldChg chg="modSp add mod">
        <pc:chgData name="Xin Luo" userId="82312ee5779919a4" providerId="LiveId" clId="{F033B463-D146-0D47-8F55-994EDE11A287}" dt="2025-05-29T01:50:16.257" v="2434" actId="108"/>
        <pc:sldMkLst>
          <pc:docMk/>
          <pc:sldMk cId="1388434959" sldId="2790"/>
        </pc:sldMkLst>
        <pc:spChg chg="mod">
          <ac:chgData name="Xin Luo" userId="82312ee5779919a4" providerId="LiveId" clId="{F033B463-D146-0D47-8F55-994EDE11A287}" dt="2025-05-29T01:50:16.257" v="2434" actId="108"/>
          <ac:spMkLst>
            <pc:docMk/>
            <pc:sldMk cId="1388434959" sldId="2790"/>
            <ac:spMk id="2" creationId="{9D36C4CB-A8FD-6149-9C91-AFA1DB2B631F}"/>
          </ac:spMkLst>
        </pc:spChg>
      </pc:sldChg>
      <pc:sldChg chg="addSp delSp modSp add mod">
        <pc:chgData name="Xin Luo" userId="82312ee5779919a4" providerId="LiveId" clId="{F033B463-D146-0D47-8F55-994EDE11A287}" dt="2025-05-28T15:42:43.014" v="2192" actId="478"/>
        <pc:sldMkLst>
          <pc:docMk/>
          <pc:sldMk cId="2577494124" sldId="2791"/>
        </pc:sldMkLst>
        <pc:spChg chg="mod">
          <ac:chgData name="Xin Luo" userId="82312ee5779919a4" providerId="LiveId" clId="{F033B463-D146-0D47-8F55-994EDE11A287}" dt="2025-05-28T15:42:06.806" v="2190" actId="1076"/>
          <ac:spMkLst>
            <pc:docMk/>
            <pc:sldMk cId="2577494124" sldId="2791"/>
            <ac:spMk id="2" creationId="{30DD7099-DDDB-CA1A-5EDA-2D0DB14484FF}"/>
          </ac:spMkLst>
        </pc:spChg>
      </pc:sldChg>
      <pc:sldChg chg="addSp modSp add mod">
        <pc:chgData name="Xin Luo" userId="82312ee5779919a4" providerId="LiveId" clId="{F033B463-D146-0D47-8F55-994EDE11A287}" dt="2025-05-29T01:54:48.594" v="2654" actId="1076"/>
        <pc:sldMkLst>
          <pc:docMk/>
          <pc:sldMk cId="3745031481" sldId="2792"/>
        </pc:sldMkLst>
        <pc:spChg chg="mod">
          <ac:chgData name="Xin Luo" userId="82312ee5779919a4" providerId="LiveId" clId="{F033B463-D146-0D47-8F55-994EDE11A287}" dt="2025-05-29T01:54:17.311" v="2648" actId="20577"/>
          <ac:spMkLst>
            <pc:docMk/>
            <pc:sldMk cId="3745031481" sldId="2792"/>
            <ac:spMk id="2" creationId="{FB6FE1B5-6BCF-FDED-8313-0493CF45F3B4}"/>
          </ac:spMkLst>
        </pc:spChg>
        <pc:picChg chg="add mod">
          <ac:chgData name="Xin Luo" userId="82312ee5779919a4" providerId="LiveId" clId="{F033B463-D146-0D47-8F55-994EDE11A287}" dt="2025-05-29T01:54:48.594" v="2654" actId="1076"/>
          <ac:picMkLst>
            <pc:docMk/>
            <pc:sldMk cId="3745031481" sldId="2792"/>
            <ac:picMk id="5" creationId="{F42770DC-68E0-E1BD-D0C5-4AAD5EAFBE78}"/>
          </ac:picMkLst>
        </pc:picChg>
      </pc:sldChg>
      <pc:sldChg chg="delSp modSp add mod">
        <pc:chgData name="Xin Luo" userId="82312ee5779919a4" providerId="LiveId" clId="{F033B463-D146-0D47-8F55-994EDE11A287}" dt="2025-05-29T02:00:31.458" v="2778" actId="20577"/>
        <pc:sldMkLst>
          <pc:docMk/>
          <pc:sldMk cId="2893877207" sldId="2793"/>
        </pc:sldMkLst>
        <pc:spChg chg="mod">
          <ac:chgData name="Xin Luo" userId="82312ee5779919a4" providerId="LiveId" clId="{F033B463-D146-0D47-8F55-994EDE11A287}" dt="2025-05-29T02:00:31.458" v="2778" actId="20577"/>
          <ac:spMkLst>
            <pc:docMk/>
            <pc:sldMk cId="2893877207" sldId="2793"/>
            <ac:spMk id="2" creationId="{9D923EAD-B787-B512-7A8A-4212DC725E9B}"/>
          </ac:spMkLst>
        </pc:spChg>
        <pc:spChg chg="del">
          <ac:chgData name="Xin Luo" userId="82312ee5779919a4" providerId="LiveId" clId="{F033B463-D146-0D47-8F55-994EDE11A287}" dt="2025-05-29T01:58:17.440" v="2762" actId="478"/>
          <ac:spMkLst>
            <pc:docMk/>
            <pc:sldMk cId="2893877207" sldId="2793"/>
            <ac:spMk id="8" creationId="{64555C96-04FD-F6A2-55F6-883DF14AFC4C}"/>
          </ac:spMkLst>
        </pc:spChg>
        <pc:picChg chg="del">
          <ac:chgData name="Xin Luo" userId="82312ee5779919a4" providerId="LiveId" clId="{F033B463-D146-0D47-8F55-994EDE11A287}" dt="2025-05-29T01:58:17.440" v="2762" actId="478"/>
          <ac:picMkLst>
            <pc:docMk/>
            <pc:sldMk cId="2893877207" sldId="2793"/>
            <ac:picMk id="5" creationId="{48B6D47B-7596-5804-7314-BB2CEA1A235C}"/>
          </ac:picMkLst>
        </pc:picChg>
      </pc:sldChg>
      <pc:sldChg chg="modSp mod">
        <pc:chgData name="Xin Luo" userId="82312ee5779919a4" providerId="LiveId" clId="{F033B463-D146-0D47-8F55-994EDE11A287}" dt="2025-05-29T13:13:25.439" v="2785" actId="14100"/>
        <pc:sldMkLst>
          <pc:docMk/>
          <pc:sldMk cId="4160980532" sldId="2794"/>
        </pc:sldMkLst>
        <pc:spChg chg="mod">
          <ac:chgData name="Xin Luo" userId="82312ee5779919a4" providerId="LiveId" clId="{F033B463-D146-0D47-8F55-994EDE11A287}" dt="2025-05-29T13:01:48.050" v="2782" actId="1036"/>
          <ac:spMkLst>
            <pc:docMk/>
            <pc:sldMk cId="4160980532" sldId="2794"/>
            <ac:spMk id="2" creationId="{F310F7B2-8B51-3206-A040-37B36A866F3A}"/>
          </ac:spMkLst>
        </pc:spChg>
        <pc:spChg chg="mod">
          <ac:chgData name="Xin Luo" userId="82312ee5779919a4" providerId="LiveId" clId="{F033B463-D146-0D47-8F55-994EDE11A287}" dt="2025-05-29T13:13:25.439" v="2785" actId="14100"/>
          <ac:spMkLst>
            <pc:docMk/>
            <pc:sldMk cId="4160980532" sldId="2794"/>
            <ac:spMk id="6" creationId="{8C6BDA12-D0BD-1803-7E37-D04C9A87A14D}"/>
          </ac:spMkLst>
        </pc:spChg>
      </pc:sldChg>
      <pc:sldChg chg="addSp delSp modSp mod">
        <pc:chgData name="Xin Luo" userId="82312ee5779919a4" providerId="LiveId" clId="{F033B463-D146-0D47-8F55-994EDE11A287}" dt="2025-05-29T15:06:49.968" v="3223" actId="20577"/>
        <pc:sldMkLst>
          <pc:docMk/>
          <pc:sldMk cId="676731434" sldId="2797"/>
        </pc:sldMkLst>
        <pc:spChg chg="add mod">
          <ac:chgData name="Xin Luo" userId="82312ee5779919a4" providerId="LiveId" clId="{F033B463-D146-0D47-8F55-994EDE11A287}" dt="2025-05-29T15:02:08.875" v="3212" actId="1076"/>
          <ac:spMkLst>
            <pc:docMk/>
            <pc:sldMk cId="676731434" sldId="2797"/>
            <ac:spMk id="5" creationId="{08B42878-FC11-09FC-3A07-5DFB8FE7CC02}"/>
          </ac:spMkLst>
        </pc:spChg>
        <pc:spChg chg="mod">
          <ac:chgData name="Xin Luo" userId="82312ee5779919a4" providerId="LiveId" clId="{F033B463-D146-0D47-8F55-994EDE11A287}" dt="2025-05-29T15:06:49.968" v="3223" actId="20577"/>
          <ac:spMkLst>
            <pc:docMk/>
            <pc:sldMk cId="676731434" sldId="2797"/>
            <ac:spMk id="7" creationId="{CC65631A-45A4-798B-41F9-F6B691F4B007}"/>
          </ac:spMkLst>
        </pc:spChg>
        <pc:spChg chg="add mod">
          <ac:chgData name="Xin Luo" userId="82312ee5779919a4" providerId="LiveId" clId="{F033B463-D146-0D47-8F55-994EDE11A287}" dt="2025-05-29T14:58:22.599" v="3204" actId="1038"/>
          <ac:spMkLst>
            <pc:docMk/>
            <pc:sldMk cId="676731434" sldId="2797"/>
            <ac:spMk id="12" creationId="{C6293F85-BC50-3685-493B-973261F65E8A}"/>
          </ac:spMkLst>
        </pc:spChg>
        <pc:picChg chg="add del mod">
          <ac:chgData name="Xin Luo" userId="82312ee5779919a4" providerId="LiveId" clId="{F033B463-D146-0D47-8F55-994EDE11A287}" dt="2025-05-29T14:07:28.979" v="2888" actId="21"/>
          <ac:picMkLst>
            <pc:docMk/>
            <pc:sldMk cId="676731434" sldId="2797"/>
            <ac:picMk id="8" creationId="{2CA68ECC-1576-2970-F357-35BC5BB9345B}"/>
          </ac:picMkLst>
        </pc:picChg>
        <pc:picChg chg="del">
          <ac:chgData name="Xin Luo" userId="82312ee5779919a4" providerId="LiveId" clId="{F033B463-D146-0D47-8F55-994EDE11A287}" dt="2025-05-29T14:07:16.050" v="2880" actId="478"/>
          <ac:picMkLst>
            <pc:docMk/>
            <pc:sldMk cId="676731434" sldId="2797"/>
            <ac:picMk id="9" creationId="{0F2C459A-758B-1BF3-E51A-A20BED820C2B}"/>
          </ac:picMkLst>
        </pc:picChg>
        <pc:picChg chg="add mod">
          <ac:chgData name="Xin Luo" userId="82312ee5779919a4" providerId="LiveId" clId="{F033B463-D146-0D47-8F55-994EDE11A287}" dt="2025-05-29T14:50:30.029" v="3022" actId="1076"/>
          <ac:picMkLst>
            <pc:docMk/>
            <pc:sldMk cId="676731434" sldId="2797"/>
            <ac:picMk id="11" creationId="{17E90949-6DEC-D632-DD17-138F64F6A08C}"/>
          </ac:picMkLst>
        </pc:picChg>
      </pc:sldChg>
      <pc:sldChg chg="addSp delSp modSp add mod ord">
        <pc:chgData name="Xin Luo" userId="82312ee5779919a4" providerId="LiveId" clId="{F033B463-D146-0D47-8F55-994EDE11A287}" dt="2025-05-29T14:47:18.322" v="2966" actId="20577"/>
        <pc:sldMkLst>
          <pc:docMk/>
          <pc:sldMk cId="2582982397" sldId="2798"/>
        </pc:sldMkLst>
        <pc:spChg chg="mod">
          <ac:chgData name="Xin Luo" userId="82312ee5779919a4" providerId="LiveId" clId="{F033B463-D146-0D47-8F55-994EDE11A287}" dt="2025-05-29T14:34:42.652" v="2916" actId="1036"/>
          <ac:spMkLst>
            <pc:docMk/>
            <pc:sldMk cId="2582982397" sldId="2798"/>
            <ac:spMk id="5" creationId="{4A0B4C54-E6BA-175D-6C14-58C6934FD7E9}"/>
          </ac:spMkLst>
        </pc:spChg>
        <pc:spChg chg="mod">
          <ac:chgData name="Xin Luo" userId="82312ee5779919a4" providerId="LiveId" clId="{F033B463-D146-0D47-8F55-994EDE11A287}" dt="2025-05-29T14:47:18.322" v="2966" actId="20577"/>
          <ac:spMkLst>
            <pc:docMk/>
            <pc:sldMk cId="2582982397" sldId="2798"/>
            <ac:spMk id="7" creationId="{056B4A7B-F63D-1B66-872D-22556435A322}"/>
          </ac:spMkLst>
        </pc:spChg>
        <pc:picChg chg="add del mod">
          <ac:chgData name="Xin Luo" userId="82312ee5779919a4" providerId="LiveId" clId="{F033B463-D146-0D47-8F55-994EDE11A287}" dt="2025-05-29T14:34:16.802" v="2892" actId="478"/>
          <ac:picMkLst>
            <pc:docMk/>
            <pc:sldMk cId="2582982397" sldId="2798"/>
            <ac:picMk id="4" creationId="{F2E0AADE-C300-9AD2-E1B0-9962D833CE82}"/>
          </ac:picMkLst>
        </pc:picChg>
        <pc:picChg chg="add mod">
          <ac:chgData name="Xin Luo" userId="82312ee5779919a4" providerId="LiveId" clId="{F033B463-D146-0D47-8F55-994EDE11A287}" dt="2025-05-29T14:34:37.535" v="2909" actId="14100"/>
          <ac:picMkLst>
            <pc:docMk/>
            <pc:sldMk cId="2582982397" sldId="2798"/>
            <ac:picMk id="8" creationId="{4A88A7FA-8D11-982E-F396-FEE0F80F4B57}"/>
          </ac:picMkLst>
        </pc:picChg>
        <pc:picChg chg="del mod">
          <ac:chgData name="Xin Luo" userId="82312ee5779919a4" providerId="LiveId" clId="{F033B463-D146-0D47-8F55-994EDE11A287}" dt="2025-05-29T14:07:31.157" v="2889" actId="478"/>
          <ac:picMkLst>
            <pc:docMk/>
            <pc:sldMk cId="2582982397" sldId="2798"/>
            <ac:picMk id="9" creationId="{1306D55D-E4B7-0E75-2583-79F9E1A66E17}"/>
          </ac:picMkLst>
        </pc:picChg>
      </pc:sldChg>
      <pc:sldChg chg="delSp modSp add mod">
        <pc:chgData name="Xin Luo" userId="82312ee5779919a4" providerId="LiveId" clId="{F033B463-D146-0D47-8F55-994EDE11A287}" dt="2025-05-29T15:25:47.026" v="3289" actId="14100"/>
        <pc:sldMkLst>
          <pc:docMk/>
          <pc:sldMk cId="825408484" sldId="2799"/>
        </pc:sldMkLst>
        <pc:spChg chg="mod">
          <ac:chgData name="Xin Luo" userId="82312ee5779919a4" providerId="LiveId" clId="{F033B463-D146-0D47-8F55-994EDE11A287}" dt="2025-05-29T15:25:39.078" v="3285" actId="20577"/>
          <ac:spMkLst>
            <pc:docMk/>
            <pc:sldMk cId="825408484" sldId="2799"/>
            <ac:spMk id="4" creationId="{AC2418AC-456D-BAFB-1A9A-A5D180D33374}"/>
          </ac:spMkLst>
        </pc:spChg>
        <pc:graphicFrameChg chg="del">
          <ac:chgData name="Xin Luo" userId="82312ee5779919a4" providerId="LiveId" clId="{F033B463-D146-0D47-8F55-994EDE11A287}" dt="2025-05-29T15:25:33.708" v="3284" actId="478"/>
          <ac:graphicFrameMkLst>
            <pc:docMk/>
            <pc:sldMk cId="825408484" sldId="2799"/>
            <ac:graphicFrameMk id="5" creationId="{3B87CF3F-B088-DEF2-F860-A1917DFAC6F4}"/>
          </ac:graphicFrameMkLst>
        </pc:graphicFrameChg>
        <pc:picChg chg="mod">
          <ac:chgData name="Xin Luo" userId="82312ee5779919a4" providerId="LiveId" clId="{F033B463-D146-0D47-8F55-994EDE11A287}" dt="2025-05-29T15:25:47.026" v="3289" actId="14100"/>
          <ac:picMkLst>
            <pc:docMk/>
            <pc:sldMk cId="825408484" sldId="2799"/>
            <ac:picMk id="7" creationId="{7B5DE894-8B1B-368D-123D-FB31F5BCCCA8}"/>
          </ac:picMkLst>
        </pc:picChg>
      </pc:sldChg>
    </pc:docChg>
  </pc:docChgLst>
  <pc:docChgLst>
    <pc:chgData name="Xin Luo" userId="82312ee5779919a4" providerId="LiveId" clId="{65A98D7F-B1DF-E542-A17B-8F6E9ADA57A5}"/>
    <pc:docChg chg="undo custSel addSld delSld modSld sldOrd">
      <pc:chgData name="Xin Luo" userId="82312ee5779919a4" providerId="LiveId" clId="{65A98D7F-B1DF-E542-A17B-8F6E9ADA57A5}" dt="2025-05-26T13:26:21.221" v="1148" actId="20577"/>
      <pc:docMkLst>
        <pc:docMk/>
      </pc:docMkLst>
      <pc:sldChg chg="addSp delSp modSp mod ord">
        <pc:chgData name="Xin Luo" userId="82312ee5779919a4" providerId="LiveId" clId="{65A98D7F-B1DF-E542-A17B-8F6E9ADA57A5}" dt="2025-05-26T10:01:26.562" v="130" actId="1036"/>
        <pc:sldMkLst>
          <pc:docMk/>
          <pc:sldMk cId="2783263808" sldId="2766"/>
        </pc:sldMkLst>
      </pc:sldChg>
      <pc:sldChg chg="addSp delSp modSp mod">
        <pc:chgData name="Xin Luo" userId="82312ee5779919a4" providerId="LiveId" clId="{65A98D7F-B1DF-E542-A17B-8F6E9ADA57A5}" dt="2025-05-26T11:46:31.412" v="371" actId="20577"/>
        <pc:sldMkLst>
          <pc:docMk/>
          <pc:sldMk cId="237633983" sldId="2771"/>
        </pc:sldMkLst>
      </pc:sldChg>
      <pc:sldChg chg="modSp mod">
        <pc:chgData name="Xin Luo" userId="82312ee5779919a4" providerId="LiveId" clId="{65A98D7F-B1DF-E542-A17B-8F6E9ADA57A5}" dt="2025-05-26T10:00:04.971" v="99" actId="20577"/>
        <pc:sldMkLst>
          <pc:docMk/>
          <pc:sldMk cId="3114578072" sldId="2775"/>
        </pc:sldMkLst>
      </pc:sldChg>
      <pc:sldChg chg="addSp delSp modSp add mod">
        <pc:chgData name="Xin Luo" userId="82312ee5779919a4" providerId="LiveId" clId="{65A98D7F-B1DF-E542-A17B-8F6E9ADA57A5}" dt="2025-05-26T12:00:53.403" v="524" actId="1035"/>
        <pc:sldMkLst>
          <pc:docMk/>
          <pc:sldMk cId="609575857" sldId="2776"/>
        </pc:sldMkLst>
      </pc:sldChg>
      <pc:sldChg chg="addSp delSp modSp add mod ord">
        <pc:chgData name="Xin Luo" userId="82312ee5779919a4" providerId="LiveId" clId="{65A98D7F-B1DF-E542-A17B-8F6E9ADA57A5}" dt="2025-05-26T11:50:11.094" v="407" actId="1035"/>
        <pc:sldMkLst>
          <pc:docMk/>
          <pc:sldMk cId="1038133134" sldId="2777"/>
        </pc:sldMkLst>
      </pc:sldChg>
      <pc:sldChg chg="addSp delSp modSp new del mod">
        <pc:chgData name="Xin Luo" userId="82312ee5779919a4" providerId="LiveId" clId="{65A98D7F-B1DF-E542-A17B-8F6E9ADA57A5}" dt="2025-05-26T10:32:52.082" v="201" actId="2696"/>
        <pc:sldMkLst>
          <pc:docMk/>
          <pc:sldMk cId="3627438183" sldId="2777"/>
        </pc:sldMkLst>
      </pc:sldChg>
      <pc:sldChg chg="addSp delSp modSp add mod">
        <pc:chgData name="Xin Luo" userId="82312ee5779919a4" providerId="LiveId" clId="{65A98D7F-B1DF-E542-A17B-8F6E9ADA57A5}" dt="2025-05-26T12:45:58.563" v="905"/>
        <pc:sldMkLst>
          <pc:docMk/>
          <pc:sldMk cId="565877602" sldId="2778"/>
        </pc:sldMkLst>
      </pc:sldChg>
      <pc:sldChg chg="addSp delSp modSp add mod">
        <pc:chgData name="Xin Luo" userId="82312ee5779919a4" providerId="LiveId" clId="{65A98D7F-B1DF-E542-A17B-8F6E9ADA57A5}" dt="2025-05-26T13:26:21.221" v="1148" actId="20577"/>
        <pc:sldMkLst>
          <pc:docMk/>
          <pc:sldMk cId="1437556396" sldId="2779"/>
        </pc:sldMkLst>
      </pc:sldChg>
      <pc:sldChg chg="modSp add mod">
        <pc:chgData name="Xin Luo" userId="82312ee5779919a4" providerId="LiveId" clId="{65A98D7F-B1DF-E542-A17B-8F6E9ADA57A5}" dt="2025-05-26T12:05:01.988" v="568" actId="20577"/>
        <pc:sldMkLst>
          <pc:docMk/>
          <pc:sldMk cId="887088617" sldId="2780"/>
        </pc:sldMkLst>
      </pc:sldChg>
      <pc:sldChg chg="addSp delSp modSp add mod">
        <pc:chgData name="Xin Luo" userId="82312ee5779919a4" providerId="LiveId" clId="{65A98D7F-B1DF-E542-A17B-8F6E9ADA57A5}" dt="2025-05-26T12:12:12.015" v="691" actId="1076"/>
        <pc:sldMkLst>
          <pc:docMk/>
          <pc:sldMk cId="1421971610" sldId="2781"/>
        </pc:sldMkLst>
      </pc:sldChg>
      <pc:sldChg chg="addSp delSp modSp add mod">
        <pc:chgData name="Xin Luo" userId="82312ee5779919a4" providerId="LiveId" clId="{65A98D7F-B1DF-E542-A17B-8F6E9ADA57A5}" dt="2025-05-26T12:13:57.826" v="739" actId="1076"/>
        <pc:sldMkLst>
          <pc:docMk/>
          <pc:sldMk cId="3685202054" sldId="2782"/>
        </pc:sldMkLst>
      </pc:sldChg>
      <pc:sldChg chg="addSp delSp modSp add mod">
        <pc:chgData name="Xin Luo" userId="82312ee5779919a4" providerId="LiveId" clId="{65A98D7F-B1DF-E542-A17B-8F6E9ADA57A5}" dt="2025-05-26T12:48:39.461" v="1020" actId="1076"/>
        <pc:sldMkLst>
          <pc:docMk/>
          <pc:sldMk cId="3950804864" sldId="2783"/>
        </pc:sldMkLst>
      </pc:sldChg>
      <pc:sldChg chg="addSp delSp modSp add mod ord">
        <pc:chgData name="Xin Luo" userId="82312ee5779919a4" providerId="LiveId" clId="{65A98D7F-B1DF-E542-A17B-8F6E9ADA57A5}" dt="2025-05-26T13:18:51.704" v="1068" actId="20578"/>
        <pc:sldMkLst>
          <pc:docMk/>
          <pc:sldMk cId="1837514754" sldId="2784"/>
        </pc:sldMkLst>
      </pc:sldChg>
    </pc:docChg>
  </pc:docChgLst>
  <pc:docChgLst>
    <pc:chgData name="Xin Luo" userId="82312ee5779919a4" providerId="LiveId" clId="{1FEF9892-859B-8349-A234-8660AFCBAD3E}"/>
    <pc:docChg chg="custSel addSld delSld modSld sldOrd">
      <pc:chgData name="Xin Luo" userId="82312ee5779919a4" providerId="LiveId" clId="{1FEF9892-859B-8349-A234-8660AFCBAD3E}" dt="2025-05-26T05:11:41.965" v="1543" actId="20578"/>
      <pc:docMkLst>
        <pc:docMk/>
      </pc:docMkLst>
      <pc:sldChg chg="delSp modSp mod">
        <pc:chgData name="Xin Luo" userId="82312ee5779919a4" providerId="LiveId" clId="{1FEF9892-859B-8349-A234-8660AFCBAD3E}" dt="2025-05-26T05:11:24.521" v="1534" actId="20577"/>
        <pc:sldMkLst>
          <pc:docMk/>
          <pc:sldMk cId="1576120367" sldId="2387"/>
        </pc:sldMkLst>
        <pc:spChg chg="mod">
          <ac:chgData name="Xin Luo" userId="82312ee5779919a4" providerId="LiveId" clId="{1FEF9892-859B-8349-A234-8660AFCBAD3E}" dt="2025-05-26T04:16:34.648" v="815" actId="20577"/>
          <ac:spMkLst>
            <pc:docMk/>
            <pc:sldMk cId="1576120367" sldId="2387"/>
            <ac:spMk id="8" creationId="{A1A47F6B-723F-B49C-E80C-2FEA85B63F48}"/>
          </ac:spMkLst>
        </pc:spChg>
        <pc:spChg chg="mod">
          <ac:chgData name="Xin Luo" userId="82312ee5779919a4" providerId="LiveId" clId="{1FEF9892-859B-8349-A234-8660AFCBAD3E}" dt="2025-05-26T05:11:24.521" v="1534" actId="20577"/>
          <ac:spMkLst>
            <pc:docMk/>
            <pc:sldMk cId="1576120367" sldId="2387"/>
            <ac:spMk id="9" creationId="{DC55642D-BE0F-C66A-D406-AEEB56A4EB02}"/>
          </ac:spMkLst>
        </pc:spChg>
        <pc:spChg chg="mod">
          <ac:chgData name="Xin Luo" userId="82312ee5779919a4" providerId="LiveId" clId="{1FEF9892-859B-8349-A234-8660AFCBAD3E}" dt="2025-05-26T04:16:32.592" v="811" actId="20577"/>
          <ac:spMkLst>
            <pc:docMk/>
            <pc:sldMk cId="1576120367" sldId="2387"/>
            <ac:spMk id="13" creationId="{00000000-0000-0000-0000-000000000000}"/>
          </ac:spMkLst>
        </pc:spChg>
        <pc:grpChg chg="mod">
          <ac:chgData name="Xin Luo" userId="82312ee5779919a4" providerId="LiveId" clId="{1FEF9892-859B-8349-A234-8660AFCBAD3E}" dt="2025-05-26T04:16:27.526" v="799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1FEF9892-859B-8349-A234-8660AFCBAD3E}" dt="2025-05-26T04:16:27.526" v="799" actId="1076"/>
          <ac:grpSpMkLst>
            <pc:docMk/>
            <pc:sldMk cId="1576120367" sldId="2387"/>
            <ac:grpSpMk id="7" creationId="{CAD3754E-1D10-E79E-9F70-D3338A6F2938}"/>
          </ac:grpSpMkLst>
        </pc:grpChg>
      </pc:sldChg>
      <pc:sldChg chg="modSp mod">
        <pc:chgData name="Xin Luo" userId="82312ee5779919a4" providerId="LiveId" clId="{1FEF9892-859B-8349-A234-8660AFCBAD3E}" dt="2025-05-26T04:16:44.085" v="835" actId="20577"/>
        <pc:sldMkLst>
          <pc:docMk/>
          <pc:sldMk cId="2415901206" sldId="2447"/>
        </pc:sldMkLst>
        <pc:spChg chg="mod">
          <ac:chgData name="Xin Luo" userId="82312ee5779919a4" providerId="LiveId" clId="{1FEF9892-859B-8349-A234-8660AFCBAD3E}" dt="2025-05-26T04:16:44.085" v="835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del">
        <pc:chgData name="Xin Luo" userId="82312ee5779919a4" providerId="LiveId" clId="{1FEF9892-859B-8349-A234-8660AFCBAD3E}" dt="2025-05-26T04:17:02.543" v="846" actId="2696"/>
        <pc:sldMkLst>
          <pc:docMk/>
          <pc:sldMk cId="481122590" sldId="2709"/>
        </pc:sldMkLst>
      </pc:sldChg>
      <pc:sldChg chg="addSp modSp mod ord modNotesTx">
        <pc:chgData name="Xin Luo" userId="82312ee5779919a4" providerId="LiveId" clId="{1FEF9892-859B-8349-A234-8660AFCBAD3E}" dt="2025-05-26T04:17:00.501" v="845" actId="20578"/>
        <pc:sldMkLst>
          <pc:docMk/>
          <pc:sldMk cId="3053350483" sldId="2729"/>
        </pc:sldMkLst>
        <pc:spChg chg="mod">
          <ac:chgData name="Xin Luo" userId="82312ee5779919a4" providerId="LiveId" clId="{1FEF9892-859B-8349-A234-8660AFCBAD3E}" dt="2025-05-26T04:11:01.284" v="795" actId="1076"/>
          <ac:spMkLst>
            <pc:docMk/>
            <pc:sldMk cId="3053350483" sldId="2729"/>
            <ac:spMk id="2" creationId="{631AADB6-C88A-D817-4683-FC087E4E240F}"/>
          </ac:spMkLst>
        </pc:spChg>
        <pc:spChg chg="mod">
          <ac:chgData name="Xin Luo" userId="82312ee5779919a4" providerId="LiveId" clId="{1FEF9892-859B-8349-A234-8660AFCBAD3E}" dt="2025-05-26T04:16:51.743" v="844" actId="20577"/>
          <ac:spMkLst>
            <pc:docMk/>
            <pc:sldMk cId="3053350483" sldId="2729"/>
            <ac:spMk id="3" creationId="{00000000-0000-0000-0000-000000000000}"/>
          </ac:spMkLst>
        </pc:spChg>
      </pc:sldChg>
      <pc:sldChg chg="addSp modSp mod modNotesTx">
        <pc:chgData name="Xin Luo" userId="82312ee5779919a4" providerId="LiveId" clId="{1FEF9892-859B-8349-A234-8660AFCBAD3E}" dt="2025-05-26T04:35:13.463" v="1007" actId="20577"/>
        <pc:sldMkLst>
          <pc:docMk/>
          <pc:sldMk cId="402523077" sldId="2765"/>
        </pc:sldMkLst>
      </pc:sldChg>
      <pc:sldChg chg="modSp mod">
        <pc:chgData name="Xin Luo" userId="82312ee5779919a4" providerId="LiveId" clId="{1FEF9892-859B-8349-A234-8660AFCBAD3E}" dt="2025-05-26T04:18:01.063" v="878" actId="20577"/>
        <pc:sldMkLst>
          <pc:docMk/>
          <pc:sldMk cId="2783263808" sldId="2766"/>
        </pc:sldMkLst>
      </pc:sldChg>
      <pc:sldChg chg="ord">
        <pc:chgData name="Xin Luo" userId="82312ee5779919a4" providerId="LiveId" clId="{1FEF9892-859B-8349-A234-8660AFCBAD3E}" dt="2025-05-26T05:11:41.965" v="1543" actId="20578"/>
        <pc:sldMkLst>
          <pc:docMk/>
          <pc:sldMk cId="237633983" sldId="2771"/>
        </pc:sldMkLst>
      </pc:sldChg>
      <pc:sldChg chg="modSp mod">
        <pc:chgData name="Xin Luo" userId="82312ee5779919a4" providerId="LiveId" clId="{1FEF9892-859B-8349-A234-8660AFCBAD3E}" dt="2025-05-26T05:11:34.420" v="1542" actId="20577"/>
        <pc:sldMkLst>
          <pc:docMk/>
          <pc:sldMk cId="509658219" sldId="2772"/>
        </pc:sldMkLst>
        <pc:spChg chg="mod">
          <ac:chgData name="Xin Luo" userId="82312ee5779919a4" providerId="LiveId" clId="{1FEF9892-859B-8349-A234-8660AFCBAD3E}" dt="2025-05-26T05:11:34.420" v="1542" actId="20577"/>
          <ac:spMkLst>
            <pc:docMk/>
            <pc:sldMk cId="509658219" sldId="2772"/>
            <ac:spMk id="7" creationId="{4AB04143-9F32-6D14-35CC-1C7DD08763FB}"/>
          </ac:spMkLst>
        </pc:spChg>
      </pc:sldChg>
      <pc:sldChg chg="addSp delSp modSp add del mod ord">
        <pc:chgData name="Xin Luo" userId="82312ee5779919a4" providerId="LiveId" clId="{1FEF9892-859B-8349-A234-8660AFCBAD3E}" dt="2025-05-26T04:31:13.510" v="917" actId="2696"/>
        <pc:sldMkLst>
          <pc:docMk/>
          <pc:sldMk cId="763160493" sldId="2773"/>
        </pc:sldMkLst>
      </pc:sldChg>
      <pc:sldChg chg="add del">
        <pc:chgData name="Xin Luo" userId="82312ee5779919a4" providerId="LiveId" clId="{1FEF9892-859B-8349-A234-8660AFCBAD3E}" dt="2025-05-26T03:34:03.289" v="552" actId="2696"/>
        <pc:sldMkLst>
          <pc:docMk/>
          <pc:sldMk cId="2429211686" sldId="2773"/>
        </pc:sldMkLst>
      </pc:sldChg>
      <pc:sldChg chg="addSp delSp modSp add mod modNotesTx">
        <pc:chgData name="Xin Luo" userId="82312ee5779919a4" providerId="LiveId" clId="{1FEF9892-859B-8349-A234-8660AFCBAD3E}" dt="2025-05-26T05:01:44.268" v="1521" actId="1076"/>
        <pc:sldMkLst>
          <pc:docMk/>
          <pc:sldMk cId="2354108090" sldId="2774"/>
        </pc:sldMkLst>
      </pc:sldChg>
      <pc:sldChg chg="addSp delSp modSp add mod">
        <pc:chgData name="Xin Luo" userId="82312ee5779919a4" providerId="LiveId" clId="{1FEF9892-859B-8349-A234-8660AFCBAD3E}" dt="2025-05-26T04:55:27.604" v="1455" actId="14734"/>
        <pc:sldMkLst>
          <pc:docMk/>
          <pc:sldMk cId="3114578072" sldId="2775"/>
        </pc:sldMkLst>
      </pc:sldChg>
    </pc:docChg>
  </pc:docChgLst>
  <pc:docChgLst>
    <pc:chgData name="Xin Luo" userId="82312ee5779919a4" providerId="LiveId" clId="{F4CA7D5A-CB70-3041-A42E-B88F0AF724FB}"/>
    <pc:docChg chg="addSld modSld">
      <pc:chgData name="Xin Luo" userId="82312ee5779919a4" providerId="LiveId" clId="{F4CA7D5A-CB70-3041-A42E-B88F0AF724FB}" dt="2025-05-08T15:42:12.705" v="196" actId="20577"/>
      <pc:docMkLst>
        <pc:docMk/>
      </pc:docMkLst>
      <pc:sldChg chg="addSp modSp mod">
        <pc:chgData name="Xin Luo" userId="82312ee5779919a4" providerId="LiveId" clId="{F4CA7D5A-CB70-3041-A42E-B88F0AF724FB}" dt="2025-05-08T15:41:03.323" v="110" actId="1035"/>
        <pc:sldMkLst>
          <pc:docMk/>
          <pc:sldMk cId="1576120367" sldId="2387"/>
        </pc:sldMkLst>
        <pc:spChg chg="mod">
          <ac:chgData name="Xin Luo" userId="82312ee5779919a4" providerId="LiveId" clId="{F4CA7D5A-CB70-3041-A42E-B88F0AF724FB}" dt="2025-05-08T15:40:55.337" v="104" actId="20577"/>
          <ac:spMkLst>
            <pc:docMk/>
            <pc:sldMk cId="1576120367" sldId="2387"/>
            <ac:spMk id="8" creationId="{A1A47F6B-723F-B49C-E80C-2FEA85B63F48}"/>
          </ac:spMkLst>
        </pc:spChg>
        <pc:spChg chg="mod">
          <ac:chgData name="Xin Luo" userId="82312ee5779919a4" providerId="LiveId" clId="{F4CA7D5A-CB70-3041-A42E-B88F0AF724FB}" dt="2025-05-08T15:40:45.455" v="98" actId="20577"/>
          <ac:spMkLst>
            <pc:docMk/>
            <pc:sldMk cId="1576120367" sldId="2387"/>
            <ac:spMk id="9" creationId="{DC55642D-BE0F-C66A-D406-AEEB56A4EB02}"/>
          </ac:spMkLst>
        </pc:spChg>
        <pc:spChg chg="mod">
          <ac:chgData name="Xin Luo" userId="82312ee5779919a4" providerId="LiveId" clId="{F4CA7D5A-CB70-3041-A42E-B88F0AF724FB}" dt="2025-05-08T15:40:28.374" v="79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F4CA7D5A-CB70-3041-A42E-B88F0AF724FB}" dt="2025-05-08T15:41:03.323" v="110" actId="1035"/>
          <ac:grpSpMkLst>
            <pc:docMk/>
            <pc:sldMk cId="1576120367" sldId="2387"/>
            <ac:grpSpMk id="3" creationId="{12ED16A1-79B8-7DB1-1CC1-250B051BAD58}"/>
          </ac:grpSpMkLst>
        </pc:grpChg>
        <pc:grpChg chg="add mod">
          <ac:chgData name="Xin Luo" userId="82312ee5779919a4" providerId="LiveId" clId="{F4CA7D5A-CB70-3041-A42E-B88F0AF724FB}" dt="2025-05-08T15:41:00.499" v="107" actId="1038"/>
          <ac:grpSpMkLst>
            <pc:docMk/>
            <pc:sldMk cId="1576120367" sldId="2387"/>
            <ac:grpSpMk id="7" creationId="{CAD3754E-1D10-E79E-9F70-D3338A6F2938}"/>
          </ac:grpSpMkLst>
        </pc:grpChg>
      </pc:sldChg>
      <pc:sldChg chg="modSp mod">
        <pc:chgData name="Xin Luo" userId="82312ee5779919a4" providerId="LiveId" clId="{F4CA7D5A-CB70-3041-A42E-B88F0AF724FB}" dt="2025-05-08T15:41:13.554" v="138" actId="20577"/>
        <pc:sldMkLst>
          <pc:docMk/>
          <pc:sldMk cId="2415901206" sldId="2447"/>
        </pc:sldMkLst>
        <pc:spChg chg="mod">
          <ac:chgData name="Xin Luo" userId="82312ee5779919a4" providerId="LiveId" clId="{F4CA7D5A-CB70-3041-A42E-B88F0AF724FB}" dt="2025-05-08T15:41:13.554" v="13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F4CA7D5A-CB70-3041-A42E-B88F0AF724FB}" dt="2025-05-08T15:40:05.866" v="29" actId="20577"/>
        <pc:sldMkLst>
          <pc:docMk/>
          <pc:sldMk cId="1658607177" sldId="2708"/>
        </pc:sldMkLst>
        <pc:spChg chg="mod">
          <ac:chgData name="Xin Luo" userId="82312ee5779919a4" providerId="LiveId" clId="{F4CA7D5A-CB70-3041-A42E-B88F0AF724FB}" dt="2025-05-08T15:39:56.549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F4CA7D5A-CB70-3041-A42E-B88F0AF724FB}" dt="2025-05-08T15:40:05.866" v="29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F4CA7D5A-CB70-3041-A42E-B88F0AF724FB}" dt="2025-05-08T15:41:24.491" v="169" actId="20577"/>
        <pc:sldMkLst>
          <pc:docMk/>
          <pc:sldMk cId="481122590" sldId="2709"/>
        </pc:sldMkLst>
      </pc:sldChg>
      <pc:sldChg chg="add">
        <pc:chgData name="Xin Luo" userId="82312ee5779919a4" providerId="LiveId" clId="{F4CA7D5A-CB70-3041-A42E-B88F0AF724FB}" dt="2025-05-08T15:41:36.435" v="170"/>
        <pc:sldMkLst>
          <pc:docMk/>
          <pc:sldMk cId="402523077" sldId="2765"/>
        </pc:sldMkLst>
      </pc:sldChg>
      <pc:sldChg chg="add">
        <pc:chgData name="Xin Luo" userId="82312ee5779919a4" providerId="LiveId" clId="{F4CA7D5A-CB70-3041-A42E-B88F0AF724FB}" dt="2025-05-08T15:41:36.435" v="170"/>
        <pc:sldMkLst>
          <pc:docMk/>
          <pc:sldMk cId="2783263808" sldId="2766"/>
        </pc:sldMkLst>
      </pc:sldChg>
      <pc:sldChg chg="add">
        <pc:chgData name="Xin Luo" userId="82312ee5779919a4" providerId="LiveId" clId="{F4CA7D5A-CB70-3041-A42E-B88F0AF724FB}" dt="2025-05-08T15:41:36.435" v="170"/>
        <pc:sldMkLst>
          <pc:docMk/>
          <pc:sldMk cId="237633983" sldId="2771"/>
        </pc:sldMkLst>
      </pc:sldChg>
      <pc:sldChg chg="modSp add mod">
        <pc:chgData name="Xin Luo" userId="82312ee5779919a4" providerId="LiveId" clId="{F4CA7D5A-CB70-3041-A42E-B88F0AF724FB}" dt="2025-05-08T15:42:12.705" v="196" actId="20577"/>
        <pc:sldMkLst>
          <pc:docMk/>
          <pc:sldMk cId="509658219" sldId="2772"/>
        </pc:sldMkLst>
        <pc:spChg chg="mod">
          <ac:chgData name="Xin Luo" userId="82312ee5779919a4" providerId="LiveId" clId="{F4CA7D5A-CB70-3041-A42E-B88F0AF724FB}" dt="2025-05-08T15:42:12.705" v="196" actId="20577"/>
          <ac:spMkLst>
            <pc:docMk/>
            <pc:sldMk cId="509658219" sldId="2772"/>
            <ac:spMk id="7" creationId="{4AB04143-9F32-6D14-35CC-1C7DD08763FB}"/>
          </ac:spMkLst>
        </pc:spChg>
      </pc:sldChg>
    </pc:docChg>
  </pc:docChgLst>
  <pc:docChgLst>
    <pc:chgData name="Xin Luo" userId="82312ee5779919a4" providerId="LiveId" clId="{2A0DBCA2-3CE0-E54A-918F-19B36E319B0B}"/>
    <pc:docChg chg="undo custSel addSld delSld modSld">
      <pc:chgData name="Xin Luo" userId="82312ee5779919a4" providerId="LiveId" clId="{2A0DBCA2-3CE0-E54A-918F-19B36E319B0B}" dt="2025-05-30T12:11:55.100" v="1659" actId="403"/>
      <pc:docMkLst>
        <pc:docMk/>
      </pc:docMkLst>
      <pc:sldChg chg="addSp delSp modSp mod">
        <pc:chgData name="Xin Luo" userId="82312ee5779919a4" providerId="LiveId" clId="{2A0DBCA2-3CE0-E54A-918F-19B36E319B0B}" dt="2025-05-29T10:25:03.274" v="1238" actId="1037"/>
        <pc:sldMkLst>
          <pc:docMk/>
          <pc:sldMk cId="1038133134" sldId="2777"/>
        </pc:sldMkLst>
        <pc:spChg chg="mod">
          <ac:chgData name="Xin Luo" userId="82312ee5779919a4" providerId="LiveId" clId="{2A0DBCA2-3CE0-E54A-918F-19B36E319B0B}" dt="2025-05-29T10:25:03.274" v="1238" actId="1037"/>
          <ac:spMkLst>
            <pc:docMk/>
            <pc:sldMk cId="1038133134" sldId="2777"/>
            <ac:spMk id="2" creationId="{E9FAC99F-6B29-9C88-02EA-1CD91E71261F}"/>
          </ac:spMkLst>
        </pc:spChg>
        <pc:spChg chg="del mod">
          <ac:chgData name="Xin Luo" userId="82312ee5779919a4" providerId="LiveId" clId="{2A0DBCA2-3CE0-E54A-918F-19B36E319B0B}" dt="2025-05-29T10:23:23.058" v="1198" actId="478"/>
          <ac:spMkLst>
            <pc:docMk/>
            <pc:sldMk cId="1038133134" sldId="2777"/>
            <ac:spMk id="6" creationId="{A9380457-3DBE-DD9B-C983-CBFC53CF6CC1}"/>
          </ac:spMkLst>
        </pc:spChg>
        <pc:spChg chg="del">
          <ac:chgData name="Xin Luo" userId="82312ee5779919a4" providerId="LiveId" clId="{2A0DBCA2-3CE0-E54A-918F-19B36E319B0B}" dt="2025-05-29T10:23:17.681" v="1195" actId="478"/>
          <ac:spMkLst>
            <pc:docMk/>
            <pc:sldMk cId="1038133134" sldId="2777"/>
            <ac:spMk id="7" creationId="{0C54FE5E-E82A-3D5E-8188-167CDEB1AA05}"/>
          </ac:spMkLst>
        </pc:spChg>
        <pc:spChg chg="del">
          <ac:chgData name="Xin Luo" userId="82312ee5779919a4" providerId="LiveId" clId="{2A0DBCA2-3CE0-E54A-918F-19B36E319B0B}" dt="2025-05-29T10:23:21.882" v="1197" actId="478"/>
          <ac:spMkLst>
            <pc:docMk/>
            <pc:sldMk cId="1038133134" sldId="2777"/>
            <ac:spMk id="8" creationId="{9EE610DE-BB47-A30C-4DD9-9E9C1DDA0CF9}"/>
          </ac:spMkLst>
        </pc:spChg>
        <pc:spChg chg="add del mod">
          <ac:chgData name="Xin Luo" userId="82312ee5779919a4" providerId="LiveId" clId="{2A0DBCA2-3CE0-E54A-918F-19B36E319B0B}" dt="2025-05-29T10:23:25.618" v="1200" actId="478"/>
          <ac:spMkLst>
            <pc:docMk/>
            <pc:sldMk cId="1038133134" sldId="2777"/>
            <ac:spMk id="9" creationId="{536EB445-5C55-C6B2-EDD2-87A202DE0E0E}"/>
          </ac:spMkLst>
        </pc:spChg>
        <pc:spChg chg="add del mod">
          <ac:chgData name="Xin Luo" userId="82312ee5779919a4" providerId="LiveId" clId="{2A0DBCA2-3CE0-E54A-918F-19B36E319B0B}" dt="2025-05-29T10:23:35.953" v="1203" actId="21"/>
          <ac:spMkLst>
            <pc:docMk/>
            <pc:sldMk cId="1038133134" sldId="2777"/>
            <ac:spMk id="11" creationId="{040770E5-1C55-CB8B-702E-262054800597}"/>
          </ac:spMkLst>
        </pc:spChg>
        <pc:picChg chg="add del mod">
          <ac:chgData name="Xin Luo" userId="82312ee5779919a4" providerId="LiveId" clId="{2A0DBCA2-3CE0-E54A-918F-19B36E319B0B}" dt="2025-05-29T10:23:25.618" v="1200" actId="478"/>
          <ac:picMkLst>
            <pc:docMk/>
            <pc:sldMk cId="1038133134" sldId="2777"/>
            <ac:picMk id="4" creationId="{1FB255DC-43B5-6AFF-9AAF-1AA9E2A0997C}"/>
          </ac:picMkLst>
        </pc:picChg>
        <pc:picChg chg="del">
          <ac:chgData name="Xin Luo" userId="82312ee5779919a4" providerId="LiveId" clId="{2A0DBCA2-3CE0-E54A-918F-19B36E319B0B}" dt="2025-05-29T10:23:17.681" v="1195" actId="478"/>
          <ac:picMkLst>
            <pc:docMk/>
            <pc:sldMk cId="1038133134" sldId="2777"/>
            <ac:picMk id="5" creationId="{BCC9628A-D6A3-4474-F2E6-59F3452AD5F3}"/>
          </ac:picMkLst>
        </pc:picChg>
        <pc:picChg chg="add del mod">
          <ac:chgData name="Xin Luo" userId="82312ee5779919a4" providerId="LiveId" clId="{2A0DBCA2-3CE0-E54A-918F-19B36E319B0B}" dt="2025-05-29T10:23:35.953" v="1203" actId="21"/>
          <ac:picMkLst>
            <pc:docMk/>
            <pc:sldMk cId="1038133134" sldId="2777"/>
            <ac:picMk id="10" creationId="{5D945D69-662E-C9B9-075B-2B4DEF29EF7B}"/>
          </ac:picMkLst>
        </pc:picChg>
      </pc:sldChg>
      <pc:sldChg chg="delSp mod">
        <pc:chgData name="Xin Luo" userId="82312ee5779919a4" providerId="LiveId" clId="{2A0DBCA2-3CE0-E54A-918F-19B36E319B0B}" dt="2025-05-29T10:22:34.863" v="1187" actId="478"/>
        <pc:sldMkLst>
          <pc:docMk/>
          <pc:sldMk cId="3685202054" sldId="2782"/>
        </pc:sldMkLst>
        <pc:graphicFrameChg chg="del">
          <ac:chgData name="Xin Luo" userId="82312ee5779919a4" providerId="LiveId" clId="{2A0DBCA2-3CE0-E54A-918F-19B36E319B0B}" dt="2025-05-29T10:22:34.863" v="1187" actId="478"/>
          <ac:graphicFrameMkLst>
            <pc:docMk/>
            <pc:sldMk cId="3685202054" sldId="2782"/>
            <ac:graphicFrameMk id="4" creationId="{E6FEB4C4-1DAA-818E-54EE-B25FF184C004}"/>
          </ac:graphicFrameMkLst>
        </pc:graphicFrameChg>
      </pc:sldChg>
      <pc:sldChg chg="addSp delSp modSp mod">
        <pc:chgData name="Xin Luo" userId="82312ee5779919a4" providerId="LiveId" clId="{2A0DBCA2-3CE0-E54A-918F-19B36E319B0B}" dt="2025-05-28T10:59:07.001" v="978" actId="1036"/>
        <pc:sldMkLst>
          <pc:docMk/>
          <pc:sldMk cId="144882198" sldId="2784"/>
        </pc:sldMkLst>
        <pc:spChg chg="mod">
          <ac:chgData name="Xin Luo" userId="82312ee5779919a4" providerId="LiveId" clId="{2A0DBCA2-3CE0-E54A-918F-19B36E319B0B}" dt="2025-05-28T10:57:00.927" v="899" actId="404"/>
          <ac:spMkLst>
            <pc:docMk/>
            <pc:sldMk cId="144882198" sldId="2784"/>
            <ac:spMk id="2" creationId="{F5B37EF0-8CAB-CD5D-D1CE-213C4FFCDAEC}"/>
          </ac:spMkLst>
        </pc:spChg>
        <pc:spChg chg="add mod">
          <ac:chgData name="Xin Luo" userId="82312ee5779919a4" providerId="LiveId" clId="{2A0DBCA2-3CE0-E54A-918F-19B36E319B0B}" dt="2025-05-28T10:59:03.354" v="973" actId="1076"/>
          <ac:spMkLst>
            <pc:docMk/>
            <pc:sldMk cId="144882198" sldId="2784"/>
            <ac:spMk id="14" creationId="{D787D27C-442A-B6F5-9D91-27E26893E12D}"/>
          </ac:spMkLst>
        </pc:spChg>
        <pc:spChg chg="add mod">
          <ac:chgData name="Xin Luo" userId="82312ee5779919a4" providerId="LiveId" clId="{2A0DBCA2-3CE0-E54A-918F-19B36E319B0B}" dt="2025-05-28T10:59:07.001" v="978" actId="1036"/>
          <ac:spMkLst>
            <pc:docMk/>
            <pc:sldMk cId="144882198" sldId="2784"/>
            <ac:spMk id="15" creationId="{9B36CD2B-05E9-662C-D991-C34AA976A91D}"/>
          </ac:spMkLst>
        </pc:spChg>
        <pc:picChg chg="add mod">
          <ac:chgData name="Xin Luo" userId="82312ee5779919a4" providerId="LiveId" clId="{2A0DBCA2-3CE0-E54A-918F-19B36E319B0B}" dt="2025-05-28T10:59:03.354" v="973" actId="1076"/>
          <ac:picMkLst>
            <pc:docMk/>
            <pc:sldMk cId="144882198" sldId="2784"/>
            <ac:picMk id="6" creationId="{A0306BA3-78FA-42F2-7A4B-506A348E42FA}"/>
          </ac:picMkLst>
        </pc:picChg>
        <pc:picChg chg="add mod">
          <ac:chgData name="Xin Luo" userId="82312ee5779919a4" providerId="LiveId" clId="{2A0DBCA2-3CE0-E54A-918F-19B36E319B0B}" dt="2025-05-28T10:59:07.001" v="978" actId="1036"/>
          <ac:picMkLst>
            <pc:docMk/>
            <pc:sldMk cId="144882198" sldId="2784"/>
            <ac:picMk id="8" creationId="{25BEA534-0AD9-4DCD-0785-17003919D92A}"/>
          </ac:picMkLst>
        </pc:picChg>
      </pc:sldChg>
      <pc:sldChg chg="modSp mod">
        <pc:chgData name="Xin Luo" userId="82312ee5779919a4" providerId="LiveId" clId="{2A0DBCA2-3CE0-E54A-918F-19B36E319B0B}" dt="2025-05-29T10:09:17.524" v="1031" actId="20577"/>
        <pc:sldMkLst>
          <pc:docMk/>
          <pc:sldMk cId="2358812282" sldId="2785"/>
        </pc:sldMkLst>
        <pc:spChg chg="mod">
          <ac:chgData name="Xin Luo" userId="82312ee5779919a4" providerId="LiveId" clId="{2A0DBCA2-3CE0-E54A-918F-19B36E319B0B}" dt="2025-05-29T10:09:17.524" v="1031" actId="20577"/>
          <ac:spMkLst>
            <pc:docMk/>
            <pc:sldMk cId="2358812282" sldId="2785"/>
            <ac:spMk id="7" creationId="{078A7C9C-DCFD-9EEB-ACDE-67F78FC8C501}"/>
          </ac:spMkLst>
        </pc:spChg>
      </pc:sldChg>
      <pc:sldChg chg="del">
        <pc:chgData name="Xin Luo" userId="82312ee5779919a4" providerId="LiveId" clId="{2A0DBCA2-3CE0-E54A-918F-19B36E319B0B}" dt="2025-05-28T10:55:34.565" v="716" actId="2696"/>
        <pc:sldMkLst>
          <pc:docMk/>
          <pc:sldMk cId="987532325" sldId="2786"/>
        </pc:sldMkLst>
      </pc:sldChg>
      <pc:sldChg chg="modSp add mod modNotesTx">
        <pc:chgData name="Xin Luo" userId="82312ee5779919a4" providerId="LiveId" clId="{2A0DBCA2-3CE0-E54A-918F-19B36E319B0B}" dt="2025-05-28T10:54:28.317" v="715" actId="20577"/>
        <pc:sldMkLst>
          <pc:docMk/>
          <pc:sldMk cId="879334596" sldId="2787"/>
        </pc:sldMkLst>
        <pc:spChg chg="mod">
          <ac:chgData name="Xin Luo" userId="82312ee5779919a4" providerId="LiveId" clId="{2A0DBCA2-3CE0-E54A-918F-19B36E319B0B}" dt="2025-05-28T10:52:59.047" v="525" actId="20577"/>
          <ac:spMkLst>
            <pc:docMk/>
            <pc:sldMk cId="879334596" sldId="2787"/>
            <ac:spMk id="2" creationId="{4C5B8BDA-E2F2-7B45-168A-5933EB3ED4BA}"/>
          </ac:spMkLst>
        </pc:spChg>
      </pc:sldChg>
      <pc:sldChg chg="modSp add mod">
        <pc:chgData name="Xin Luo" userId="82312ee5779919a4" providerId="LiveId" clId="{2A0DBCA2-3CE0-E54A-918F-19B36E319B0B}" dt="2025-05-30T04:20:09.165" v="1325" actId="14100"/>
        <pc:sldMkLst>
          <pc:docMk/>
          <pc:sldMk cId="748716940" sldId="2788"/>
        </pc:sldMkLst>
        <pc:spChg chg="mod">
          <ac:chgData name="Xin Luo" userId="82312ee5779919a4" providerId="LiveId" clId="{2A0DBCA2-3CE0-E54A-918F-19B36E319B0B}" dt="2025-05-30T04:20:09.165" v="1325" actId="14100"/>
          <ac:spMkLst>
            <pc:docMk/>
            <pc:sldMk cId="748716940" sldId="2788"/>
            <ac:spMk id="2" creationId="{B0DDE708-88C7-DB12-590B-94A7753CB176}"/>
          </ac:spMkLst>
        </pc:spChg>
      </pc:sldChg>
      <pc:sldChg chg="modSp mod">
        <pc:chgData name="Xin Luo" userId="82312ee5779919a4" providerId="LiveId" clId="{2A0DBCA2-3CE0-E54A-918F-19B36E319B0B}" dt="2025-05-29T10:07:52.004" v="1026" actId="113"/>
        <pc:sldMkLst>
          <pc:docMk/>
          <pc:sldMk cId="1388434959" sldId="2790"/>
        </pc:sldMkLst>
        <pc:spChg chg="mod">
          <ac:chgData name="Xin Luo" userId="82312ee5779919a4" providerId="LiveId" clId="{2A0DBCA2-3CE0-E54A-918F-19B36E319B0B}" dt="2025-05-29T10:07:52.004" v="1026" actId="113"/>
          <ac:spMkLst>
            <pc:docMk/>
            <pc:sldMk cId="1388434959" sldId="2790"/>
            <ac:spMk id="2" creationId="{9D36C4CB-A8FD-6149-9C91-AFA1DB2B631F}"/>
          </ac:spMkLst>
        </pc:spChg>
      </pc:sldChg>
      <pc:sldChg chg="delSp modSp mod">
        <pc:chgData name="Xin Luo" userId="82312ee5779919a4" providerId="LiveId" clId="{2A0DBCA2-3CE0-E54A-918F-19B36E319B0B}" dt="2025-05-30T12:11:22.874" v="1640" actId="14100"/>
        <pc:sldMkLst>
          <pc:docMk/>
          <pc:sldMk cId="3745031481" sldId="2792"/>
        </pc:sldMkLst>
        <pc:spChg chg="mod">
          <ac:chgData name="Xin Luo" userId="82312ee5779919a4" providerId="LiveId" clId="{2A0DBCA2-3CE0-E54A-918F-19B36E319B0B}" dt="2025-05-30T12:11:19.169" v="1639" actId="1076"/>
          <ac:spMkLst>
            <pc:docMk/>
            <pc:sldMk cId="3745031481" sldId="2792"/>
            <ac:spMk id="2" creationId="{FB6FE1B5-6BCF-FDED-8313-0493CF45F3B4}"/>
          </ac:spMkLst>
        </pc:spChg>
        <pc:spChg chg="mod">
          <ac:chgData name="Xin Luo" userId="82312ee5779919a4" providerId="LiveId" clId="{2A0DBCA2-3CE0-E54A-918F-19B36E319B0B}" dt="2025-05-30T12:11:14.895" v="1638" actId="1076"/>
          <ac:spMkLst>
            <pc:docMk/>
            <pc:sldMk cId="3745031481" sldId="2792"/>
            <ac:spMk id="7" creationId="{99E4C462-87E6-FF3F-581F-45052C1ABE05}"/>
          </ac:spMkLst>
        </pc:spChg>
        <pc:spChg chg="del mod">
          <ac:chgData name="Xin Luo" userId="82312ee5779919a4" providerId="LiveId" clId="{2A0DBCA2-3CE0-E54A-918F-19B36E319B0B}" dt="2025-05-30T04:19:11.381" v="1299" actId="478"/>
          <ac:spMkLst>
            <pc:docMk/>
            <pc:sldMk cId="3745031481" sldId="2792"/>
            <ac:spMk id="12" creationId="{42D60EC9-9C8B-D25B-1FC3-E06E3BD554DA}"/>
          </ac:spMkLst>
        </pc:spChg>
        <pc:picChg chg="mod">
          <ac:chgData name="Xin Luo" userId="82312ee5779919a4" providerId="LiveId" clId="{2A0DBCA2-3CE0-E54A-918F-19B36E319B0B}" dt="2025-05-30T12:11:22.874" v="1640" actId="14100"/>
          <ac:picMkLst>
            <pc:docMk/>
            <pc:sldMk cId="3745031481" sldId="2792"/>
            <ac:picMk id="10" creationId="{8B39BB2F-4FC4-D17A-BADA-70FAB5A81853}"/>
          </ac:picMkLst>
        </pc:picChg>
      </pc:sldChg>
      <pc:sldChg chg="del">
        <pc:chgData name="Xin Luo" userId="82312ee5779919a4" providerId="LiveId" clId="{2A0DBCA2-3CE0-E54A-918F-19B36E319B0B}" dt="2025-05-29T10:29:17.723" v="1239" actId="2696"/>
        <pc:sldMkLst>
          <pc:docMk/>
          <pc:sldMk cId="2893877207" sldId="2793"/>
        </pc:sldMkLst>
      </pc:sldChg>
      <pc:sldChg chg="addSp modSp mod">
        <pc:chgData name="Xin Luo" userId="82312ee5779919a4" providerId="LiveId" clId="{2A0DBCA2-3CE0-E54A-918F-19B36E319B0B}" dt="2025-05-29T10:22:00.619" v="1185" actId="5793"/>
        <pc:sldMkLst>
          <pc:docMk/>
          <pc:sldMk cId="4160980532" sldId="2794"/>
        </pc:sldMkLst>
        <pc:spChg chg="mod">
          <ac:chgData name="Xin Luo" userId="82312ee5779919a4" providerId="LiveId" clId="{2A0DBCA2-3CE0-E54A-918F-19B36E319B0B}" dt="2025-05-29T10:19:04.489" v="1165" actId="1076"/>
          <ac:spMkLst>
            <pc:docMk/>
            <pc:sldMk cId="4160980532" sldId="2794"/>
            <ac:spMk id="2" creationId="{F310F7B2-8B51-3206-A040-37B36A866F3A}"/>
          </ac:spMkLst>
        </pc:spChg>
        <pc:spChg chg="add mod">
          <ac:chgData name="Xin Luo" userId="82312ee5779919a4" providerId="LiveId" clId="{2A0DBCA2-3CE0-E54A-918F-19B36E319B0B}" dt="2025-05-29T10:22:00.619" v="1185" actId="5793"/>
          <ac:spMkLst>
            <pc:docMk/>
            <pc:sldMk cId="4160980532" sldId="2794"/>
            <ac:spMk id="6" creationId="{8C6BDA12-D0BD-1803-7E37-D04C9A87A14D}"/>
          </ac:spMkLst>
        </pc:spChg>
        <pc:graphicFrameChg chg="add mod modGraphic">
          <ac:chgData name="Xin Luo" userId="82312ee5779919a4" providerId="LiveId" clId="{2A0DBCA2-3CE0-E54A-918F-19B36E319B0B}" dt="2025-05-29T10:19:39.394" v="1171" actId="14100"/>
          <ac:graphicFrameMkLst>
            <pc:docMk/>
            <pc:sldMk cId="4160980532" sldId="2794"/>
            <ac:graphicFrameMk id="4" creationId="{5880FD29-4644-6CCC-76A1-99827A2BB973}"/>
          </ac:graphicFrameMkLst>
        </pc:graphicFrameChg>
      </pc:sldChg>
      <pc:sldChg chg="delSp modSp del mod">
        <pc:chgData name="Xin Luo" userId="82312ee5779919a4" providerId="LiveId" clId="{2A0DBCA2-3CE0-E54A-918F-19B36E319B0B}" dt="2025-05-30T12:07:34.402" v="1625" actId="2696"/>
        <pc:sldMkLst>
          <pc:docMk/>
          <pc:sldMk cId="834919842" sldId="2795"/>
        </pc:sldMkLst>
        <pc:spChg chg="mod">
          <ac:chgData name="Xin Luo" userId="82312ee5779919a4" providerId="LiveId" clId="{2A0DBCA2-3CE0-E54A-918F-19B36E319B0B}" dt="2025-05-30T12:07:32.699" v="1624" actId="20577"/>
          <ac:spMkLst>
            <pc:docMk/>
            <pc:sldMk cId="834919842" sldId="2795"/>
            <ac:spMk id="2" creationId="{8A145C27-762F-6AD4-AC79-CDA467A6A2CE}"/>
          </ac:spMkLst>
        </pc:spChg>
        <pc:picChg chg="del">
          <ac:chgData name="Xin Luo" userId="82312ee5779919a4" providerId="LiveId" clId="{2A0DBCA2-3CE0-E54A-918F-19B36E319B0B}" dt="2025-05-30T12:07:27.985" v="1611" actId="478"/>
          <ac:picMkLst>
            <pc:docMk/>
            <pc:sldMk cId="834919842" sldId="2795"/>
            <ac:picMk id="5" creationId="{8448B791-0CE8-0904-7B3F-EB50F934B97F}"/>
          </ac:picMkLst>
        </pc:picChg>
      </pc:sldChg>
      <pc:sldChg chg="addSp delSp modSp mod">
        <pc:chgData name="Xin Luo" userId="82312ee5779919a4" providerId="LiveId" clId="{2A0DBCA2-3CE0-E54A-918F-19B36E319B0B}" dt="2025-05-30T04:31:31.635" v="1407" actId="20577"/>
        <pc:sldMkLst>
          <pc:docMk/>
          <pc:sldMk cId="444850638" sldId="2796"/>
        </pc:sldMkLst>
        <pc:spChg chg="add del mod">
          <ac:chgData name="Xin Luo" userId="82312ee5779919a4" providerId="LiveId" clId="{2A0DBCA2-3CE0-E54A-918F-19B36E319B0B}" dt="2025-05-30T04:31:31.635" v="1407" actId="20577"/>
          <ac:spMkLst>
            <pc:docMk/>
            <pc:sldMk cId="444850638" sldId="2796"/>
            <ac:spMk id="4" creationId="{5442ED47-C313-6523-DDDB-98B26A6D5992}"/>
          </ac:spMkLst>
        </pc:spChg>
        <pc:spChg chg="mod">
          <ac:chgData name="Xin Luo" userId="82312ee5779919a4" providerId="LiveId" clId="{2A0DBCA2-3CE0-E54A-918F-19B36E319B0B}" dt="2025-05-30T03:22:22.060" v="1295" actId="1076"/>
          <ac:spMkLst>
            <pc:docMk/>
            <pc:sldMk cId="444850638" sldId="2796"/>
            <ac:spMk id="5" creationId="{D16F1C4A-185C-8B12-0E8A-FF7B362BFEF0}"/>
          </ac:spMkLst>
        </pc:spChg>
        <pc:spChg chg="del mod">
          <ac:chgData name="Xin Luo" userId="82312ee5779919a4" providerId="LiveId" clId="{2A0DBCA2-3CE0-E54A-918F-19B36E319B0B}" dt="2025-05-30T03:19:41.145" v="1267" actId="478"/>
          <ac:spMkLst>
            <pc:docMk/>
            <pc:sldMk cId="444850638" sldId="2796"/>
            <ac:spMk id="7" creationId="{9D9F9F3A-5C4A-24A5-E7C5-3B706A6DB06A}"/>
          </ac:spMkLst>
        </pc:spChg>
        <pc:spChg chg="add mod">
          <ac:chgData name="Xin Luo" userId="82312ee5779919a4" providerId="LiveId" clId="{2A0DBCA2-3CE0-E54A-918F-19B36E319B0B}" dt="2025-05-30T04:30:16.954" v="1360" actId="1036"/>
          <ac:spMkLst>
            <pc:docMk/>
            <pc:sldMk cId="444850638" sldId="2796"/>
            <ac:spMk id="14" creationId="{434E633A-235B-B1DC-7095-E67396877E34}"/>
          </ac:spMkLst>
        </pc:spChg>
        <pc:spChg chg="add del mod">
          <ac:chgData name="Xin Luo" userId="82312ee5779919a4" providerId="LiveId" clId="{2A0DBCA2-3CE0-E54A-918F-19B36E319B0B}" dt="2025-05-30T04:16:07.158" v="1298" actId="478"/>
          <ac:spMkLst>
            <pc:docMk/>
            <pc:sldMk cId="444850638" sldId="2796"/>
            <ac:spMk id="17" creationId="{2591BAA0-B95F-D6FF-3BF7-C6A29FF46858}"/>
          </ac:spMkLst>
        </pc:spChg>
        <pc:picChg chg="add del mod">
          <ac:chgData name="Xin Luo" userId="82312ee5779919a4" providerId="LiveId" clId="{2A0DBCA2-3CE0-E54A-918F-19B36E319B0B}" dt="2025-05-30T03:17:19.028" v="1245" actId="478"/>
          <ac:picMkLst>
            <pc:docMk/>
            <pc:sldMk cId="444850638" sldId="2796"/>
            <ac:picMk id="6" creationId="{DDEA14BC-8217-37EB-1508-C70ABD173DB6}"/>
          </ac:picMkLst>
        </pc:picChg>
        <pc:picChg chg="add del mod">
          <ac:chgData name="Xin Luo" userId="82312ee5779919a4" providerId="LiveId" clId="{2A0DBCA2-3CE0-E54A-918F-19B36E319B0B}" dt="2025-05-30T03:17:20.170" v="1246" actId="478"/>
          <ac:picMkLst>
            <pc:docMk/>
            <pc:sldMk cId="444850638" sldId="2796"/>
            <ac:picMk id="9" creationId="{363AB6E1-AE33-EE14-F4D7-DCC5B2A99D6F}"/>
          </ac:picMkLst>
        </pc:picChg>
        <pc:picChg chg="add del mod">
          <ac:chgData name="Xin Luo" userId="82312ee5779919a4" providerId="LiveId" clId="{2A0DBCA2-3CE0-E54A-918F-19B36E319B0B}" dt="2025-05-30T03:19:24.640" v="1260" actId="478"/>
          <ac:picMkLst>
            <pc:docMk/>
            <pc:sldMk cId="444850638" sldId="2796"/>
            <ac:picMk id="10" creationId="{0252CDB0-D675-EE5B-5AE6-1B21BC2EB311}"/>
          </ac:picMkLst>
        </pc:picChg>
        <pc:picChg chg="add del mod">
          <ac:chgData name="Xin Luo" userId="82312ee5779919a4" providerId="LiveId" clId="{2A0DBCA2-3CE0-E54A-918F-19B36E319B0B}" dt="2025-05-30T03:20:21.024" v="1272" actId="478"/>
          <ac:picMkLst>
            <pc:docMk/>
            <pc:sldMk cId="444850638" sldId="2796"/>
            <ac:picMk id="12" creationId="{4C9D3D24-2481-B818-0AA1-7366418FE434}"/>
          </ac:picMkLst>
        </pc:picChg>
        <pc:picChg chg="add mod">
          <ac:chgData name="Xin Luo" userId="82312ee5779919a4" providerId="LiveId" clId="{2A0DBCA2-3CE0-E54A-918F-19B36E319B0B}" dt="2025-05-30T04:30:21.535" v="1367" actId="1037"/>
          <ac:picMkLst>
            <pc:docMk/>
            <pc:sldMk cId="444850638" sldId="2796"/>
            <ac:picMk id="16" creationId="{28BE0203-5D85-2114-004F-451508B44805}"/>
          </ac:picMkLst>
        </pc:picChg>
      </pc:sldChg>
      <pc:sldChg chg="addSp delSp modSp add mod">
        <pc:chgData name="Xin Luo" userId="82312ee5779919a4" providerId="LiveId" clId="{2A0DBCA2-3CE0-E54A-918F-19B36E319B0B}" dt="2025-05-29T10:29:50.908" v="1243" actId="27614"/>
        <pc:sldMkLst>
          <pc:docMk/>
          <pc:sldMk cId="676731434" sldId="2797"/>
        </pc:sldMkLst>
        <pc:spChg chg="mod">
          <ac:chgData name="Xin Luo" userId="82312ee5779919a4" providerId="LiveId" clId="{2A0DBCA2-3CE0-E54A-918F-19B36E319B0B}" dt="2025-05-29T10:23:01.927" v="1193" actId="20577"/>
          <ac:spMkLst>
            <pc:docMk/>
            <pc:sldMk cId="676731434" sldId="2797"/>
            <ac:spMk id="2" creationId="{ECCA97C2-903D-6DCD-A8DF-A104D48A0E06}"/>
          </ac:spMkLst>
        </pc:spChg>
        <pc:spChg chg="del">
          <ac:chgData name="Xin Luo" userId="82312ee5779919a4" providerId="LiveId" clId="{2A0DBCA2-3CE0-E54A-918F-19B36E319B0B}" dt="2025-05-29T10:22:50.037" v="1188" actId="478"/>
          <ac:spMkLst>
            <pc:docMk/>
            <pc:sldMk cId="676731434" sldId="2797"/>
            <ac:spMk id="6" creationId="{87667C33-45C7-5B4D-28A0-377AC1D7357F}"/>
          </ac:spMkLst>
        </pc:spChg>
        <pc:spChg chg="add mod">
          <ac:chgData name="Xin Luo" userId="82312ee5779919a4" providerId="LiveId" clId="{2A0DBCA2-3CE0-E54A-918F-19B36E319B0B}" dt="2025-05-29T10:23:06.075" v="1194" actId="1076"/>
          <ac:spMkLst>
            <pc:docMk/>
            <pc:sldMk cId="676731434" sldId="2797"/>
            <ac:spMk id="7" creationId="{CC65631A-45A4-798B-41F9-F6B691F4B007}"/>
          </ac:spMkLst>
        </pc:spChg>
        <pc:graphicFrameChg chg="del modGraphic">
          <ac:chgData name="Xin Luo" userId="82312ee5779919a4" providerId="LiveId" clId="{2A0DBCA2-3CE0-E54A-918F-19B36E319B0B}" dt="2025-05-29T10:22:53.766" v="1190" actId="478"/>
          <ac:graphicFrameMkLst>
            <pc:docMk/>
            <pc:sldMk cId="676731434" sldId="2797"/>
            <ac:graphicFrameMk id="4" creationId="{EA594A8C-60B1-CF8A-E22E-DD53263CDC11}"/>
          </ac:graphicFrameMkLst>
        </pc:graphicFrameChg>
        <pc:picChg chg="add del mod">
          <ac:chgData name="Xin Luo" userId="82312ee5779919a4" providerId="LiveId" clId="{2A0DBCA2-3CE0-E54A-918F-19B36E319B0B}" dt="2025-05-29T10:29:41.757" v="1240" actId="478"/>
          <ac:picMkLst>
            <pc:docMk/>
            <pc:sldMk cId="676731434" sldId="2797"/>
            <ac:picMk id="5" creationId="{08A302CE-697B-CA73-7FBF-A50E38F0E34B}"/>
          </ac:picMkLst>
        </pc:picChg>
        <pc:picChg chg="add mod">
          <ac:chgData name="Xin Luo" userId="82312ee5779919a4" providerId="LiveId" clId="{2A0DBCA2-3CE0-E54A-918F-19B36E319B0B}" dt="2025-05-29T10:29:50.908" v="1243" actId="27614"/>
          <ac:picMkLst>
            <pc:docMk/>
            <pc:sldMk cId="676731434" sldId="2797"/>
            <ac:picMk id="9" creationId="{0F2C459A-758B-1BF3-E51A-A20BED820C2B}"/>
          </ac:picMkLst>
        </pc:picChg>
      </pc:sldChg>
      <pc:sldChg chg="modSp mod">
        <pc:chgData name="Xin Luo" userId="82312ee5779919a4" providerId="LiveId" clId="{2A0DBCA2-3CE0-E54A-918F-19B36E319B0B}" dt="2025-05-30T12:11:55.100" v="1659" actId="403"/>
        <pc:sldMkLst>
          <pc:docMk/>
          <pc:sldMk cId="2582982397" sldId="2798"/>
        </pc:sldMkLst>
        <pc:spChg chg="mod">
          <ac:chgData name="Xin Luo" userId="82312ee5779919a4" providerId="LiveId" clId="{2A0DBCA2-3CE0-E54A-918F-19B36E319B0B}" dt="2025-05-30T12:11:55.100" v="1659" actId="403"/>
          <ac:spMkLst>
            <pc:docMk/>
            <pc:sldMk cId="2582982397" sldId="2798"/>
            <ac:spMk id="2" creationId="{020EBE1A-98D7-0C5E-06A6-D2F519AC771C}"/>
          </ac:spMkLst>
        </pc:spChg>
        <pc:spChg chg="mod">
          <ac:chgData name="Xin Luo" userId="82312ee5779919a4" providerId="LiveId" clId="{2A0DBCA2-3CE0-E54A-918F-19B36E319B0B}" dt="2025-05-30T12:11:45.635" v="1647" actId="1037"/>
          <ac:spMkLst>
            <pc:docMk/>
            <pc:sldMk cId="2582982397" sldId="2798"/>
            <ac:spMk id="5" creationId="{4A0B4C54-E6BA-175D-6C14-58C6934FD7E9}"/>
          </ac:spMkLst>
        </pc:spChg>
        <pc:spChg chg="mod">
          <ac:chgData name="Xin Luo" userId="82312ee5779919a4" providerId="LiveId" clId="{2A0DBCA2-3CE0-E54A-918F-19B36E319B0B}" dt="2025-05-30T12:11:52.145" v="1658" actId="1035"/>
          <ac:spMkLst>
            <pc:docMk/>
            <pc:sldMk cId="2582982397" sldId="2798"/>
            <ac:spMk id="7" creationId="{056B4A7B-F63D-1B66-872D-22556435A322}"/>
          </ac:spMkLst>
        </pc:spChg>
        <pc:picChg chg="mod">
          <ac:chgData name="Xin Luo" userId="82312ee5779919a4" providerId="LiveId" clId="{2A0DBCA2-3CE0-E54A-918F-19B36E319B0B}" dt="2025-05-30T12:11:52.145" v="1658" actId="1035"/>
          <ac:picMkLst>
            <pc:docMk/>
            <pc:sldMk cId="2582982397" sldId="2798"/>
            <ac:picMk id="8" creationId="{4A88A7FA-8D11-982E-F396-FEE0F80F4B57}"/>
          </ac:picMkLst>
        </pc:picChg>
      </pc:sldChg>
      <pc:sldChg chg="modSp mod">
        <pc:chgData name="Xin Luo" userId="82312ee5779919a4" providerId="LiveId" clId="{2A0DBCA2-3CE0-E54A-918F-19B36E319B0B}" dt="2025-05-30T01:08:49.633" v="1244" actId="1076"/>
        <pc:sldMkLst>
          <pc:docMk/>
          <pc:sldMk cId="825408484" sldId="2799"/>
        </pc:sldMkLst>
        <pc:picChg chg="mod">
          <ac:chgData name="Xin Luo" userId="82312ee5779919a4" providerId="LiveId" clId="{2A0DBCA2-3CE0-E54A-918F-19B36E319B0B}" dt="2025-05-30T01:08:49.633" v="1244" actId="1076"/>
          <ac:picMkLst>
            <pc:docMk/>
            <pc:sldMk cId="825408484" sldId="2799"/>
            <ac:picMk id="7" creationId="{7B5DE894-8B1B-368D-123D-FB31F5BCCCA8}"/>
          </ac:picMkLst>
        </pc:picChg>
      </pc:sldChg>
      <pc:sldChg chg="addSp delSp modSp add mod">
        <pc:chgData name="Xin Luo" userId="82312ee5779919a4" providerId="LiveId" clId="{2A0DBCA2-3CE0-E54A-918F-19B36E319B0B}" dt="2025-05-30T12:11:33.513" v="1641" actId="14100"/>
        <pc:sldMkLst>
          <pc:docMk/>
          <pc:sldMk cId="344140360" sldId="2800"/>
        </pc:sldMkLst>
        <pc:spChg chg="mod">
          <ac:chgData name="Xin Luo" userId="82312ee5779919a4" providerId="LiveId" clId="{2A0DBCA2-3CE0-E54A-918F-19B36E319B0B}" dt="2025-05-30T07:19:03.103" v="1483" actId="404"/>
          <ac:spMkLst>
            <pc:docMk/>
            <pc:sldMk cId="344140360" sldId="2800"/>
            <ac:spMk id="2" creationId="{22ADC2F6-39F6-C7CB-2888-3EDBAB720EB0}"/>
          </ac:spMkLst>
        </pc:spChg>
        <pc:spChg chg="mod">
          <ac:chgData name="Xin Luo" userId="82312ee5779919a4" providerId="LiveId" clId="{2A0DBCA2-3CE0-E54A-918F-19B36E319B0B}" dt="2025-05-30T07:31:20.024" v="1604" actId="1076"/>
          <ac:spMkLst>
            <pc:docMk/>
            <pc:sldMk cId="344140360" sldId="2800"/>
            <ac:spMk id="4" creationId="{EFBF61C4-5F2F-9886-27D3-C20E19ED0784}"/>
          </ac:spMkLst>
        </pc:spChg>
        <pc:spChg chg="del">
          <ac:chgData name="Xin Luo" userId="82312ee5779919a4" providerId="LiveId" clId="{2A0DBCA2-3CE0-E54A-918F-19B36E319B0B}" dt="2025-05-30T07:16:23.583" v="1409" actId="478"/>
          <ac:spMkLst>
            <pc:docMk/>
            <pc:sldMk cId="344140360" sldId="2800"/>
            <ac:spMk id="5" creationId="{C4FBCD6D-DAA2-A849-669E-7BE524BDB597}"/>
          </ac:spMkLst>
        </pc:spChg>
        <pc:spChg chg="add mod">
          <ac:chgData name="Xin Luo" userId="82312ee5779919a4" providerId="LiveId" clId="{2A0DBCA2-3CE0-E54A-918F-19B36E319B0B}" dt="2025-05-30T12:11:33.513" v="1641" actId="14100"/>
          <ac:spMkLst>
            <pc:docMk/>
            <pc:sldMk cId="344140360" sldId="2800"/>
            <ac:spMk id="10" creationId="{FA3E6552-B99F-0667-FFFF-05330AB4A03C}"/>
          </ac:spMkLst>
        </pc:spChg>
        <pc:spChg chg="del">
          <ac:chgData name="Xin Luo" userId="82312ee5779919a4" providerId="LiveId" clId="{2A0DBCA2-3CE0-E54A-918F-19B36E319B0B}" dt="2025-05-30T07:17:16.722" v="1457" actId="478"/>
          <ac:spMkLst>
            <pc:docMk/>
            <pc:sldMk cId="344140360" sldId="2800"/>
            <ac:spMk id="14" creationId="{B8A7EE5C-DBEB-04D6-C68A-2BD0CBF08ED8}"/>
          </ac:spMkLst>
        </pc:spChg>
        <pc:picChg chg="add del mod">
          <ac:chgData name="Xin Luo" userId="82312ee5779919a4" providerId="LiveId" clId="{2A0DBCA2-3CE0-E54A-918F-19B36E319B0B}" dt="2025-05-30T07:28:28.644" v="1507" actId="478"/>
          <ac:picMkLst>
            <pc:docMk/>
            <pc:sldMk cId="344140360" sldId="2800"/>
            <ac:picMk id="7" creationId="{8AAE2F15-CC14-B741-31FE-6C78215E5586}"/>
          </ac:picMkLst>
        </pc:picChg>
        <pc:picChg chg="add mod">
          <ac:chgData name="Xin Luo" userId="82312ee5779919a4" providerId="LiveId" clId="{2A0DBCA2-3CE0-E54A-918F-19B36E319B0B}" dt="2025-05-30T07:28:39.322" v="1520" actId="1038"/>
          <ac:picMkLst>
            <pc:docMk/>
            <pc:sldMk cId="344140360" sldId="2800"/>
            <ac:picMk id="9" creationId="{26E5A3E9-3268-F2A1-89E5-1D7859627017}"/>
          </ac:picMkLst>
        </pc:picChg>
        <pc:picChg chg="del mod">
          <ac:chgData name="Xin Luo" userId="82312ee5779919a4" providerId="LiveId" clId="{2A0DBCA2-3CE0-E54A-918F-19B36E319B0B}" dt="2025-05-30T07:17:43.355" v="1463" actId="478"/>
          <ac:picMkLst>
            <pc:docMk/>
            <pc:sldMk cId="344140360" sldId="2800"/>
            <ac:picMk id="16" creationId="{92E2DAB2-AF43-E837-A78D-C12BB436AB0B}"/>
          </ac:picMkLst>
        </pc:picChg>
      </pc:sldChg>
      <pc:sldChg chg="delSp modSp add del mod">
        <pc:chgData name="Xin Luo" userId="82312ee5779919a4" providerId="LiveId" clId="{2A0DBCA2-3CE0-E54A-918F-19B36E319B0B}" dt="2025-05-30T12:09:41.570" v="1626" actId="2696"/>
        <pc:sldMkLst>
          <pc:docMk/>
          <pc:sldMk cId="132678533" sldId="2801"/>
        </pc:sldMkLst>
        <pc:spChg chg="mod">
          <ac:chgData name="Xin Luo" userId="82312ee5779919a4" providerId="LiveId" clId="{2A0DBCA2-3CE0-E54A-918F-19B36E319B0B}" dt="2025-05-30T07:31:43.425" v="1610" actId="20577"/>
          <ac:spMkLst>
            <pc:docMk/>
            <pc:sldMk cId="132678533" sldId="2801"/>
            <ac:spMk id="2" creationId="{03C28BBC-617A-EAC9-F400-F96428F08AF0}"/>
          </ac:spMkLst>
        </pc:spChg>
        <pc:spChg chg="del">
          <ac:chgData name="Xin Luo" userId="82312ee5779919a4" providerId="LiveId" clId="{2A0DBCA2-3CE0-E54A-918F-19B36E319B0B}" dt="2025-05-30T07:31:41.076" v="1609" actId="478"/>
          <ac:spMkLst>
            <pc:docMk/>
            <pc:sldMk cId="132678533" sldId="2801"/>
            <ac:spMk id="4" creationId="{7C156F5E-6A4C-541B-A747-2841B3356A81}"/>
          </ac:spMkLst>
        </pc:spChg>
        <pc:spChg chg="del">
          <ac:chgData name="Xin Luo" userId="82312ee5779919a4" providerId="LiveId" clId="{2A0DBCA2-3CE0-E54A-918F-19B36E319B0B}" dt="2025-05-30T07:31:34.299" v="1608" actId="478"/>
          <ac:spMkLst>
            <pc:docMk/>
            <pc:sldMk cId="132678533" sldId="2801"/>
            <ac:spMk id="10" creationId="{28757199-42F3-207E-C906-B50FE56602A8}"/>
          </ac:spMkLst>
        </pc:spChg>
        <pc:picChg chg="del">
          <ac:chgData name="Xin Luo" userId="82312ee5779919a4" providerId="LiveId" clId="{2A0DBCA2-3CE0-E54A-918F-19B36E319B0B}" dt="2025-05-30T07:31:30.654" v="1607" actId="478"/>
          <ac:picMkLst>
            <pc:docMk/>
            <pc:sldMk cId="132678533" sldId="2801"/>
            <ac:picMk id="9" creationId="{5E1F20DB-6463-68F3-F660-8A2E5380C06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DEE26-FA14-A4B4-4649-FC7FBDD0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BAC5FC-822B-F8AC-9620-C57E0005A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64E2EC-3A75-EED3-31A8-64E17057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2897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6D12D-B1A0-1437-833C-9E5963F0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9664E0-BCB2-31D8-2E79-C06028554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A98C2C-A0DF-5DDA-3672-B0C10FE81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027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第八章 课程总结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32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677910" y="5474698"/>
            <a:ext cx="866698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 err="1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2000" dirty="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20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486158" y="243144"/>
            <a:ext cx="4231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地学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编程基础</a:t>
            </a:r>
            <a:r>
              <a:rPr lang="en-US" altLang="zh-CN" sz="18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 dirty="0">
                <a:solidFill>
                  <a:schemeClr val="bg2"/>
                </a:solidFill>
                <a:latin typeface="+mn-ea"/>
                <a:ea typeface="+mn-ea"/>
              </a:rPr>
              <a:t>八</a:t>
            </a:r>
            <a:r>
              <a:rPr lang="en-CN" sz="18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B2A0F-D257-096B-40B2-230EE8A48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>
            <a:extLst>
              <a:ext uri="{FF2B5EF4-FFF2-40B4-BE49-F238E27FC236}">
                <a16:creationId xmlns:a16="http://schemas.microsoft.com/office/drawing/2014/main" id="{9E2AD7F0-E744-E081-3E10-ED3DCF665904}"/>
              </a:ext>
            </a:extLst>
          </p:cNvPr>
          <p:cNvSpPr txBox="1"/>
          <p:nvPr/>
        </p:nvSpPr>
        <p:spPr>
          <a:xfrm>
            <a:off x="410818" y="725045"/>
            <a:ext cx="5042925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第三次选做作业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E416BB7D-A4B0-4A7F-30F2-A30450A9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第八章、课程总结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4744300D-919D-CAC0-4C1B-FC229ED0453B}"/>
              </a:ext>
            </a:extLst>
          </p:cNvPr>
          <p:cNvSpPr txBox="1"/>
          <p:nvPr/>
        </p:nvSpPr>
        <p:spPr>
          <a:xfrm>
            <a:off x="247650" y="2304794"/>
            <a:ext cx="1171575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作业内容及要求：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）对选课同学家乡数据进行统计分析。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）</a:t>
            </a:r>
            <a:r>
              <a:rPr lang="zh-CN" altLang="en-US" sz="2800" b="1" u="sng" dirty="0">
                <a:solidFill>
                  <a:srgbClr val="333333"/>
                </a:solidFill>
                <a:latin typeface="+mn-ea"/>
                <a:ea typeface="+mn-ea"/>
              </a:rPr>
              <a:t>基于地图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进行选课同学家乡数据可视化（提供全国地图数据一份）。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）对实验中所遇问题及解决过程进行总结。 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作业提交：</a:t>
            </a:r>
            <a:r>
              <a:rPr lang="en-US" altLang="zh-CN" sz="2800" u="sng" dirty="0">
                <a:solidFill>
                  <a:srgbClr val="333333"/>
                </a:solidFill>
                <a:latin typeface="+mn-ea"/>
                <a:ea typeface="+mn-ea"/>
              </a:rPr>
              <a:t>pdf</a:t>
            </a:r>
            <a:r>
              <a:rPr lang="zh-CN" altLang="en-US" sz="2800" u="sng" dirty="0">
                <a:solidFill>
                  <a:srgbClr val="333333"/>
                </a:solidFill>
                <a:latin typeface="+mn-ea"/>
                <a:ea typeface="+mn-ea"/>
              </a:rPr>
              <a:t>格式实验文档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，要求</a:t>
            </a:r>
            <a:r>
              <a:rPr lang="zh-CN" altLang="en-US" sz="2800" u="sng" dirty="0">
                <a:solidFill>
                  <a:srgbClr val="333333"/>
                </a:solidFill>
                <a:latin typeface="+mn-ea"/>
                <a:ea typeface="+mn-ea"/>
              </a:rPr>
              <a:t>格式规范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zh-CN" altLang="en-US" sz="2800" u="sng" dirty="0">
                <a:solidFill>
                  <a:srgbClr val="333333"/>
                </a:solidFill>
                <a:latin typeface="+mn-ea"/>
                <a:ea typeface="+mn-ea"/>
              </a:rPr>
              <a:t>内容准确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且实验</a:t>
            </a:r>
            <a:r>
              <a:rPr lang="zh-CN" altLang="en-US" sz="2800" u="sng" dirty="0">
                <a:solidFill>
                  <a:srgbClr val="333333"/>
                </a:solidFill>
                <a:latin typeface="+mn-ea"/>
                <a:ea typeface="+mn-ea"/>
              </a:rPr>
              <a:t>细节充分</a:t>
            </a:r>
            <a:r>
              <a:rPr lang="zh-CN" altLang="en-US" sz="28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难度</a:t>
            </a:r>
            <a:r>
              <a:rPr lang="zh-CN" altLang="en-US" sz="32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星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；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截止日期：</a:t>
            </a:r>
            <a:r>
              <a:rPr lang="en-US" altLang="zh-CN" sz="2800" b="1" u="sng" dirty="0">
                <a:solidFill>
                  <a:srgbClr val="FF0000"/>
                </a:solidFill>
                <a:latin typeface="+mn-ea"/>
                <a:ea typeface="+mn-ea"/>
              </a:rPr>
              <a:t>2026</a:t>
            </a:r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年</a:t>
            </a:r>
            <a:r>
              <a:rPr lang="en-US" altLang="zh-CN" sz="2800" b="1" u="sng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月</a:t>
            </a:r>
            <a:r>
              <a:rPr lang="en-US" altLang="zh-CN" sz="2800" b="1" u="sng" dirty="0">
                <a:solidFill>
                  <a:srgbClr val="FF0000"/>
                </a:solidFill>
                <a:latin typeface="+mn-ea"/>
                <a:ea typeface="+mn-ea"/>
              </a:rPr>
              <a:t>10</a:t>
            </a:r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日</a:t>
            </a:r>
            <a:endParaRPr lang="en-US" altLang="zh-CN" sz="28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E8E705-F848-9833-C2B2-9B568DDA3035}"/>
              </a:ext>
            </a:extLst>
          </p:cNvPr>
          <p:cNvSpPr txBox="1"/>
          <p:nvPr/>
        </p:nvSpPr>
        <p:spPr>
          <a:xfrm>
            <a:off x="939282" y="1529492"/>
            <a:ext cx="10368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u="sng" dirty="0">
                <a:solidFill>
                  <a:srgbClr val="FF0000"/>
                </a:solidFill>
                <a:latin typeface="+mn-ea"/>
                <a:ea typeface="+mn-ea"/>
              </a:rPr>
              <a:t>题目：基于地图的地理数据可视化编程</a:t>
            </a:r>
            <a:endParaRPr lang="en-US" altLang="zh-CN" sz="32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574554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60B59-ED84-FB79-5EED-472C82C6A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>
            <a:extLst>
              <a:ext uri="{FF2B5EF4-FFF2-40B4-BE49-F238E27FC236}">
                <a16:creationId xmlns:a16="http://schemas.microsoft.com/office/drawing/2014/main" id="{1AEC23A4-8B5B-3EF7-02BF-3C0ADC1A018B}"/>
              </a:ext>
            </a:extLst>
          </p:cNvPr>
          <p:cNvSpPr txBox="1"/>
          <p:nvPr/>
        </p:nvSpPr>
        <p:spPr>
          <a:xfrm>
            <a:off x="234950" y="750445"/>
            <a:ext cx="5218793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第三次选做作业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7AE7851C-7442-504D-F73C-CB909E7C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第八章、课程总结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20A8ED86-F5B7-78E0-7F8E-CF0462CFB76F}"/>
              </a:ext>
            </a:extLst>
          </p:cNvPr>
          <p:cNvSpPr txBox="1"/>
          <p:nvPr/>
        </p:nvSpPr>
        <p:spPr>
          <a:xfrm>
            <a:off x="367106" y="2057144"/>
            <a:ext cx="1143119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作业说明：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）对选课同学家乡信息进行地图可视化类似下图所示：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017A5C-41FB-C5F5-4790-894FD6A4D7A8}"/>
              </a:ext>
            </a:extLst>
          </p:cNvPr>
          <p:cNvSpPr txBox="1"/>
          <p:nvPr/>
        </p:nvSpPr>
        <p:spPr>
          <a:xfrm>
            <a:off x="939282" y="1529492"/>
            <a:ext cx="10368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u="sng" dirty="0">
                <a:solidFill>
                  <a:srgbClr val="FF0000"/>
                </a:solidFill>
                <a:latin typeface="+mn-ea"/>
                <a:ea typeface="+mn-ea"/>
              </a:rPr>
              <a:t>题目：</a:t>
            </a:r>
            <a:r>
              <a:rPr kumimoji="0" lang="zh-CN" alt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基于地图的地理数据统计分析编程</a:t>
            </a:r>
            <a:endParaRPr lang="en-US" altLang="zh-CN" sz="32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FA2D06-066A-A68B-AA3E-A9F663E91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96" y="3195917"/>
            <a:ext cx="4829204" cy="3512600"/>
          </a:xfrm>
          <a:prstGeom prst="rect">
            <a:avLst/>
          </a:prstGeom>
        </p:spPr>
      </p:pic>
      <p:sp>
        <p:nvSpPr>
          <p:cNvPr id="8" name="TextBox 12">
            <a:extLst>
              <a:ext uri="{FF2B5EF4-FFF2-40B4-BE49-F238E27FC236}">
                <a16:creationId xmlns:a16="http://schemas.microsoft.com/office/drawing/2014/main" id="{762FE251-B02F-BAF8-3BA9-0D7A7E283F4C}"/>
              </a:ext>
            </a:extLst>
          </p:cNvPr>
          <p:cNvSpPr txBox="1"/>
          <p:nvPr/>
        </p:nvSpPr>
        <p:spPr>
          <a:xfrm>
            <a:off x="5219701" y="3461359"/>
            <a:ext cx="6781800" cy="2981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）地图数据为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.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gpkg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格式数据，可用</a:t>
            </a:r>
            <a:r>
              <a:rPr lang="en-US" altLang="zh-CN" b="1" u="sng" dirty="0" err="1">
                <a:solidFill>
                  <a:srgbClr val="333333"/>
                </a:solidFill>
                <a:latin typeface="+mn-ea"/>
                <a:ea typeface="+mn-ea"/>
              </a:rPr>
              <a:t>Geopandas</a:t>
            </a:r>
            <a:r>
              <a:rPr lang="zh-CN" altLang="en-US" b="1" u="sng" dirty="0">
                <a:solidFill>
                  <a:srgbClr val="333333"/>
                </a:solidFill>
                <a:latin typeface="+mn-ea"/>
                <a:ea typeface="+mn-ea"/>
              </a:rPr>
              <a:t>库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读入及可视化。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）基于地图对选课同学家乡地理特征（海拔、距离等）进行可视化分析），可能使用到的库包括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geopandas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numpy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等。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464633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AF2C8A-630B-4E32-6B45-CAA3CED7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B235603-9FE3-D5D6-6040-0075073D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第八章、课程总结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23D266-F5C0-4C9C-0D74-2DD6AA030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4" y="1453293"/>
            <a:ext cx="11554452" cy="434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8166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E13635-160D-A8A4-4606-0A1BC65B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099" y="6467405"/>
            <a:ext cx="813385" cy="365125"/>
          </a:xfrm>
        </p:spPr>
        <p:txBody>
          <a:bodyPr/>
          <a:lstStyle/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53A3D9-4EA0-C807-8EBF-8D1450B43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课程内容</a:t>
            </a:r>
          </a:p>
        </p:txBody>
      </p:sp>
      <p:graphicFrame>
        <p:nvGraphicFramePr>
          <p:cNvPr id="8" name="Table 1">
            <a:extLst>
              <a:ext uri="{FF2B5EF4-FFF2-40B4-BE49-F238E27FC236}">
                <a16:creationId xmlns:a16="http://schemas.microsoft.com/office/drawing/2014/main" id="{D9D8EB66-06BD-4E9A-71C5-A1F007995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504226"/>
              </p:ext>
            </p:extLst>
          </p:nvPr>
        </p:nvGraphicFramePr>
        <p:xfrm>
          <a:off x="2004691" y="1145082"/>
          <a:ext cx="9565009" cy="5262069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596919">
                  <a:extLst>
                    <a:ext uri="{9D8B030D-6E8A-4147-A177-3AD203B41FA5}">
                      <a16:colId xmlns:a16="http://schemas.microsoft.com/office/drawing/2014/main" val="541523726"/>
                    </a:ext>
                  </a:extLst>
                </a:gridCol>
                <a:gridCol w="827640">
                  <a:extLst>
                    <a:ext uri="{9D8B030D-6E8A-4147-A177-3AD203B41FA5}">
                      <a16:colId xmlns:a16="http://schemas.microsoft.com/office/drawing/2014/main" val="686157870"/>
                    </a:ext>
                  </a:extLst>
                </a:gridCol>
                <a:gridCol w="6140450">
                  <a:extLst>
                    <a:ext uri="{9D8B030D-6E8A-4147-A177-3AD203B41FA5}">
                      <a16:colId xmlns:a16="http://schemas.microsoft.com/office/drawing/2014/main" val="335792030"/>
                    </a:ext>
                  </a:extLst>
                </a:gridCol>
              </a:tblGrid>
              <a:tr h="5238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800" b="1" kern="100" dirty="0">
                          <a:solidFill>
                            <a:schemeClr val="bg2"/>
                          </a:solidFill>
                          <a:effectLst/>
                        </a:rPr>
                        <a:t>课程章节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800" b="1" kern="100" dirty="0">
                          <a:solidFill>
                            <a:schemeClr val="bg2"/>
                          </a:solidFill>
                          <a:effectLst/>
                        </a:rPr>
                        <a:t>课时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800" b="1" kern="100" dirty="0">
                          <a:solidFill>
                            <a:schemeClr val="bg2"/>
                          </a:solidFill>
                          <a:effectLst/>
                        </a:rPr>
                        <a:t>主要学习内容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1326853316"/>
                  </a:ext>
                </a:extLst>
              </a:tr>
              <a:tr h="6004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计算机编程与开发环境</a:t>
                      </a:r>
                      <a:r>
                        <a:rPr 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计算机原理与程序设计概述，</a:t>
                      </a: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简介</a:t>
                      </a:r>
                      <a:r>
                        <a:rPr lang="zh-CN" alt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及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开发环境配置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2201168347"/>
                  </a:ext>
                </a:extLst>
              </a:tr>
              <a:tr h="58611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变量与数据类型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CN" sz="1800" b="1" kern="1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变量命名与赋值，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数据类型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数据类型转换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1935547647"/>
                  </a:ext>
                </a:extLst>
              </a:tr>
              <a:tr h="6066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条件与循环</a:t>
                      </a:r>
                      <a:r>
                        <a:rPr 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条件与循环概念，</a:t>
                      </a: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条件语句，</a:t>
                      </a: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循环结构与控制</a:t>
                      </a:r>
                      <a:r>
                        <a:rPr 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3559224750"/>
                  </a:ext>
                </a:extLst>
              </a:tr>
              <a:tr h="60049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函数与模块化编程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CN" sz="1800" b="1" kern="1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函数、模块与包概念，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 </a:t>
                      </a:r>
                      <a:r>
                        <a:rPr 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内置函数与标准库，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 python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第三方库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3936300217"/>
                  </a:ext>
                </a:extLst>
              </a:tr>
              <a:tr h="58611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文件操作与异常处理</a:t>
                      </a:r>
                      <a:r>
                        <a:rPr 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文件操作，</a:t>
                      </a: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数据读写，</a:t>
                      </a: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异常处理</a:t>
                      </a:r>
                      <a:r>
                        <a:rPr lang="en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4199274661"/>
                  </a:ext>
                </a:extLst>
              </a:tr>
              <a:tr h="58611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accent2"/>
                          </a:solidFill>
                          <a:effectLst/>
                        </a:rPr>
                        <a:t>6</a:t>
                      </a:r>
                      <a:r>
                        <a:rPr 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面向对象编程</a:t>
                      </a:r>
                      <a:r>
                        <a:rPr lang="en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CN" sz="1800" b="1" kern="1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面向对象编程概念，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类与对象，</a:t>
                      </a:r>
                      <a:r>
                        <a:rPr lang="en-US" altLang="zh-CN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 </a:t>
                      </a:r>
                      <a:r>
                        <a:rPr lang="zh-CN" altLang="en-US" sz="1800" b="1" kern="1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类继承</a:t>
                      </a:r>
                      <a:endParaRPr lang="en-CN" sz="1800" b="1" kern="1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1269408731"/>
                  </a:ext>
                </a:extLst>
              </a:tr>
              <a:tr h="58611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并发编程</a:t>
                      </a:r>
                      <a:r>
                        <a:rPr lang="en-CN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CN" sz="1800" b="1" kern="100" dirty="0">
                        <a:solidFill>
                          <a:srgbClr val="FF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 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并发、并行、</a:t>
                      </a:r>
                      <a:r>
                        <a:rPr 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GIL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（全局解释器锁）概念，</a:t>
                      </a:r>
                      <a:r>
                        <a:rPr lang="en-US" altLang="zh-CN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 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多线程编程，</a:t>
                      </a:r>
                      <a:r>
                        <a:rPr lang="en-US" altLang="zh-CN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 </a:t>
                      </a:r>
                      <a:r>
                        <a:rPr lang="zh-CN" altLang="en-US" sz="1800" b="1" kern="100" dirty="0">
                          <a:solidFill>
                            <a:srgbClr val="FF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多进程编程</a:t>
                      </a:r>
                      <a:endParaRPr lang="en-CN" sz="1800" b="1" kern="100" dirty="0">
                        <a:solidFill>
                          <a:srgbClr val="FF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1353450156"/>
                  </a:ext>
                </a:extLst>
              </a:tr>
              <a:tr h="58611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800" b="1" kern="100" dirty="0">
                          <a:solidFill>
                            <a:schemeClr val="bg2"/>
                          </a:solidFill>
                          <a:effectLst/>
                        </a:rPr>
                        <a:t>8. </a:t>
                      </a: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</a:rPr>
                        <a:t>课程总结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zh-CN" altLang="en-US" sz="1800" b="1" kern="1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课程知识点总结</a:t>
                      </a:r>
                      <a:endParaRPr lang="en-CN" sz="1800" b="1" kern="1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879" marR="61879" marT="0" marB="0" anchor="ctr"/>
                </a:tc>
                <a:extLst>
                  <a:ext uri="{0D108BD9-81ED-4DB2-BD59-A6C34878D82A}">
                    <a16:rowId xmlns:a16="http://schemas.microsoft.com/office/drawing/2014/main" val="2000328995"/>
                  </a:ext>
                </a:extLst>
              </a:tr>
            </a:tbl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9723DE8D-71E6-A8FD-337D-ECC94BABB8A0}"/>
              </a:ext>
            </a:extLst>
          </p:cNvPr>
          <p:cNvGrpSpPr/>
          <p:nvPr/>
        </p:nvGrpSpPr>
        <p:grpSpPr>
          <a:xfrm>
            <a:off x="468307" y="2366680"/>
            <a:ext cx="1609706" cy="3063052"/>
            <a:chOff x="531807" y="2366680"/>
            <a:chExt cx="1536384" cy="2948692"/>
          </a:xfrm>
        </p:grpSpPr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BB010A16-F279-5892-4FB5-6BDA19EF7E97}"/>
                </a:ext>
              </a:extLst>
            </p:cNvPr>
            <p:cNvSpPr txBox="1"/>
            <p:nvPr/>
          </p:nvSpPr>
          <p:spPr>
            <a:xfrm>
              <a:off x="531807" y="2366680"/>
              <a:ext cx="860368" cy="461665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CN" b="1" dirty="0">
                  <a:solidFill>
                    <a:srgbClr val="C00000"/>
                  </a:solidFill>
                  <a:latin typeface="微软雅黑"/>
                  <a:ea typeface="微软雅黑"/>
                </a:rPr>
                <a:t>重点</a:t>
              </a:r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6974C634-7607-99C1-C54E-3D9F292B5BEA}"/>
                </a:ext>
              </a:extLst>
            </p:cNvPr>
            <p:cNvSpPr txBox="1"/>
            <p:nvPr/>
          </p:nvSpPr>
          <p:spPr>
            <a:xfrm>
              <a:off x="538219" y="3729556"/>
              <a:ext cx="846798" cy="461665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CN" b="1" dirty="0">
                  <a:solidFill>
                    <a:srgbClr val="FF00FF"/>
                  </a:solidFill>
                  <a:latin typeface="微软雅黑"/>
                  <a:ea typeface="微软雅黑"/>
                </a:rPr>
                <a:t>难点</a:t>
              </a:r>
            </a:p>
          </p:txBody>
        </p:sp>
        <p:cxnSp>
          <p:nvCxnSpPr>
            <p:cNvPr id="11" name="Straight Arrow Connector 7">
              <a:extLst>
                <a:ext uri="{FF2B5EF4-FFF2-40B4-BE49-F238E27FC236}">
                  <a16:creationId xmlns:a16="http://schemas.microsoft.com/office/drawing/2014/main" id="{AF66D3AC-80F5-A630-909E-1E96002602E6}"/>
                </a:ext>
              </a:extLst>
            </p:cNvPr>
            <p:cNvCxnSpPr>
              <a:cxnSpLocks/>
              <a:stCxn id="9" idx="3"/>
            </p:cNvCxnSpPr>
            <p:nvPr/>
          </p:nvCxnSpPr>
          <p:spPr bwMode="auto">
            <a:xfrm flipV="1">
              <a:off x="1392178" y="2496872"/>
              <a:ext cx="668855" cy="100638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Arrow Connector 8">
              <a:extLst>
                <a:ext uri="{FF2B5EF4-FFF2-40B4-BE49-F238E27FC236}">
                  <a16:creationId xmlns:a16="http://schemas.microsoft.com/office/drawing/2014/main" id="{E4BB339A-BE77-01B1-03A3-29144EDD310D}"/>
                </a:ext>
              </a:extLst>
            </p:cNvPr>
            <p:cNvCxnSpPr>
              <a:cxnSpLocks/>
              <a:stCxn id="9" idx="3"/>
              <a:endCxn id="8" idx="1"/>
            </p:cNvCxnSpPr>
            <p:nvPr/>
          </p:nvCxnSpPr>
          <p:spPr bwMode="auto">
            <a:xfrm>
              <a:off x="1392175" y="2597513"/>
              <a:ext cx="630277" cy="1125982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Arrow Connector 11">
              <a:extLst>
                <a:ext uri="{FF2B5EF4-FFF2-40B4-BE49-F238E27FC236}">
                  <a16:creationId xmlns:a16="http://schemas.microsoft.com/office/drawing/2014/main" id="{9466A6C9-EC15-1807-3E87-C3835FD30ADC}"/>
                </a:ext>
              </a:extLst>
            </p:cNvPr>
            <p:cNvCxnSpPr>
              <a:cxnSpLocks/>
              <a:stCxn id="9" idx="3"/>
            </p:cNvCxnSpPr>
            <p:nvPr/>
          </p:nvCxnSpPr>
          <p:spPr bwMode="auto">
            <a:xfrm>
              <a:off x="1392178" y="2597510"/>
              <a:ext cx="668855" cy="2173932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7">
              <a:extLst>
                <a:ext uri="{FF2B5EF4-FFF2-40B4-BE49-F238E27FC236}">
                  <a16:creationId xmlns:a16="http://schemas.microsoft.com/office/drawing/2014/main" id="{62170F66-A73B-85C2-8F91-66A1FFB1D6CB}"/>
                </a:ext>
              </a:extLst>
            </p:cNvPr>
            <p:cNvCxnSpPr>
              <a:cxnSpLocks/>
              <a:stCxn id="10" idx="3"/>
              <a:endCxn id="8" idx="1"/>
            </p:cNvCxnSpPr>
            <p:nvPr/>
          </p:nvCxnSpPr>
          <p:spPr bwMode="auto">
            <a:xfrm flipV="1">
              <a:off x="1385017" y="3723494"/>
              <a:ext cx="637435" cy="236894"/>
            </a:xfrm>
            <a:prstGeom prst="straightConnector1">
              <a:avLst/>
            </a:prstGeom>
            <a:ln w="28575">
              <a:solidFill>
                <a:srgbClr val="FF00DF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Arrow Connector 20">
              <a:extLst>
                <a:ext uri="{FF2B5EF4-FFF2-40B4-BE49-F238E27FC236}">
                  <a16:creationId xmlns:a16="http://schemas.microsoft.com/office/drawing/2014/main" id="{C6BC656C-6BAB-B8E0-485C-55F68F70CDA2}"/>
                </a:ext>
              </a:extLst>
            </p:cNvPr>
            <p:cNvCxnSpPr>
              <a:cxnSpLocks/>
              <a:stCxn id="10" idx="3"/>
            </p:cNvCxnSpPr>
            <p:nvPr/>
          </p:nvCxnSpPr>
          <p:spPr bwMode="auto">
            <a:xfrm>
              <a:off x="1385020" y="3960386"/>
              <a:ext cx="683171" cy="811056"/>
            </a:xfrm>
            <a:prstGeom prst="straightConnector1">
              <a:avLst/>
            </a:prstGeom>
            <a:ln w="28575">
              <a:solidFill>
                <a:srgbClr val="FF00DF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Arrow Connector 23">
              <a:extLst>
                <a:ext uri="{FF2B5EF4-FFF2-40B4-BE49-F238E27FC236}">
                  <a16:creationId xmlns:a16="http://schemas.microsoft.com/office/drawing/2014/main" id="{17CF904E-994D-3492-D389-6B309DC4457B}"/>
                </a:ext>
              </a:extLst>
            </p:cNvPr>
            <p:cNvCxnSpPr>
              <a:cxnSpLocks/>
              <a:stCxn id="10" idx="3"/>
            </p:cNvCxnSpPr>
            <p:nvPr/>
          </p:nvCxnSpPr>
          <p:spPr bwMode="auto">
            <a:xfrm>
              <a:off x="1385020" y="3960386"/>
              <a:ext cx="683171" cy="1354986"/>
            </a:xfrm>
            <a:prstGeom prst="straightConnector1">
              <a:avLst/>
            </a:prstGeom>
            <a:ln w="28575">
              <a:solidFill>
                <a:srgbClr val="FF00DF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129114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F04C1-D922-0B1F-8AD4-B87FE1A6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B52891-922C-3A36-E853-CBE7D927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099" y="6467405"/>
            <a:ext cx="813385" cy="365125"/>
          </a:xfrm>
        </p:spPr>
        <p:txBody>
          <a:bodyPr/>
          <a:lstStyle/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19D74F-555D-25CB-67C9-A6A50C65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课程内容掌握不足投票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69F8158-443D-9615-921B-830FE99FC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30" y="1269154"/>
            <a:ext cx="10519887" cy="511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4705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87EBE-69C7-E2D0-824D-1B49AD300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B613CE-CCA9-002C-A710-87F2522F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099" y="6467405"/>
            <a:ext cx="813385" cy="365125"/>
          </a:xfrm>
        </p:spPr>
        <p:txBody>
          <a:bodyPr/>
          <a:lstStyle/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A8C3518-CE4E-27DE-C086-E269D840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其他掌握不足的课程内容有哪些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B15C9D-F3D8-5AFD-9845-C59AEFCB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31" t="20074" r="22916" b="22247"/>
          <a:stretch>
            <a:fillRect/>
          </a:stretch>
        </p:blipFill>
        <p:spPr>
          <a:xfrm>
            <a:off x="1053914" y="1111249"/>
            <a:ext cx="9599971" cy="5073651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08186503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just">
          <a:defRPr sz="1800" dirty="0" err="1" smtClean="0">
            <a:solidFill>
              <a:schemeClr val="bg2"/>
            </a:solidFill>
            <a:latin typeface="+mn-ea"/>
            <a:ea typeface="+mn-ea"/>
          </a:defRPr>
        </a:defPPr>
      </a:lstStyle>
    </a:tx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3900</TotalTime>
  <Words>440</Words>
  <Application>Microsoft Office PowerPoint</Application>
  <PresentationFormat>宽屏</PresentationFormat>
  <Paragraphs>61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黑体</vt:lpstr>
      <vt:lpstr>微软雅黑</vt:lpstr>
      <vt:lpstr>Arial</vt:lpstr>
      <vt:lpstr>Times New Roman</vt:lpstr>
      <vt:lpstr>Wingdings</vt:lpstr>
      <vt:lpstr>2_Global</vt:lpstr>
      <vt:lpstr>1_Copyright (c) 2007-2010 NordriDesign™ _light</vt:lpstr>
      <vt:lpstr>PowerPoint 演示文稿</vt:lpstr>
      <vt:lpstr>第八章、课程总结</vt:lpstr>
      <vt:lpstr>第八章、课程总结</vt:lpstr>
      <vt:lpstr>第八章、课程总结</vt:lpstr>
      <vt:lpstr>课程内容</vt:lpstr>
      <vt:lpstr>课程内容掌握不足投票</vt:lpstr>
      <vt:lpstr>其他掌握不足的课程内容有哪些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52</cp:revision>
  <dcterms:created xsi:type="dcterms:W3CDTF">2004-07-09T11:40:27Z</dcterms:created>
  <dcterms:modified xsi:type="dcterms:W3CDTF">2025-12-03T09:41:07Z</dcterms:modified>
</cp:coreProperties>
</file>