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6"/>
  </p:notesMasterIdLst>
  <p:handoutMasterIdLst>
    <p:handoutMasterId r:id="rId27"/>
  </p:handoutMasterIdLst>
  <p:sldIdLst>
    <p:sldId id="2708" r:id="rId3"/>
    <p:sldId id="2387" r:id="rId4"/>
    <p:sldId id="2447" r:id="rId5"/>
    <p:sldId id="2729" r:id="rId6"/>
    <p:sldId id="2765" r:id="rId7"/>
    <p:sldId id="2766" r:id="rId8"/>
    <p:sldId id="2774" r:id="rId9"/>
    <p:sldId id="2775" r:id="rId10"/>
    <p:sldId id="2772" r:id="rId11"/>
    <p:sldId id="2777" r:id="rId12"/>
    <p:sldId id="2771" r:id="rId13"/>
    <p:sldId id="2776" r:id="rId14"/>
    <p:sldId id="2790" r:id="rId15"/>
    <p:sldId id="2789" r:id="rId16"/>
    <p:sldId id="2780" r:id="rId17"/>
    <p:sldId id="2781" r:id="rId18"/>
    <p:sldId id="2782" r:id="rId19"/>
    <p:sldId id="2778" r:id="rId20"/>
    <p:sldId id="2787" r:id="rId21"/>
    <p:sldId id="2788" r:id="rId22"/>
    <p:sldId id="2784" r:id="rId23"/>
    <p:sldId id="2779" r:id="rId24"/>
    <p:sldId id="2760" r:id="rId25"/>
  </p:sldIdLst>
  <p:sldSz cx="12192000" cy="6858000"/>
  <p:notesSz cx="7099300" cy="10234613"/>
  <p:custDataLst>
    <p:tags r:id="rId28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EECE1"/>
    <a:srgbClr val="7A81FF"/>
    <a:srgbClr val="00B050"/>
    <a:srgbClr val="FF00DF"/>
    <a:srgbClr val="C3E8CC"/>
    <a:srgbClr val="FF00FF"/>
    <a:srgbClr val="269FA0"/>
    <a:srgbClr val="FFC000"/>
    <a:srgbClr val="3333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F9892-859B-8349-A234-8660AFCBAD3E}" v="79" dt="2025-06-02T14:40:11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63"/>
    <p:restoredTop sz="83115" autoAdjust="0"/>
  </p:normalViewPr>
  <p:slideViewPr>
    <p:cSldViewPr snapToGrid="0">
      <p:cViewPr varScale="1">
        <p:scale>
          <a:sx n="73" d="100"/>
          <a:sy n="73" d="100"/>
        </p:scale>
        <p:origin x="225" y="42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2800F99A-8A54-2B47-A823-B15E42F1D981}"/>
    <pc:docChg chg="custSel delSld modSld">
      <pc:chgData name="Xin Luo" userId="82312ee5779919a4" providerId="LiveId" clId="{2800F99A-8A54-2B47-A823-B15E42F1D981}" dt="2025-05-08T15:37:54.066" v="192" actId="20577"/>
      <pc:docMkLst>
        <pc:docMk/>
      </pc:docMkLst>
      <pc:sldChg chg="delSp modSp mod">
        <pc:chgData name="Xin Luo" userId="82312ee5779919a4" providerId="LiveId" clId="{2800F99A-8A54-2B47-A823-B15E42F1D981}" dt="2025-05-08T15:36:56.172" v="86" actId="1035"/>
        <pc:sldMkLst>
          <pc:docMk/>
          <pc:sldMk cId="1576120367" sldId="2387"/>
        </pc:sldMkLst>
        <pc:spChg chg="mod">
          <ac:chgData name="Xin Luo" userId="82312ee5779919a4" providerId="LiveId" clId="{2800F99A-8A54-2B47-A823-B15E42F1D981}" dt="2025-05-08T15:36:45.371" v="48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2800F99A-8A54-2B47-A823-B15E42F1D981}" dt="2025-05-08T15:36:56.172" v="86" actId="1035"/>
          <ac:grpSpMkLst>
            <pc:docMk/>
            <pc:sldMk cId="1576120367" sldId="2387"/>
            <ac:grpSpMk id="3" creationId="{12ED16A1-79B8-7DB1-1CC1-250B051BAD58}"/>
          </ac:grpSpMkLst>
        </pc:grpChg>
      </pc:sldChg>
      <pc:sldChg chg="modSp mod">
        <pc:chgData name="Xin Luo" userId="82312ee5779919a4" providerId="LiveId" clId="{2800F99A-8A54-2B47-A823-B15E42F1D981}" dt="2025-05-08T15:37:14.888" v="125" actId="20577"/>
        <pc:sldMkLst>
          <pc:docMk/>
          <pc:sldMk cId="2415901206" sldId="2447"/>
        </pc:sldMkLst>
        <pc:spChg chg="mod">
          <ac:chgData name="Xin Luo" userId="82312ee5779919a4" providerId="LiveId" clId="{2800F99A-8A54-2B47-A823-B15E42F1D981}" dt="2025-05-08T15:37:14.888" v="125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2800F99A-8A54-2B47-A823-B15E42F1D981}" dt="2025-05-08T15:37:54.066" v="192" actId="20577"/>
        <pc:sldMkLst>
          <pc:docMk/>
          <pc:sldMk cId="481122590" sldId="2709"/>
        </pc:sldMkLst>
      </pc:sldChg>
      <pc:sldChg chg="del">
        <pc:chgData name="Xin Luo" userId="82312ee5779919a4" providerId="LiveId" clId="{2800F99A-8A54-2B47-A823-B15E42F1D981}" dt="2025-05-08T15:37:45.289" v="168" actId="2696"/>
        <pc:sldMkLst>
          <pc:docMk/>
          <pc:sldMk cId="972163772" sldId="2720"/>
        </pc:sldMkLst>
      </pc:sldChg>
      <pc:sldChg chg="delSp modSp mod">
        <pc:chgData name="Xin Luo" userId="82312ee5779919a4" providerId="LiveId" clId="{2800F99A-8A54-2B47-A823-B15E42F1D981}" dt="2025-05-08T15:37:38.667" v="164" actId="20577"/>
        <pc:sldMkLst>
          <pc:docMk/>
          <pc:sldMk cId="3053350483" sldId="2729"/>
        </pc:sldMkLst>
        <pc:spChg chg="mod">
          <ac:chgData name="Xin Luo" userId="82312ee5779919a4" providerId="LiveId" clId="{2800F99A-8A54-2B47-A823-B15E42F1D981}" dt="2025-05-08T15:37:27.788" v="128" actId="20577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2800F99A-8A54-2B47-A823-B15E42F1D981}" dt="2025-05-08T15:37:38.667" v="164" actId="20577"/>
          <ac:spMkLst>
            <pc:docMk/>
            <pc:sldMk cId="3053350483" sldId="2729"/>
            <ac:spMk id="3" creationId="{00000000-0000-0000-0000-000000000000}"/>
          </ac:spMkLst>
        </pc:spChg>
      </pc:sldChg>
      <pc:sldChg chg="del">
        <pc:chgData name="Xin Luo" userId="82312ee5779919a4" providerId="LiveId" clId="{2800F99A-8A54-2B47-A823-B15E42F1D981}" dt="2025-05-08T15:37:43.655" v="166" actId="2696"/>
        <pc:sldMkLst>
          <pc:docMk/>
          <pc:sldMk cId="1201927867" sldId="2730"/>
        </pc:sldMkLst>
      </pc:sldChg>
      <pc:sldChg chg="del">
        <pc:chgData name="Xin Luo" userId="82312ee5779919a4" providerId="LiveId" clId="{2800F99A-8A54-2B47-A823-B15E42F1D981}" dt="2025-05-08T15:37:43.651" v="165" actId="2696"/>
        <pc:sldMkLst>
          <pc:docMk/>
          <pc:sldMk cId="3947651410" sldId="2767"/>
        </pc:sldMkLst>
      </pc:sldChg>
      <pc:sldChg chg="del">
        <pc:chgData name="Xin Luo" userId="82312ee5779919a4" providerId="LiveId" clId="{2800F99A-8A54-2B47-A823-B15E42F1D981}" dt="2025-05-08T15:37:43.656" v="167" actId="2696"/>
        <pc:sldMkLst>
          <pc:docMk/>
          <pc:sldMk cId="4149704501" sldId="2768"/>
        </pc:sldMkLst>
      </pc:sldChg>
    </pc:docChg>
  </pc:docChgLst>
  <pc:docChgLst>
    <pc:chgData name="Xin Luo" userId="82312ee5779919a4" providerId="LiveId" clId="{65A98D7F-B1DF-E542-A17B-8F6E9ADA57A5}"/>
    <pc:docChg chg="undo custSel addSld delSld modSld sldOrd">
      <pc:chgData name="Xin Luo" userId="82312ee5779919a4" providerId="LiveId" clId="{65A98D7F-B1DF-E542-A17B-8F6E9ADA57A5}" dt="2025-05-26T13:26:21.221" v="1148" actId="20577"/>
      <pc:docMkLst>
        <pc:docMk/>
      </pc:docMkLst>
      <pc:sldChg chg="addSp delSp modSp mod ord">
        <pc:chgData name="Xin Luo" userId="82312ee5779919a4" providerId="LiveId" clId="{65A98D7F-B1DF-E542-A17B-8F6E9ADA57A5}" dt="2025-05-26T10:01:26.562" v="130" actId="1036"/>
        <pc:sldMkLst>
          <pc:docMk/>
          <pc:sldMk cId="2783263808" sldId="2766"/>
        </pc:sldMkLst>
        <pc:spChg chg="add mod">
          <ac:chgData name="Xin Luo" userId="82312ee5779919a4" providerId="LiveId" clId="{65A98D7F-B1DF-E542-A17B-8F6E9ADA57A5}" dt="2025-05-26T09:54:45.003" v="1"/>
          <ac:spMkLst>
            <pc:docMk/>
            <pc:sldMk cId="2783263808" sldId="2766"/>
            <ac:spMk id="4" creationId="{FFCC6193-3D91-666C-938B-B94F4F5B21CA}"/>
          </ac:spMkLst>
        </pc:spChg>
        <pc:spChg chg="mod">
          <ac:chgData name="Xin Luo" userId="82312ee5779919a4" providerId="LiveId" clId="{65A98D7F-B1DF-E542-A17B-8F6E9ADA57A5}" dt="2025-05-26T10:01:26.562" v="130" actId="1036"/>
          <ac:spMkLst>
            <pc:docMk/>
            <pc:sldMk cId="2783263808" sldId="2766"/>
            <ac:spMk id="17" creationId="{9E05FFCA-3371-AF5C-381D-71D984055F5A}"/>
          </ac:spMkLst>
        </pc:spChg>
        <pc:picChg chg="mod">
          <ac:chgData name="Xin Luo" userId="82312ee5779919a4" providerId="LiveId" clId="{65A98D7F-B1DF-E542-A17B-8F6E9ADA57A5}" dt="2025-05-26T10:01:23.288" v="126" actId="1076"/>
          <ac:picMkLst>
            <pc:docMk/>
            <pc:sldMk cId="2783263808" sldId="2766"/>
            <ac:picMk id="6" creationId="{A7BAF3A2-2FEC-0A6B-1CBB-4CBFECAC587D}"/>
          </ac:picMkLst>
        </pc:picChg>
      </pc:sldChg>
      <pc:sldChg chg="addSp delSp modSp mod">
        <pc:chgData name="Xin Luo" userId="82312ee5779919a4" providerId="LiveId" clId="{65A98D7F-B1DF-E542-A17B-8F6E9ADA57A5}" dt="2025-05-26T11:46:31.412" v="371" actId="20577"/>
        <pc:sldMkLst>
          <pc:docMk/>
          <pc:sldMk cId="237633983" sldId="2771"/>
        </pc:sldMkLst>
        <pc:spChg chg="mod">
          <ac:chgData name="Xin Luo" userId="82312ee5779919a4" providerId="LiveId" clId="{65A98D7F-B1DF-E542-A17B-8F6E9ADA57A5}" dt="2025-05-26T11:45:24.194" v="345" actId="1076"/>
          <ac:spMkLst>
            <pc:docMk/>
            <pc:sldMk cId="237633983" sldId="2771"/>
            <ac:spMk id="2" creationId="{631AADB6-C88A-D817-4683-FC087E4E240F}"/>
          </ac:spMkLst>
        </pc:spChg>
        <pc:spChg chg="add mod">
          <ac:chgData name="Xin Luo" userId="82312ee5779919a4" providerId="LiveId" clId="{65A98D7F-B1DF-E542-A17B-8F6E9ADA57A5}" dt="2025-05-26T11:46:31.412" v="371" actId="20577"/>
          <ac:spMkLst>
            <pc:docMk/>
            <pc:sldMk cId="237633983" sldId="2771"/>
            <ac:spMk id="21" creationId="{7C734150-3122-D07B-79A7-00F1EEA5232B}"/>
          </ac:spMkLst>
        </pc:spChg>
      </pc:sldChg>
      <pc:sldChg chg="modSp mod">
        <pc:chgData name="Xin Luo" userId="82312ee5779919a4" providerId="LiveId" clId="{65A98D7F-B1DF-E542-A17B-8F6E9ADA57A5}" dt="2025-05-26T10:00:04.971" v="99" actId="20577"/>
        <pc:sldMkLst>
          <pc:docMk/>
          <pc:sldMk cId="3114578072" sldId="2775"/>
        </pc:sldMkLst>
        <pc:graphicFrameChg chg="mod modGraphic">
          <ac:chgData name="Xin Luo" userId="82312ee5779919a4" providerId="LiveId" clId="{65A98D7F-B1DF-E542-A17B-8F6E9ADA57A5}" dt="2025-05-26T10:00:04.971" v="99" actId="20577"/>
          <ac:graphicFrameMkLst>
            <pc:docMk/>
            <pc:sldMk cId="3114578072" sldId="2775"/>
            <ac:graphicFrameMk id="4" creationId="{E69B2228-5D11-D4FF-2302-99CC0F85F7E2}"/>
          </ac:graphicFrameMkLst>
        </pc:graphicFrameChg>
      </pc:sldChg>
      <pc:sldChg chg="addSp delSp modSp add mod">
        <pc:chgData name="Xin Luo" userId="82312ee5779919a4" providerId="LiveId" clId="{65A98D7F-B1DF-E542-A17B-8F6E9ADA57A5}" dt="2025-05-26T12:00:53.403" v="524" actId="1035"/>
        <pc:sldMkLst>
          <pc:docMk/>
          <pc:sldMk cId="609575857" sldId="2776"/>
        </pc:sldMkLst>
        <pc:spChg chg="mod">
          <ac:chgData name="Xin Luo" userId="82312ee5779919a4" providerId="LiveId" clId="{65A98D7F-B1DF-E542-A17B-8F6E9ADA57A5}" dt="2025-05-26T11:59:02.540" v="466" actId="21"/>
          <ac:spMkLst>
            <pc:docMk/>
            <pc:sldMk cId="609575857" sldId="2776"/>
            <ac:spMk id="17" creationId="{D41186E3-6A42-7E88-A23F-786D5085803C}"/>
          </ac:spMkLst>
        </pc:spChg>
      </pc:sldChg>
      <pc:sldChg chg="addSp delSp modSp add mod ord">
        <pc:chgData name="Xin Luo" userId="82312ee5779919a4" providerId="LiveId" clId="{65A98D7F-B1DF-E542-A17B-8F6E9ADA57A5}" dt="2025-05-26T11:50:11.094" v="407" actId="1035"/>
        <pc:sldMkLst>
          <pc:docMk/>
          <pc:sldMk cId="1038133134" sldId="2777"/>
        </pc:sldMkLst>
        <pc:spChg chg="mod">
          <ac:chgData name="Xin Luo" userId="82312ee5779919a4" providerId="LiveId" clId="{65A98D7F-B1DF-E542-A17B-8F6E9ADA57A5}" dt="2025-05-26T11:50:04.197" v="400" actId="1076"/>
          <ac:spMkLst>
            <pc:docMk/>
            <pc:sldMk cId="1038133134" sldId="2777"/>
            <ac:spMk id="17" creationId="{CA05FC91-2DA4-DD1A-6230-4FAF60DFA3C3}"/>
          </ac:spMkLst>
        </pc:spChg>
        <pc:graphicFrameChg chg="add mod modGraphic">
          <ac:chgData name="Xin Luo" userId="82312ee5779919a4" providerId="LiveId" clId="{65A98D7F-B1DF-E542-A17B-8F6E9ADA57A5}" dt="2025-05-26T11:50:11.094" v="407" actId="1035"/>
          <ac:graphicFrameMkLst>
            <pc:docMk/>
            <pc:sldMk cId="1038133134" sldId="2777"/>
            <ac:graphicFrameMk id="6" creationId="{8DF97DF8-2D7B-80A9-CF56-423078363C1A}"/>
          </ac:graphicFrameMkLst>
        </pc:graphicFrameChg>
      </pc:sldChg>
      <pc:sldChg chg="addSp delSp modSp new del mod">
        <pc:chgData name="Xin Luo" userId="82312ee5779919a4" providerId="LiveId" clId="{65A98D7F-B1DF-E542-A17B-8F6E9ADA57A5}" dt="2025-05-26T10:32:52.082" v="201" actId="2696"/>
        <pc:sldMkLst>
          <pc:docMk/>
          <pc:sldMk cId="3627438183" sldId="2777"/>
        </pc:sldMkLst>
      </pc:sldChg>
      <pc:sldChg chg="addSp delSp modSp add mod">
        <pc:chgData name="Xin Luo" userId="82312ee5779919a4" providerId="LiveId" clId="{65A98D7F-B1DF-E542-A17B-8F6E9ADA57A5}" dt="2025-05-26T12:45:58.563" v="905"/>
        <pc:sldMkLst>
          <pc:docMk/>
          <pc:sldMk cId="565877602" sldId="2778"/>
        </pc:sldMkLst>
        <pc:spChg chg="mod">
          <ac:chgData name="Xin Luo" userId="82312ee5779919a4" providerId="LiveId" clId="{65A98D7F-B1DF-E542-A17B-8F6E9ADA57A5}" dt="2025-05-26T11:52:13.320" v="419" actId="20577"/>
          <ac:spMkLst>
            <pc:docMk/>
            <pc:sldMk cId="565877602" sldId="2778"/>
            <ac:spMk id="2" creationId="{5A6FA074-C6BA-24B3-7F7D-34CFDE893EF7}"/>
          </ac:spMkLst>
        </pc:spChg>
        <pc:spChg chg="mod">
          <ac:chgData name="Xin Luo" userId="82312ee5779919a4" providerId="LiveId" clId="{65A98D7F-B1DF-E542-A17B-8F6E9ADA57A5}" dt="2025-05-26T12:43:06.332" v="894" actId="2711"/>
          <ac:spMkLst>
            <pc:docMk/>
            <pc:sldMk cId="565877602" sldId="2778"/>
            <ac:spMk id="17" creationId="{B5DE59D0-AAFE-2780-CAA5-DEC512116523}"/>
          </ac:spMkLst>
        </pc:spChg>
      </pc:sldChg>
      <pc:sldChg chg="addSp delSp modSp add mod">
        <pc:chgData name="Xin Luo" userId="82312ee5779919a4" providerId="LiveId" clId="{65A98D7F-B1DF-E542-A17B-8F6E9ADA57A5}" dt="2025-05-26T13:26:21.221" v="1148" actId="20577"/>
        <pc:sldMkLst>
          <pc:docMk/>
          <pc:sldMk cId="1437556396" sldId="2779"/>
        </pc:sldMkLst>
        <pc:spChg chg="mod">
          <ac:chgData name="Xin Luo" userId="82312ee5779919a4" providerId="LiveId" clId="{65A98D7F-B1DF-E542-A17B-8F6E9ADA57A5}" dt="2025-05-26T11:52:29.671" v="434" actId="20577"/>
          <ac:spMkLst>
            <pc:docMk/>
            <pc:sldMk cId="1437556396" sldId="2779"/>
            <ac:spMk id="2" creationId="{DFECF98A-FDB2-6924-2201-3ACC5433852C}"/>
          </ac:spMkLst>
        </pc:spChg>
        <pc:spChg chg="add mod">
          <ac:chgData name="Xin Luo" userId="82312ee5779919a4" providerId="LiveId" clId="{65A98D7F-B1DF-E542-A17B-8F6E9ADA57A5}" dt="2025-05-26T13:24:45.838" v="1132" actId="1076"/>
          <ac:spMkLst>
            <pc:docMk/>
            <pc:sldMk cId="1437556396" sldId="2779"/>
            <ac:spMk id="11" creationId="{DF4F3646-F9A6-FC11-64F9-561D1222DDBD}"/>
          </ac:spMkLst>
        </pc:spChg>
      </pc:sldChg>
      <pc:sldChg chg="modSp add mod">
        <pc:chgData name="Xin Luo" userId="82312ee5779919a4" providerId="LiveId" clId="{65A98D7F-B1DF-E542-A17B-8F6E9ADA57A5}" dt="2025-05-26T12:05:01.988" v="568" actId="20577"/>
        <pc:sldMkLst>
          <pc:docMk/>
          <pc:sldMk cId="887088617" sldId="2780"/>
        </pc:sldMkLst>
        <pc:spChg chg="mod">
          <ac:chgData name="Xin Luo" userId="82312ee5779919a4" providerId="LiveId" clId="{65A98D7F-B1DF-E542-A17B-8F6E9ADA57A5}" dt="2025-05-26T12:05:01.988" v="568" actId="20577"/>
          <ac:spMkLst>
            <pc:docMk/>
            <pc:sldMk cId="887088617" sldId="2780"/>
            <ac:spMk id="17" creationId="{38B6BC14-43CC-3EA9-4A3D-6D97F4686FA1}"/>
          </ac:spMkLst>
        </pc:spChg>
      </pc:sldChg>
      <pc:sldChg chg="addSp delSp modSp add mod">
        <pc:chgData name="Xin Luo" userId="82312ee5779919a4" providerId="LiveId" clId="{65A98D7F-B1DF-E542-A17B-8F6E9ADA57A5}" dt="2025-05-26T12:12:12.015" v="691" actId="1076"/>
        <pc:sldMkLst>
          <pc:docMk/>
          <pc:sldMk cId="1421971610" sldId="2781"/>
        </pc:sldMkLst>
        <pc:spChg chg="mod">
          <ac:chgData name="Xin Luo" userId="82312ee5779919a4" providerId="LiveId" clId="{65A98D7F-B1DF-E542-A17B-8F6E9ADA57A5}" dt="2025-05-26T12:10:15.005" v="628" actId="1035"/>
          <ac:spMkLst>
            <pc:docMk/>
            <pc:sldMk cId="1421971610" sldId="2781"/>
            <ac:spMk id="17" creationId="{338A361A-6523-524F-BE7C-A36079E8C65B}"/>
          </ac:spMkLst>
        </pc:spChg>
        <pc:spChg chg="add mod">
          <ac:chgData name="Xin Luo" userId="82312ee5779919a4" providerId="LiveId" clId="{65A98D7F-B1DF-E542-A17B-8F6E9ADA57A5}" dt="2025-05-26T12:11:52.708" v="685" actId="1076"/>
          <ac:spMkLst>
            <pc:docMk/>
            <pc:sldMk cId="1421971610" sldId="2781"/>
            <ac:spMk id="18" creationId="{68DC9956-6C26-2EB6-BD0C-5483B6425CE1}"/>
          </ac:spMkLst>
        </pc:spChg>
      </pc:sldChg>
      <pc:sldChg chg="addSp delSp modSp add mod">
        <pc:chgData name="Xin Luo" userId="82312ee5779919a4" providerId="LiveId" clId="{65A98D7F-B1DF-E542-A17B-8F6E9ADA57A5}" dt="2025-05-26T12:13:57.826" v="739" actId="1076"/>
        <pc:sldMkLst>
          <pc:docMk/>
          <pc:sldMk cId="3685202054" sldId="2782"/>
        </pc:sldMkLst>
        <pc:spChg chg="add del mod">
          <ac:chgData name="Xin Luo" userId="82312ee5779919a4" providerId="LiveId" clId="{65A98D7F-B1DF-E542-A17B-8F6E9ADA57A5}" dt="2025-05-26T12:13:38.426" v="734" actId="20577"/>
          <ac:spMkLst>
            <pc:docMk/>
            <pc:sldMk cId="3685202054" sldId="2782"/>
            <ac:spMk id="17" creationId="{FA69F8FF-6AFC-5736-6D4D-D1E93D670F0D}"/>
          </ac:spMkLst>
        </pc:spChg>
        <pc:graphicFrameChg chg="add mod modGraphic">
          <ac:chgData name="Xin Luo" userId="82312ee5779919a4" providerId="LiveId" clId="{65A98D7F-B1DF-E542-A17B-8F6E9ADA57A5}" dt="2025-05-26T12:13:57.826" v="739" actId="1076"/>
          <ac:graphicFrameMkLst>
            <pc:docMk/>
            <pc:sldMk cId="3685202054" sldId="2782"/>
            <ac:graphicFrameMk id="5" creationId="{E6AA0987-03CC-82EC-1A0C-777A01D1D22B}"/>
          </ac:graphicFrameMkLst>
        </pc:graphicFrameChg>
      </pc:sldChg>
      <pc:sldChg chg="addSp delSp modSp add mod">
        <pc:chgData name="Xin Luo" userId="82312ee5779919a4" providerId="LiveId" clId="{65A98D7F-B1DF-E542-A17B-8F6E9ADA57A5}" dt="2025-05-26T12:48:39.461" v="1020" actId="1076"/>
        <pc:sldMkLst>
          <pc:docMk/>
          <pc:sldMk cId="3950804864" sldId="2783"/>
        </pc:sldMkLst>
      </pc:sldChg>
      <pc:sldChg chg="addSp delSp modSp add mod ord">
        <pc:chgData name="Xin Luo" userId="82312ee5779919a4" providerId="LiveId" clId="{65A98D7F-B1DF-E542-A17B-8F6E9ADA57A5}" dt="2025-05-26T13:18:51.704" v="1068" actId="20578"/>
        <pc:sldMkLst>
          <pc:docMk/>
          <pc:sldMk cId="1837514754" sldId="2784"/>
        </pc:sldMkLst>
      </pc:sldChg>
    </pc:docChg>
  </pc:docChgLst>
  <pc:docChgLst>
    <pc:chgData name="Xin Luo" userId="82312ee5779919a4" providerId="LiveId" clId="{1FEF9892-859B-8349-A234-8660AFCBAD3E}"/>
    <pc:docChg chg="undo custSel addSld delSld modSld sldOrd">
      <pc:chgData name="Xin Luo" userId="82312ee5779919a4" providerId="LiveId" clId="{1FEF9892-859B-8349-A234-8660AFCBAD3E}" dt="2025-06-02T14:42:12.892" v="3529" actId="1038"/>
      <pc:docMkLst>
        <pc:docMk/>
      </pc:docMkLst>
      <pc:sldChg chg="delSp modSp mod">
        <pc:chgData name="Xin Luo" userId="82312ee5779919a4" providerId="LiveId" clId="{1FEF9892-859B-8349-A234-8660AFCBAD3E}" dt="2025-05-26T05:11:24.521" v="1534" actId="20577"/>
        <pc:sldMkLst>
          <pc:docMk/>
          <pc:sldMk cId="1576120367" sldId="2387"/>
        </pc:sldMkLst>
        <pc:spChg chg="mod">
          <ac:chgData name="Xin Luo" userId="82312ee5779919a4" providerId="LiveId" clId="{1FEF9892-859B-8349-A234-8660AFCBAD3E}" dt="2025-05-26T04:16:34.648" v="815" actId="20577"/>
          <ac:spMkLst>
            <pc:docMk/>
            <pc:sldMk cId="1576120367" sldId="2387"/>
            <ac:spMk id="8" creationId="{A1A47F6B-723F-B49C-E80C-2FEA85B63F48}"/>
          </ac:spMkLst>
        </pc:spChg>
        <pc:spChg chg="mod">
          <ac:chgData name="Xin Luo" userId="82312ee5779919a4" providerId="LiveId" clId="{1FEF9892-859B-8349-A234-8660AFCBAD3E}" dt="2025-05-26T05:11:24.521" v="1534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1FEF9892-859B-8349-A234-8660AFCBAD3E}" dt="2025-05-26T04:16:32.592" v="811" actId="20577"/>
          <ac:spMkLst>
            <pc:docMk/>
            <pc:sldMk cId="1576120367" sldId="2387"/>
            <ac:spMk id="13" creationId="{00000000-0000-0000-0000-000000000000}"/>
          </ac:spMkLst>
        </pc:spChg>
        <pc:grpChg chg="mod">
          <ac:chgData name="Xin Luo" userId="82312ee5779919a4" providerId="LiveId" clId="{1FEF9892-859B-8349-A234-8660AFCBAD3E}" dt="2025-05-26T04:16:27.526" v="799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1FEF9892-859B-8349-A234-8660AFCBAD3E}" dt="2025-05-26T04:16:27.526" v="799" actId="1076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1FEF9892-859B-8349-A234-8660AFCBAD3E}" dt="2025-05-26T04:16:44.085" v="835" actId="20577"/>
        <pc:sldMkLst>
          <pc:docMk/>
          <pc:sldMk cId="2415901206" sldId="2447"/>
        </pc:sldMkLst>
        <pc:spChg chg="mod">
          <ac:chgData name="Xin Luo" userId="82312ee5779919a4" providerId="LiveId" clId="{1FEF9892-859B-8349-A234-8660AFCBAD3E}" dt="2025-05-26T04:16:44.085" v="835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del">
        <pc:chgData name="Xin Luo" userId="82312ee5779919a4" providerId="LiveId" clId="{1FEF9892-859B-8349-A234-8660AFCBAD3E}" dt="2025-05-26T04:17:02.543" v="846" actId="2696"/>
        <pc:sldMkLst>
          <pc:docMk/>
          <pc:sldMk cId="481122590" sldId="2709"/>
        </pc:sldMkLst>
      </pc:sldChg>
      <pc:sldChg chg="addSp modSp mod ord modNotesTx">
        <pc:chgData name="Xin Luo" userId="82312ee5779919a4" providerId="LiveId" clId="{1FEF9892-859B-8349-A234-8660AFCBAD3E}" dt="2025-06-02T08:36:36.324" v="1903" actId="113"/>
        <pc:sldMkLst>
          <pc:docMk/>
          <pc:sldMk cId="3053350483" sldId="2729"/>
        </pc:sldMkLst>
        <pc:spChg chg="mod">
          <ac:chgData name="Xin Luo" userId="82312ee5779919a4" providerId="LiveId" clId="{1FEF9892-859B-8349-A234-8660AFCBAD3E}" dt="2025-06-02T08:36:36.324" v="1903" actId="113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1FEF9892-859B-8349-A234-8660AFCBAD3E}" dt="2025-05-26T04:16:51.743" v="844" actId="20577"/>
          <ac:spMkLst>
            <pc:docMk/>
            <pc:sldMk cId="3053350483" sldId="2729"/>
            <ac:spMk id="3" creationId="{00000000-0000-0000-0000-000000000000}"/>
          </ac:spMkLst>
        </pc:spChg>
        <pc:spChg chg="add mod">
          <ac:chgData name="Xin Luo" userId="82312ee5779919a4" providerId="LiveId" clId="{1FEF9892-859B-8349-A234-8660AFCBAD3E}" dt="2025-05-26T04:11:06.840" v="797" actId="14100"/>
          <ac:spMkLst>
            <pc:docMk/>
            <pc:sldMk cId="3053350483" sldId="2729"/>
            <ac:spMk id="4" creationId="{95BC31FD-A8F6-B67C-907D-FDD61B9DC578}"/>
          </ac:spMkLst>
        </pc:spChg>
      </pc:sldChg>
      <pc:sldChg chg="addSp delSp modSp mod modNotesTx">
        <pc:chgData name="Xin Luo" userId="82312ee5779919a4" providerId="LiveId" clId="{1FEF9892-859B-8349-A234-8660AFCBAD3E}" dt="2025-06-01T09:24:35.927" v="1553" actId="1076"/>
        <pc:sldMkLst>
          <pc:docMk/>
          <pc:sldMk cId="402523077" sldId="2765"/>
        </pc:sldMkLst>
        <pc:spChg chg="mod">
          <ac:chgData name="Xin Luo" userId="82312ee5779919a4" providerId="LiveId" clId="{1FEF9892-859B-8349-A234-8660AFCBAD3E}" dt="2025-05-26T04:23:06.813" v="895" actId="20577"/>
          <ac:spMkLst>
            <pc:docMk/>
            <pc:sldMk cId="402523077" sldId="2765"/>
            <ac:spMk id="2" creationId="{631AADB6-C88A-D817-4683-FC087E4E240F}"/>
          </ac:spMkLst>
        </pc:spChg>
        <pc:spChg chg="add mod">
          <ac:chgData name="Xin Luo" userId="82312ee5779919a4" providerId="LiveId" clId="{1FEF9892-859B-8349-A234-8660AFCBAD3E}" dt="2025-06-01T09:24:35.927" v="1553" actId="1076"/>
          <ac:spMkLst>
            <pc:docMk/>
            <pc:sldMk cId="402523077" sldId="2765"/>
            <ac:spMk id="4" creationId="{EB15450C-C250-58F3-B049-216E124A13B6}"/>
          </ac:spMkLst>
        </pc:spChg>
        <pc:spChg chg="mod">
          <ac:chgData name="Xin Luo" userId="82312ee5779919a4" providerId="LiveId" clId="{1FEF9892-859B-8349-A234-8660AFCBAD3E}" dt="2025-05-26T04:31:02.488" v="916" actId="20577"/>
          <ac:spMkLst>
            <pc:docMk/>
            <pc:sldMk cId="402523077" sldId="2765"/>
            <ac:spMk id="17" creationId="{9E05FFCA-3371-AF5C-381D-71D984055F5A}"/>
          </ac:spMkLst>
        </pc:spChg>
        <pc:picChg chg="add del mod">
          <ac:chgData name="Xin Luo" userId="82312ee5779919a4" providerId="LiveId" clId="{1FEF9892-859B-8349-A234-8660AFCBAD3E}" dt="2025-06-01T09:24:18.066" v="1544" actId="478"/>
          <ac:picMkLst>
            <pc:docMk/>
            <pc:sldMk cId="402523077" sldId="2765"/>
            <ac:picMk id="5" creationId="{C68D23B3-4004-4321-4AB8-B988EE24D323}"/>
          </ac:picMkLst>
        </pc:picChg>
        <pc:picChg chg="add mod">
          <ac:chgData name="Xin Luo" userId="82312ee5779919a4" providerId="LiveId" clId="{1FEF9892-859B-8349-A234-8660AFCBAD3E}" dt="2025-06-01T09:24:32.159" v="1552" actId="1076"/>
          <ac:picMkLst>
            <pc:docMk/>
            <pc:sldMk cId="402523077" sldId="2765"/>
            <ac:picMk id="7" creationId="{C0ED5274-FEB5-57EA-2B46-59E98FD30571}"/>
          </ac:picMkLst>
        </pc:picChg>
      </pc:sldChg>
      <pc:sldChg chg="modSp mod">
        <pc:chgData name="Xin Luo" userId="82312ee5779919a4" providerId="LiveId" clId="{1FEF9892-859B-8349-A234-8660AFCBAD3E}" dt="2025-05-26T04:18:01.063" v="878" actId="20577"/>
        <pc:sldMkLst>
          <pc:docMk/>
          <pc:sldMk cId="2783263808" sldId="2766"/>
        </pc:sldMkLst>
      </pc:sldChg>
      <pc:sldChg chg="addSp delSp modSp mod ord">
        <pc:chgData name="Xin Luo" userId="82312ee5779919a4" providerId="LiveId" clId="{1FEF9892-859B-8349-A234-8660AFCBAD3E}" dt="2025-06-02T03:42:31.112" v="1791" actId="14100"/>
        <pc:sldMkLst>
          <pc:docMk/>
          <pc:sldMk cId="237633983" sldId="2771"/>
        </pc:sldMkLst>
        <pc:spChg chg="mod">
          <ac:chgData name="Xin Luo" userId="82312ee5779919a4" providerId="LiveId" clId="{1FEF9892-859B-8349-A234-8660AFCBAD3E}" dt="2025-06-02T03:42:31.112" v="1791" actId="14100"/>
          <ac:spMkLst>
            <pc:docMk/>
            <pc:sldMk cId="237633983" sldId="2771"/>
            <ac:spMk id="21" creationId="{7C734150-3122-D07B-79A7-00F1EEA5232B}"/>
          </ac:spMkLst>
        </pc:spChg>
        <pc:picChg chg="add del mod">
          <ac:chgData name="Xin Luo" userId="82312ee5779919a4" providerId="LiveId" clId="{1FEF9892-859B-8349-A234-8660AFCBAD3E}" dt="2025-06-02T03:42:07.333" v="1779" actId="478"/>
          <ac:picMkLst>
            <pc:docMk/>
            <pc:sldMk cId="237633983" sldId="2771"/>
            <ac:picMk id="5" creationId="{D0E04195-14F0-8678-44AC-842BFF137669}"/>
          </ac:picMkLst>
        </pc:picChg>
        <pc:picChg chg="add mod">
          <ac:chgData name="Xin Luo" userId="82312ee5779919a4" providerId="LiveId" clId="{1FEF9892-859B-8349-A234-8660AFCBAD3E}" dt="2025-06-02T03:42:20.218" v="1787" actId="1076"/>
          <ac:picMkLst>
            <pc:docMk/>
            <pc:sldMk cId="237633983" sldId="2771"/>
            <ac:picMk id="7" creationId="{C6700AA6-F6F0-A641-6CA9-4D98606590F7}"/>
          </ac:picMkLst>
        </pc:picChg>
        <pc:picChg chg="del">
          <ac:chgData name="Xin Luo" userId="82312ee5779919a4" providerId="LiveId" clId="{1FEF9892-859B-8349-A234-8660AFCBAD3E}" dt="2025-06-02T03:39:32.527" v="1771" actId="478"/>
          <ac:picMkLst>
            <pc:docMk/>
            <pc:sldMk cId="237633983" sldId="2771"/>
            <ac:picMk id="16" creationId="{ACE02192-CEE4-A0AB-C719-CFE41BE23C64}"/>
          </ac:picMkLst>
        </pc:picChg>
        <pc:picChg chg="del">
          <ac:chgData name="Xin Luo" userId="82312ee5779919a4" providerId="LiveId" clId="{1FEF9892-859B-8349-A234-8660AFCBAD3E}" dt="2025-06-02T03:39:33.987" v="1772" actId="478"/>
          <ac:picMkLst>
            <pc:docMk/>
            <pc:sldMk cId="237633983" sldId="2771"/>
            <ac:picMk id="19" creationId="{0DDCFDEC-87C1-1C21-BA93-5A0AC0ADD695}"/>
          </ac:picMkLst>
        </pc:picChg>
      </pc:sldChg>
      <pc:sldChg chg="modSp mod">
        <pc:chgData name="Xin Luo" userId="82312ee5779919a4" providerId="LiveId" clId="{1FEF9892-859B-8349-A234-8660AFCBAD3E}" dt="2025-05-26T05:11:34.420" v="1542" actId="20577"/>
        <pc:sldMkLst>
          <pc:docMk/>
          <pc:sldMk cId="509658219" sldId="2772"/>
        </pc:sldMkLst>
        <pc:spChg chg="mod">
          <ac:chgData name="Xin Luo" userId="82312ee5779919a4" providerId="LiveId" clId="{1FEF9892-859B-8349-A234-8660AFCBAD3E}" dt="2025-05-26T05:11:34.420" v="1542" actId="20577"/>
          <ac:spMkLst>
            <pc:docMk/>
            <pc:sldMk cId="509658219" sldId="2772"/>
            <ac:spMk id="7" creationId="{4AB04143-9F32-6D14-35CC-1C7DD08763FB}"/>
          </ac:spMkLst>
        </pc:spChg>
      </pc:sldChg>
      <pc:sldChg chg="addSp delSp modSp add del mod ord">
        <pc:chgData name="Xin Luo" userId="82312ee5779919a4" providerId="LiveId" clId="{1FEF9892-859B-8349-A234-8660AFCBAD3E}" dt="2025-05-26T04:31:13.510" v="917" actId="2696"/>
        <pc:sldMkLst>
          <pc:docMk/>
          <pc:sldMk cId="763160493" sldId="2773"/>
        </pc:sldMkLst>
      </pc:sldChg>
      <pc:sldChg chg="add del">
        <pc:chgData name="Xin Luo" userId="82312ee5779919a4" providerId="LiveId" clId="{1FEF9892-859B-8349-A234-8660AFCBAD3E}" dt="2025-05-26T03:34:03.289" v="552" actId="2696"/>
        <pc:sldMkLst>
          <pc:docMk/>
          <pc:sldMk cId="2429211686" sldId="2773"/>
        </pc:sldMkLst>
      </pc:sldChg>
      <pc:sldChg chg="addSp delSp modSp add mod modNotesTx">
        <pc:chgData name="Xin Luo" userId="82312ee5779919a4" providerId="LiveId" clId="{1FEF9892-859B-8349-A234-8660AFCBAD3E}" dt="2025-06-02T02:54:15.566" v="1770" actId="1076"/>
        <pc:sldMkLst>
          <pc:docMk/>
          <pc:sldMk cId="2354108090" sldId="2774"/>
        </pc:sldMkLst>
        <pc:spChg chg="mod">
          <ac:chgData name="Xin Luo" userId="82312ee5779919a4" providerId="LiveId" clId="{1FEF9892-859B-8349-A234-8660AFCBAD3E}" dt="2025-05-26T04:31:24.136" v="926" actId="20577"/>
          <ac:spMkLst>
            <pc:docMk/>
            <pc:sldMk cId="2354108090" sldId="2774"/>
            <ac:spMk id="2" creationId="{5FFF81D2-C78A-B88F-2058-A9905917D723}"/>
          </ac:spMkLst>
        </pc:spChg>
        <pc:spChg chg="mod">
          <ac:chgData name="Xin Luo" userId="82312ee5779919a4" providerId="LiveId" clId="{1FEF9892-859B-8349-A234-8660AFCBAD3E}" dt="2025-06-02T02:52:16.643" v="1746" actId="20577"/>
          <ac:spMkLst>
            <pc:docMk/>
            <pc:sldMk cId="2354108090" sldId="2774"/>
            <ac:spMk id="17" creationId="{77B5EDB3-4927-243A-416B-356A6F131E50}"/>
          </ac:spMkLst>
        </pc:spChg>
        <pc:picChg chg="add del mod">
          <ac:chgData name="Xin Luo" userId="82312ee5779919a4" providerId="LiveId" clId="{1FEF9892-859B-8349-A234-8660AFCBAD3E}" dt="2025-06-02T02:51:49.923" v="1709" actId="478"/>
          <ac:picMkLst>
            <pc:docMk/>
            <pc:sldMk cId="2354108090" sldId="2774"/>
            <ac:picMk id="5" creationId="{3A002189-648E-3F1B-89CD-394CA5BFC905}"/>
          </ac:picMkLst>
        </pc:picChg>
        <pc:picChg chg="add del mod">
          <ac:chgData name="Xin Luo" userId="82312ee5779919a4" providerId="LiveId" clId="{1FEF9892-859B-8349-A234-8660AFCBAD3E}" dt="2025-06-02T02:40:57.702" v="1701" actId="478"/>
          <ac:picMkLst>
            <pc:docMk/>
            <pc:sldMk cId="2354108090" sldId="2774"/>
            <ac:picMk id="7" creationId="{8AD51C26-FC68-A223-F01F-0DD197FF46A8}"/>
          </ac:picMkLst>
        </pc:picChg>
        <pc:picChg chg="add mod">
          <ac:chgData name="Xin Luo" userId="82312ee5779919a4" providerId="LiveId" clId="{1FEF9892-859B-8349-A234-8660AFCBAD3E}" dt="2025-06-02T02:54:07.488" v="1768" actId="1035"/>
          <ac:picMkLst>
            <pc:docMk/>
            <pc:sldMk cId="2354108090" sldId="2774"/>
            <ac:picMk id="8" creationId="{15F51922-B8A3-D679-CB59-4E540CFACC02}"/>
          </ac:picMkLst>
        </pc:picChg>
        <pc:picChg chg="add del mod">
          <ac:chgData name="Xin Luo" userId="82312ee5779919a4" providerId="LiveId" clId="{1FEF9892-859B-8349-A234-8660AFCBAD3E}" dt="2025-06-02T02:52:57.797" v="1752" actId="478"/>
          <ac:picMkLst>
            <pc:docMk/>
            <pc:sldMk cId="2354108090" sldId="2774"/>
            <ac:picMk id="10" creationId="{2D454AA3-27C1-B65B-C8A5-41FBFBAC76D8}"/>
          </ac:picMkLst>
        </pc:picChg>
        <pc:picChg chg="add del mod">
          <ac:chgData name="Xin Luo" userId="82312ee5779919a4" providerId="LiveId" clId="{1FEF9892-859B-8349-A234-8660AFCBAD3E}" dt="2025-06-02T02:41:00.849" v="1703" actId="478"/>
          <ac:picMkLst>
            <pc:docMk/>
            <pc:sldMk cId="2354108090" sldId="2774"/>
            <ac:picMk id="11" creationId="{B422374F-67DC-3A4D-5CF2-31089AAF001D}"/>
          </ac:picMkLst>
        </pc:picChg>
        <pc:picChg chg="add del mod">
          <ac:chgData name="Xin Luo" userId="82312ee5779919a4" providerId="LiveId" clId="{1FEF9892-859B-8349-A234-8660AFCBAD3E}" dt="2025-06-02T02:40:59.656" v="1702" actId="478"/>
          <ac:picMkLst>
            <pc:docMk/>
            <pc:sldMk cId="2354108090" sldId="2774"/>
            <ac:picMk id="13" creationId="{1445A1C1-47BA-D83B-A0A3-618BF4AAE9DC}"/>
          </ac:picMkLst>
        </pc:picChg>
        <pc:picChg chg="add mod">
          <ac:chgData name="Xin Luo" userId="82312ee5779919a4" providerId="LiveId" clId="{1FEF9892-859B-8349-A234-8660AFCBAD3E}" dt="2025-06-02T02:54:15.566" v="1770" actId="1076"/>
          <ac:picMkLst>
            <pc:docMk/>
            <pc:sldMk cId="2354108090" sldId="2774"/>
            <ac:picMk id="14" creationId="{BE9A5578-B570-7D36-6FFD-676B381F9F91}"/>
          </ac:picMkLst>
        </pc:picChg>
      </pc:sldChg>
      <pc:sldChg chg="addSp delSp modSp add mod">
        <pc:chgData name="Xin Luo" userId="82312ee5779919a4" providerId="LiveId" clId="{1FEF9892-859B-8349-A234-8660AFCBAD3E}" dt="2025-06-02T02:10:33.598" v="1700" actId="404"/>
        <pc:sldMkLst>
          <pc:docMk/>
          <pc:sldMk cId="3114578072" sldId="2775"/>
        </pc:sldMkLst>
        <pc:spChg chg="mod">
          <ac:chgData name="Xin Luo" userId="82312ee5779919a4" providerId="LiveId" clId="{1FEF9892-859B-8349-A234-8660AFCBAD3E}" dt="2025-05-26T04:54:47.330" v="1442" actId="20577"/>
          <ac:spMkLst>
            <pc:docMk/>
            <pc:sldMk cId="3114578072" sldId="2775"/>
            <ac:spMk id="17" creationId="{C015485B-A28D-2176-BB43-3FB41EE1B5B5}"/>
          </ac:spMkLst>
        </pc:spChg>
        <pc:graphicFrameChg chg="add mod modGraphic">
          <ac:chgData name="Xin Luo" userId="82312ee5779919a4" providerId="LiveId" clId="{1FEF9892-859B-8349-A234-8660AFCBAD3E}" dt="2025-06-02T02:10:33.598" v="1700" actId="404"/>
          <ac:graphicFrameMkLst>
            <pc:docMk/>
            <pc:sldMk cId="3114578072" sldId="2775"/>
            <ac:graphicFrameMk id="4" creationId="{E69B2228-5D11-D4FF-2302-99CC0F85F7E2}"/>
          </ac:graphicFrameMkLst>
        </pc:graphicFrameChg>
      </pc:sldChg>
      <pc:sldChg chg="addSp delSp modSp mod">
        <pc:chgData name="Xin Luo" userId="82312ee5779919a4" providerId="LiveId" clId="{1FEF9892-859B-8349-A234-8660AFCBAD3E}" dt="2025-06-02T12:16:00.069" v="3277" actId="14100"/>
        <pc:sldMkLst>
          <pc:docMk/>
          <pc:sldMk cId="609575857" sldId="2776"/>
        </pc:sldMkLst>
        <pc:spChg chg="del">
          <ac:chgData name="Xin Luo" userId="82312ee5779919a4" providerId="LiveId" clId="{1FEF9892-859B-8349-A234-8660AFCBAD3E}" dt="2025-06-02T12:09:30.204" v="3193" actId="478"/>
          <ac:spMkLst>
            <pc:docMk/>
            <pc:sldMk cId="609575857" sldId="2776"/>
            <ac:spMk id="6" creationId="{28E049AB-B10C-DDBB-39D5-10C29D19D603}"/>
          </ac:spMkLst>
        </pc:spChg>
        <pc:spChg chg="mod">
          <ac:chgData name="Xin Luo" userId="82312ee5779919a4" providerId="LiveId" clId="{1FEF9892-859B-8349-A234-8660AFCBAD3E}" dt="2025-06-02T12:16:00.069" v="3277" actId="14100"/>
          <ac:spMkLst>
            <pc:docMk/>
            <pc:sldMk cId="609575857" sldId="2776"/>
            <ac:spMk id="17" creationId="{D41186E3-6A42-7E88-A23F-786D5085803C}"/>
          </ac:spMkLst>
        </pc:spChg>
        <pc:spChg chg="add del mod">
          <ac:chgData name="Xin Luo" userId="82312ee5779919a4" providerId="LiveId" clId="{1FEF9892-859B-8349-A234-8660AFCBAD3E}" dt="2025-06-02T12:15:16.639" v="3269"/>
          <ac:spMkLst>
            <pc:docMk/>
            <pc:sldMk cId="609575857" sldId="2776"/>
            <ac:spMk id="25" creationId="{41F4A96D-266A-F6BD-8147-E113D36817E2}"/>
          </ac:spMkLst>
        </pc:spChg>
        <pc:spChg chg="add del mod">
          <ac:chgData name="Xin Luo" userId="82312ee5779919a4" providerId="LiveId" clId="{1FEF9892-859B-8349-A234-8660AFCBAD3E}" dt="2025-06-02T12:15:16.634" v="3267" actId="478"/>
          <ac:spMkLst>
            <pc:docMk/>
            <pc:sldMk cId="609575857" sldId="2776"/>
            <ac:spMk id="26" creationId="{6E617D38-BB1A-E098-314F-051BF0C08CFE}"/>
          </ac:spMkLst>
        </pc:spChg>
        <pc:picChg chg="del">
          <ac:chgData name="Xin Luo" userId="82312ee5779919a4" providerId="LiveId" clId="{1FEF9892-859B-8349-A234-8660AFCBAD3E}" dt="2025-06-02T12:09:28.770" v="3192" actId="478"/>
          <ac:picMkLst>
            <pc:docMk/>
            <pc:sldMk cId="609575857" sldId="2776"/>
            <ac:picMk id="5" creationId="{3B765DC1-3A62-4BE4-BEA6-B0A61BE54BCD}"/>
          </ac:picMkLst>
        </pc:picChg>
        <pc:picChg chg="add mod">
          <ac:chgData name="Xin Luo" userId="82312ee5779919a4" providerId="LiveId" clId="{1FEF9892-859B-8349-A234-8660AFCBAD3E}" dt="2025-06-02T12:14:58.115" v="3254" actId="1036"/>
          <ac:picMkLst>
            <pc:docMk/>
            <pc:sldMk cId="609575857" sldId="2776"/>
            <ac:picMk id="7" creationId="{A26CA70A-945E-7F90-9B40-8A0E62F2CBFB}"/>
          </ac:picMkLst>
        </pc:picChg>
        <pc:picChg chg="add mod">
          <ac:chgData name="Xin Luo" userId="82312ee5779919a4" providerId="LiveId" clId="{1FEF9892-859B-8349-A234-8660AFCBAD3E}" dt="2025-06-02T12:14:42.812" v="3248" actId="1036"/>
          <ac:picMkLst>
            <pc:docMk/>
            <pc:sldMk cId="609575857" sldId="2776"/>
            <ac:picMk id="9" creationId="{A617207F-A5B7-57E2-BCFC-9546C09ADD54}"/>
          </ac:picMkLst>
        </pc:picChg>
        <pc:picChg chg="add mod">
          <ac:chgData name="Xin Luo" userId="82312ee5779919a4" providerId="LiveId" clId="{1FEF9892-859B-8349-A234-8660AFCBAD3E}" dt="2025-06-02T12:14:42.812" v="3248" actId="1036"/>
          <ac:picMkLst>
            <pc:docMk/>
            <pc:sldMk cId="609575857" sldId="2776"/>
            <ac:picMk id="11" creationId="{8FA5AF93-8C45-AF2A-901E-61CD73AC516F}"/>
          </ac:picMkLst>
        </pc:picChg>
        <pc:picChg chg="add mod">
          <ac:chgData name="Xin Luo" userId="82312ee5779919a4" providerId="LiveId" clId="{1FEF9892-859B-8349-A234-8660AFCBAD3E}" dt="2025-06-02T12:15:02.072" v="3264" actId="1037"/>
          <ac:picMkLst>
            <pc:docMk/>
            <pc:sldMk cId="609575857" sldId="2776"/>
            <ac:picMk id="13" creationId="{35854686-DED2-FDCB-AA93-84813612E9D3}"/>
          </ac:picMkLst>
        </pc:picChg>
        <pc:cxnChg chg="add mod">
          <ac:chgData name="Xin Luo" userId="82312ee5779919a4" providerId="LiveId" clId="{1FEF9892-859B-8349-A234-8660AFCBAD3E}" dt="2025-06-02T12:15:39.350" v="3273" actId="1582"/>
          <ac:cxnSpMkLst>
            <pc:docMk/>
            <pc:sldMk cId="609575857" sldId="2776"/>
            <ac:cxnSpMk id="15" creationId="{328AA323-2F1B-995E-3FC1-411179B5C056}"/>
          </ac:cxnSpMkLst>
        </pc:cxnChg>
        <pc:cxnChg chg="add mod">
          <ac:chgData name="Xin Luo" userId="82312ee5779919a4" providerId="LiveId" clId="{1FEF9892-859B-8349-A234-8660AFCBAD3E}" dt="2025-06-02T12:15:39.350" v="3273" actId="1582"/>
          <ac:cxnSpMkLst>
            <pc:docMk/>
            <pc:sldMk cId="609575857" sldId="2776"/>
            <ac:cxnSpMk id="16" creationId="{4D69AAC9-2804-41C0-615A-09D97C49FB93}"/>
          </ac:cxnSpMkLst>
        </pc:cxnChg>
        <pc:cxnChg chg="add mod">
          <ac:chgData name="Xin Luo" userId="82312ee5779919a4" providerId="LiveId" clId="{1FEF9892-859B-8349-A234-8660AFCBAD3E}" dt="2025-06-02T12:15:39.350" v="3273" actId="1582"/>
          <ac:cxnSpMkLst>
            <pc:docMk/>
            <pc:sldMk cId="609575857" sldId="2776"/>
            <ac:cxnSpMk id="20" creationId="{FA6DF9F9-7FC1-E551-1CE0-FF160C41DAFD}"/>
          </ac:cxnSpMkLst>
        </pc:cxnChg>
      </pc:sldChg>
      <pc:sldChg chg="addSp delSp modSp mod modNotesTx">
        <pc:chgData name="Xin Luo" userId="82312ee5779919a4" providerId="LiveId" clId="{1FEF9892-859B-8349-A234-8660AFCBAD3E}" dt="2025-06-02T08:59:46.532" v="2434" actId="20577"/>
        <pc:sldMkLst>
          <pc:docMk/>
          <pc:sldMk cId="565877602" sldId="2778"/>
        </pc:sldMkLst>
        <pc:spChg chg="add mod">
          <ac:chgData name="Xin Luo" userId="82312ee5779919a4" providerId="LiveId" clId="{1FEF9892-859B-8349-A234-8660AFCBAD3E}" dt="2025-06-02T08:58:02.685" v="2354" actId="20577"/>
          <ac:spMkLst>
            <pc:docMk/>
            <pc:sldMk cId="565877602" sldId="2778"/>
            <ac:spMk id="6" creationId="{7631E065-4FB4-943E-19F7-186F95501006}"/>
          </ac:spMkLst>
        </pc:spChg>
        <pc:spChg chg="del mod">
          <ac:chgData name="Xin Luo" userId="82312ee5779919a4" providerId="LiveId" clId="{1FEF9892-859B-8349-A234-8660AFCBAD3E}" dt="2025-06-02T08:51:29.776" v="2113" actId="478"/>
          <ac:spMkLst>
            <pc:docMk/>
            <pc:sldMk cId="565877602" sldId="2778"/>
            <ac:spMk id="10" creationId="{F92064D2-ED42-975C-DDA5-FDB5DC8B1E1A}"/>
          </ac:spMkLst>
        </pc:spChg>
        <pc:spChg chg="mod">
          <ac:chgData name="Xin Luo" userId="82312ee5779919a4" providerId="LiveId" clId="{1FEF9892-859B-8349-A234-8660AFCBAD3E}" dt="2025-06-02T08:57:21.676" v="2339" actId="20577"/>
          <ac:spMkLst>
            <pc:docMk/>
            <pc:sldMk cId="565877602" sldId="2778"/>
            <ac:spMk id="17" creationId="{B5DE59D0-AAFE-2780-CAA5-DEC512116523}"/>
          </ac:spMkLst>
        </pc:spChg>
        <pc:picChg chg="del">
          <ac:chgData name="Xin Luo" userId="82312ee5779919a4" providerId="LiveId" clId="{1FEF9892-859B-8349-A234-8660AFCBAD3E}" dt="2025-06-02T08:50:46.649" v="2086" actId="478"/>
          <ac:picMkLst>
            <pc:docMk/>
            <pc:sldMk cId="565877602" sldId="2778"/>
            <ac:picMk id="5" creationId="{04265197-3184-EEE9-08B4-F7882B198B77}"/>
          </ac:picMkLst>
        </pc:picChg>
        <pc:picChg chg="del">
          <ac:chgData name="Xin Luo" userId="82312ee5779919a4" providerId="LiveId" clId="{1FEF9892-859B-8349-A234-8660AFCBAD3E}" dt="2025-06-02T08:50:47.208" v="2087" actId="478"/>
          <ac:picMkLst>
            <pc:docMk/>
            <pc:sldMk cId="565877602" sldId="2778"/>
            <ac:picMk id="15" creationId="{42B6C9F6-E69B-BC3F-C15C-FF4DAD64125B}"/>
          </ac:picMkLst>
        </pc:picChg>
      </pc:sldChg>
      <pc:sldChg chg="addSp delSp modSp mod modNotesTx">
        <pc:chgData name="Xin Luo" userId="82312ee5779919a4" providerId="LiveId" clId="{1FEF9892-859B-8349-A234-8660AFCBAD3E}" dt="2025-06-02T11:28:43.380" v="3106" actId="403"/>
        <pc:sldMkLst>
          <pc:docMk/>
          <pc:sldMk cId="1437556396" sldId="2779"/>
        </pc:sldMkLst>
        <pc:spChg chg="add mod">
          <ac:chgData name="Xin Luo" userId="82312ee5779919a4" providerId="LiveId" clId="{1FEF9892-859B-8349-A234-8660AFCBAD3E}" dt="2025-06-02T11:28:40.438" v="3105" actId="1036"/>
          <ac:spMkLst>
            <pc:docMk/>
            <pc:sldMk cId="1437556396" sldId="2779"/>
            <ac:spMk id="9" creationId="{950A3835-E0AC-6D24-47BB-24064676F100}"/>
          </ac:spMkLst>
        </pc:spChg>
        <pc:spChg chg="add mod">
          <ac:chgData name="Xin Luo" userId="82312ee5779919a4" providerId="LiveId" clId="{1FEF9892-859B-8349-A234-8660AFCBAD3E}" dt="2025-06-02T11:28:43.380" v="3106" actId="403"/>
          <ac:spMkLst>
            <pc:docMk/>
            <pc:sldMk cId="1437556396" sldId="2779"/>
            <ac:spMk id="10" creationId="{8BBD0714-DA1D-59FE-3512-443D9E9DB620}"/>
          </ac:spMkLst>
        </pc:spChg>
        <pc:spChg chg="mod topLvl">
          <ac:chgData name="Xin Luo" userId="82312ee5779919a4" providerId="LiveId" clId="{1FEF9892-859B-8349-A234-8660AFCBAD3E}" dt="2025-06-02T11:28:40.438" v="3105" actId="1036"/>
          <ac:spMkLst>
            <pc:docMk/>
            <pc:sldMk cId="1437556396" sldId="2779"/>
            <ac:spMk id="11" creationId="{DF4F3646-F9A6-FC11-64F9-561D1222DDBD}"/>
          </ac:spMkLst>
        </pc:spChg>
        <pc:spChg chg="del mod">
          <ac:chgData name="Xin Luo" userId="82312ee5779919a4" providerId="LiveId" clId="{1FEF9892-859B-8349-A234-8660AFCBAD3E}" dt="2025-06-02T11:23:10.768" v="2859" actId="478"/>
          <ac:spMkLst>
            <pc:docMk/>
            <pc:sldMk cId="1437556396" sldId="2779"/>
            <ac:spMk id="16" creationId="{8665A537-24C3-3B93-3A9C-533860D3865C}"/>
          </ac:spMkLst>
        </pc:spChg>
        <pc:spChg chg="del mod">
          <ac:chgData name="Xin Luo" userId="82312ee5779919a4" providerId="LiveId" clId="{1FEF9892-859B-8349-A234-8660AFCBAD3E}" dt="2025-06-02T11:23:56.911" v="2888" actId="478"/>
          <ac:spMkLst>
            <pc:docMk/>
            <pc:sldMk cId="1437556396" sldId="2779"/>
            <ac:spMk id="17" creationId="{D33C92F5-6DBB-D2A7-9BBA-5FA6FF70E9BA}"/>
          </ac:spMkLst>
        </pc:spChg>
        <pc:spChg chg="add mod">
          <ac:chgData name="Xin Luo" userId="82312ee5779919a4" providerId="LiveId" clId="{1FEF9892-859B-8349-A234-8660AFCBAD3E}" dt="2025-06-02T11:28:40.438" v="3105" actId="1036"/>
          <ac:spMkLst>
            <pc:docMk/>
            <pc:sldMk cId="1437556396" sldId="2779"/>
            <ac:spMk id="25" creationId="{F0910F50-BBAD-78FA-C610-66AB02828D08}"/>
          </ac:spMkLst>
        </pc:spChg>
        <pc:spChg chg="add mod">
          <ac:chgData name="Xin Luo" userId="82312ee5779919a4" providerId="LiveId" clId="{1FEF9892-859B-8349-A234-8660AFCBAD3E}" dt="2025-06-02T11:28:40.438" v="3105" actId="1036"/>
          <ac:spMkLst>
            <pc:docMk/>
            <pc:sldMk cId="1437556396" sldId="2779"/>
            <ac:spMk id="26" creationId="{69C7838A-37B0-A337-5505-96E788F97258}"/>
          </ac:spMkLst>
        </pc:spChg>
        <pc:grpChg chg="del">
          <ac:chgData name="Xin Luo" userId="82312ee5779919a4" providerId="LiveId" clId="{1FEF9892-859B-8349-A234-8660AFCBAD3E}" dt="2025-06-02T11:21:35.186" v="2817" actId="478"/>
          <ac:grpSpMkLst>
            <pc:docMk/>
            <pc:sldMk cId="1437556396" sldId="2779"/>
            <ac:grpSpMk id="12" creationId="{BD88E2D3-5A9B-1A1D-099B-4404AC8E5437}"/>
          </ac:grpSpMkLst>
        </pc:grpChg>
        <pc:picChg chg="del topLvl">
          <ac:chgData name="Xin Luo" userId="82312ee5779919a4" providerId="LiveId" clId="{1FEF9892-859B-8349-A234-8660AFCBAD3E}" dt="2025-06-02T11:21:35.186" v="2817" actId="478"/>
          <ac:picMkLst>
            <pc:docMk/>
            <pc:sldMk cId="1437556396" sldId="2779"/>
            <ac:picMk id="5" creationId="{56B781AE-270C-C107-EF4B-F9E3877E690F}"/>
          </ac:picMkLst>
        </pc:picChg>
        <pc:picChg chg="add mod">
          <ac:chgData name="Xin Luo" userId="82312ee5779919a4" providerId="LiveId" clId="{1FEF9892-859B-8349-A234-8660AFCBAD3E}" dt="2025-06-02T11:28:40.438" v="3105" actId="1036"/>
          <ac:picMkLst>
            <pc:docMk/>
            <pc:sldMk cId="1437556396" sldId="2779"/>
            <ac:picMk id="6" creationId="{0CC646FA-40AD-D12A-4BEA-BDBA5AC56C9C}"/>
          </ac:picMkLst>
        </pc:picChg>
        <pc:picChg chg="add mod">
          <ac:chgData name="Xin Luo" userId="82312ee5779919a4" providerId="LiveId" clId="{1FEF9892-859B-8349-A234-8660AFCBAD3E}" dt="2025-06-02T11:28:40.438" v="3105" actId="1036"/>
          <ac:picMkLst>
            <pc:docMk/>
            <pc:sldMk cId="1437556396" sldId="2779"/>
            <ac:picMk id="8" creationId="{F6028D6F-482B-0150-B4B6-C717089F11B9}"/>
          </ac:picMkLst>
        </pc:picChg>
        <pc:picChg chg="del">
          <ac:chgData name="Xin Luo" userId="82312ee5779919a4" providerId="LiveId" clId="{1FEF9892-859B-8349-A234-8660AFCBAD3E}" dt="2025-06-02T11:21:36.955" v="2818" actId="478"/>
          <ac:picMkLst>
            <pc:docMk/>
            <pc:sldMk cId="1437556396" sldId="2779"/>
            <ac:picMk id="14" creationId="{72A0E0EE-0CFB-B8B3-C9B9-88F0A73AC487}"/>
          </ac:picMkLst>
        </pc:picChg>
        <pc:picChg chg="add mod">
          <ac:chgData name="Xin Luo" userId="82312ee5779919a4" providerId="LiveId" clId="{1FEF9892-859B-8349-A234-8660AFCBAD3E}" dt="2025-06-02T11:27:19.200" v="3065"/>
          <ac:picMkLst>
            <pc:docMk/>
            <pc:sldMk cId="1437556396" sldId="2779"/>
            <ac:picMk id="15" creationId="{408DF10A-8963-1356-208F-1C6839D493B8}"/>
          </ac:picMkLst>
        </pc:picChg>
        <pc:picChg chg="add mod">
          <ac:chgData name="Xin Luo" userId="82312ee5779919a4" providerId="LiveId" clId="{1FEF9892-859B-8349-A234-8660AFCBAD3E}" dt="2025-06-02T11:27:19.200" v="3065"/>
          <ac:picMkLst>
            <pc:docMk/>
            <pc:sldMk cId="1437556396" sldId="2779"/>
            <ac:picMk id="19" creationId="{16A9593B-C106-2177-37D5-87CB915FBD7B}"/>
          </ac:picMkLst>
        </pc:picChg>
        <pc:picChg chg="add mod">
          <ac:chgData name="Xin Luo" userId="82312ee5779919a4" providerId="LiveId" clId="{1FEF9892-859B-8349-A234-8660AFCBAD3E}" dt="2025-06-02T11:27:24.291" v="3066"/>
          <ac:picMkLst>
            <pc:docMk/>
            <pc:sldMk cId="1437556396" sldId="2779"/>
            <ac:picMk id="21" creationId="{C704BDF3-FA75-1705-8E56-74A629C2E7B9}"/>
          </ac:picMkLst>
        </pc:picChg>
        <pc:picChg chg="add mod">
          <ac:chgData name="Xin Luo" userId="82312ee5779919a4" providerId="LiveId" clId="{1FEF9892-859B-8349-A234-8660AFCBAD3E}" dt="2025-06-02T11:27:24.291" v="3066"/>
          <ac:picMkLst>
            <pc:docMk/>
            <pc:sldMk cId="1437556396" sldId="2779"/>
            <ac:picMk id="23" creationId="{712889E2-C354-6AC4-E6DD-3131B58C0FF2}"/>
          </ac:picMkLst>
        </pc:picChg>
      </pc:sldChg>
      <pc:sldChg chg="addSp delSp modSp mod">
        <pc:chgData name="Xin Luo" userId="82312ee5779919a4" providerId="LiveId" clId="{1FEF9892-859B-8349-A234-8660AFCBAD3E}" dt="2025-06-02T05:14:37.718" v="1857" actId="1036"/>
        <pc:sldMkLst>
          <pc:docMk/>
          <pc:sldMk cId="887088617" sldId="2780"/>
        </pc:sldMkLst>
        <pc:spChg chg="mod topLvl">
          <ac:chgData name="Xin Luo" userId="82312ee5779919a4" providerId="LiveId" clId="{1FEF9892-859B-8349-A234-8660AFCBAD3E}" dt="2025-06-02T05:13:40.537" v="1820" actId="14100"/>
          <ac:spMkLst>
            <pc:docMk/>
            <pc:sldMk cId="887088617" sldId="2780"/>
            <ac:spMk id="8" creationId="{A3B49D21-95F8-7D30-9646-7E736E35A7E1}"/>
          </ac:spMkLst>
        </pc:spChg>
        <pc:spChg chg="mod topLvl">
          <ac:chgData name="Xin Luo" userId="82312ee5779919a4" providerId="LiveId" clId="{1FEF9892-859B-8349-A234-8660AFCBAD3E}" dt="2025-06-02T05:14:22.881" v="1840" actId="1036"/>
          <ac:spMkLst>
            <pc:docMk/>
            <pc:sldMk cId="887088617" sldId="2780"/>
            <ac:spMk id="9" creationId="{3B998F88-4368-0CC7-A30F-642B6032054E}"/>
          </ac:spMkLst>
        </pc:spChg>
        <pc:grpChg chg="del">
          <ac:chgData name="Xin Luo" userId="82312ee5779919a4" providerId="LiveId" clId="{1FEF9892-859B-8349-A234-8660AFCBAD3E}" dt="2025-06-02T05:11:41.538" v="1792" actId="478"/>
          <ac:grpSpMkLst>
            <pc:docMk/>
            <pc:sldMk cId="887088617" sldId="2780"/>
            <ac:grpSpMk id="12" creationId="{327C8830-280E-6FB3-9ED4-F9B35EAE8B00}"/>
          </ac:grpSpMkLst>
        </pc:grpChg>
        <pc:grpChg chg="del">
          <ac:chgData name="Xin Luo" userId="82312ee5779919a4" providerId="LiveId" clId="{1FEF9892-859B-8349-A234-8660AFCBAD3E}" dt="2025-06-02T05:12:05.333" v="1801" actId="478"/>
          <ac:grpSpMkLst>
            <pc:docMk/>
            <pc:sldMk cId="887088617" sldId="2780"/>
            <ac:grpSpMk id="13" creationId="{019F74A3-1C2A-67B8-E2BA-B3D58F482DB1}"/>
          </ac:grpSpMkLst>
        </pc:grpChg>
        <pc:grpChg chg="add mod">
          <ac:chgData name="Xin Luo" userId="82312ee5779919a4" providerId="LiveId" clId="{1FEF9892-859B-8349-A234-8660AFCBAD3E}" dt="2025-06-02T05:14:37.718" v="1857" actId="1036"/>
          <ac:grpSpMkLst>
            <pc:docMk/>
            <pc:sldMk cId="887088617" sldId="2780"/>
            <ac:grpSpMk id="16" creationId="{86967C22-530F-E493-507F-E02E545B701B}"/>
          </ac:grpSpMkLst>
        </pc:grpChg>
        <pc:grpChg chg="add">
          <ac:chgData name="Xin Luo" userId="82312ee5779919a4" providerId="LiveId" clId="{1FEF9892-859B-8349-A234-8660AFCBAD3E}" dt="2025-06-02T05:14:30.561" v="1845" actId="164"/>
          <ac:grpSpMkLst>
            <pc:docMk/>
            <pc:sldMk cId="887088617" sldId="2780"/>
            <ac:grpSpMk id="18" creationId="{EE1C6E02-6836-8658-36A1-5422D64893D6}"/>
          </ac:grpSpMkLst>
        </pc:grpChg>
        <pc:picChg chg="add mod">
          <ac:chgData name="Xin Luo" userId="82312ee5779919a4" providerId="LiveId" clId="{1FEF9892-859B-8349-A234-8660AFCBAD3E}" dt="2025-06-02T05:14:24.052" v="1844" actId="1036"/>
          <ac:picMkLst>
            <pc:docMk/>
            <pc:sldMk cId="887088617" sldId="2780"/>
            <ac:picMk id="5" creationId="{63522BBD-A112-B1DA-5CD0-765BAB885B8C}"/>
          </ac:picMkLst>
        </pc:picChg>
        <pc:picChg chg="del topLvl">
          <ac:chgData name="Xin Luo" userId="82312ee5779919a4" providerId="LiveId" clId="{1FEF9892-859B-8349-A234-8660AFCBAD3E}" dt="2025-06-02T05:12:05.333" v="1801" actId="478"/>
          <ac:picMkLst>
            <pc:docMk/>
            <pc:sldMk cId="887088617" sldId="2780"/>
            <ac:picMk id="7" creationId="{F8A85E48-7D59-83AC-69F7-A509D7062FDF}"/>
          </ac:picMkLst>
        </pc:picChg>
        <pc:picChg chg="add del mod">
          <ac:chgData name="Xin Luo" userId="82312ee5779919a4" providerId="LiveId" clId="{1FEF9892-859B-8349-A234-8660AFCBAD3E}" dt="2025-06-02T05:13:20.343" v="1811" actId="478"/>
          <ac:picMkLst>
            <pc:docMk/>
            <pc:sldMk cId="887088617" sldId="2780"/>
            <ac:picMk id="10" creationId="{75A7B9BD-BCFE-5B2F-7429-6F1A28FB21FC}"/>
          </ac:picMkLst>
        </pc:picChg>
        <pc:picChg chg="del topLvl">
          <ac:chgData name="Xin Luo" userId="82312ee5779919a4" providerId="LiveId" clId="{1FEF9892-859B-8349-A234-8660AFCBAD3E}" dt="2025-06-02T05:11:41.538" v="1792" actId="478"/>
          <ac:picMkLst>
            <pc:docMk/>
            <pc:sldMk cId="887088617" sldId="2780"/>
            <ac:picMk id="11" creationId="{8E23B940-F719-9467-06F7-3F5E066CBDF7}"/>
          </ac:picMkLst>
        </pc:picChg>
        <pc:picChg chg="add mod">
          <ac:chgData name="Xin Luo" userId="82312ee5779919a4" providerId="LiveId" clId="{1FEF9892-859B-8349-A234-8660AFCBAD3E}" dt="2025-06-02T05:14:34.737" v="1851" actId="1035"/>
          <ac:picMkLst>
            <pc:docMk/>
            <pc:sldMk cId="887088617" sldId="2780"/>
            <ac:picMk id="15" creationId="{93323036-B0F5-E3E5-7956-A0C0BCF68143}"/>
          </ac:picMkLst>
        </pc:picChg>
      </pc:sldChg>
      <pc:sldChg chg="addSp delSp modSp mod">
        <pc:chgData name="Xin Luo" userId="82312ee5779919a4" providerId="LiveId" clId="{1FEF9892-859B-8349-A234-8660AFCBAD3E}" dt="2025-06-02T05:23:55.920" v="1902" actId="255"/>
        <pc:sldMkLst>
          <pc:docMk/>
          <pc:sldMk cId="1421971610" sldId="2781"/>
        </pc:sldMkLst>
        <pc:spChg chg="del">
          <ac:chgData name="Xin Luo" userId="82312ee5779919a4" providerId="LiveId" clId="{1FEF9892-859B-8349-A234-8660AFCBAD3E}" dt="2025-06-02T05:15:19.783" v="1861" actId="478"/>
          <ac:spMkLst>
            <pc:docMk/>
            <pc:sldMk cId="1421971610" sldId="2781"/>
            <ac:spMk id="16" creationId="{E268E586-37FB-EA9E-7104-E9335DA80D4C}"/>
          </ac:spMkLst>
        </pc:spChg>
        <pc:spChg chg="mod">
          <ac:chgData name="Xin Luo" userId="82312ee5779919a4" providerId="LiveId" clId="{1FEF9892-859B-8349-A234-8660AFCBAD3E}" dt="2025-06-02T05:23:55.920" v="1902" actId="255"/>
          <ac:spMkLst>
            <pc:docMk/>
            <pc:sldMk cId="1421971610" sldId="2781"/>
            <ac:spMk id="17" creationId="{338A361A-6523-524F-BE7C-A36079E8C65B}"/>
          </ac:spMkLst>
        </pc:spChg>
        <pc:spChg chg="mod">
          <ac:chgData name="Xin Luo" userId="82312ee5779919a4" providerId="LiveId" clId="{1FEF9892-859B-8349-A234-8660AFCBAD3E}" dt="2025-06-02T05:23:44.845" v="1901" actId="1036"/>
          <ac:spMkLst>
            <pc:docMk/>
            <pc:sldMk cId="1421971610" sldId="2781"/>
            <ac:spMk id="18" creationId="{68DC9956-6C26-2EB6-BD0C-5483B6425CE1}"/>
          </ac:spMkLst>
        </pc:spChg>
        <pc:spChg chg="del">
          <ac:chgData name="Xin Luo" userId="82312ee5779919a4" providerId="LiveId" clId="{1FEF9892-859B-8349-A234-8660AFCBAD3E}" dt="2025-06-02T05:15:19.783" v="1861" actId="478"/>
          <ac:spMkLst>
            <pc:docMk/>
            <pc:sldMk cId="1421971610" sldId="2781"/>
            <ac:spMk id="21" creationId="{E6DA1D06-C60B-CE6D-F79A-711FBA16CEA2}"/>
          </ac:spMkLst>
        </pc:spChg>
        <pc:picChg chg="add del mod">
          <ac:chgData name="Xin Luo" userId="82312ee5779919a4" providerId="LiveId" clId="{1FEF9892-859B-8349-A234-8660AFCBAD3E}" dt="2025-06-02T05:16:33.852" v="1876" actId="478"/>
          <ac:picMkLst>
            <pc:docMk/>
            <pc:sldMk cId="1421971610" sldId="2781"/>
            <ac:picMk id="5" creationId="{23E588C5-3739-20FB-434A-E543F8084C6A}"/>
          </ac:picMkLst>
        </pc:picChg>
        <pc:picChg chg="add del mod">
          <ac:chgData name="Xin Luo" userId="82312ee5779919a4" providerId="LiveId" clId="{1FEF9892-859B-8349-A234-8660AFCBAD3E}" dt="2025-06-02T05:23:28.664" v="1884" actId="478"/>
          <ac:picMkLst>
            <pc:docMk/>
            <pc:sldMk cId="1421971610" sldId="2781"/>
            <ac:picMk id="7" creationId="{3E6DF092-DCBD-A83A-8C14-57A3EC8F21EC}"/>
          </ac:picMkLst>
        </pc:picChg>
        <pc:picChg chg="add mod">
          <ac:chgData name="Xin Luo" userId="82312ee5779919a4" providerId="LiveId" clId="{1FEF9892-859B-8349-A234-8660AFCBAD3E}" dt="2025-06-02T05:23:34.863" v="1889" actId="14100"/>
          <ac:picMkLst>
            <pc:docMk/>
            <pc:sldMk cId="1421971610" sldId="2781"/>
            <ac:picMk id="9" creationId="{411D5DE2-19DD-90F9-AB29-89479E54A727}"/>
          </ac:picMkLst>
        </pc:picChg>
        <pc:picChg chg="del">
          <ac:chgData name="Xin Luo" userId="82312ee5779919a4" providerId="LiveId" clId="{1FEF9892-859B-8349-A234-8660AFCBAD3E}" dt="2025-06-02T05:15:16.307" v="1859" actId="478"/>
          <ac:picMkLst>
            <pc:docMk/>
            <pc:sldMk cId="1421971610" sldId="2781"/>
            <ac:picMk id="10" creationId="{8F166095-AA31-0A97-05F3-BF45B53C965D}"/>
          </ac:picMkLst>
        </pc:picChg>
        <pc:picChg chg="del">
          <ac:chgData name="Xin Luo" userId="82312ee5779919a4" providerId="LiveId" clId="{1FEF9892-859B-8349-A234-8660AFCBAD3E}" dt="2025-06-02T05:15:15.088" v="1858" actId="478"/>
          <ac:picMkLst>
            <pc:docMk/>
            <pc:sldMk cId="1421971610" sldId="2781"/>
            <ac:picMk id="15" creationId="{89791BEA-86FB-D968-60B1-A0B6D48905BA}"/>
          </ac:picMkLst>
        </pc:picChg>
        <pc:picChg chg="del">
          <ac:chgData name="Xin Luo" userId="82312ee5779919a4" providerId="LiveId" clId="{1FEF9892-859B-8349-A234-8660AFCBAD3E}" dt="2025-06-02T05:15:17.539" v="1860" actId="478"/>
          <ac:picMkLst>
            <pc:docMk/>
            <pc:sldMk cId="1421971610" sldId="2781"/>
            <ac:picMk id="20" creationId="{CAF38DCD-E579-6C59-A573-EB5C7B2470F8}"/>
          </ac:picMkLst>
        </pc:picChg>
      </pc:sldChg>
      <pc:sldChg chg="delSp del mod">
        <pc:chgData name="Xin Luo" userId="82312ee5779919a4" providerId="LiveId" clId="{1FEF9892-859B-8349-A234-8660AFCBAD3E}" dt="2025-06-02T08:37:42.027" v="1907" actId="2696"/>
        <pc:sldMkLst>
          <pc:docMk/>
          <pc:sldMk cId="3950804864" sldId="2783"/>
        </pc:sldMkLst>
        <pc:spChg chg="del">
          <ac:chgData name="Xin Luo" userId="82312ee5779919a4" providerId="LiveId" clId="{1FEF9892-859B-8349-A234-8660AFCBAD3E}" dt="2025-06-02T08:37:35.743" v="1906" actId="478"/>
          <ac:spMkLst>
            <pc:docMk/>
            <pc:sldMk cId="3950804864" sldId="2783"/>
            <ac:spMk id="8" creationId="{C16A595E-70F1-796A-B345-8487FB5EC84A}"/>
          </ac:spMkLst>
        </pc:spChg>
        <pc:picChg chg="del">
          <ac:chgData name="Xin Luo" userId="82312ee5779919a4" providerId="LiveId" clId="{1FEF9892-859B-8349-A234-8660AFCBAD3E}" dt="2025-06-02T08:37:33.429" v="1905" actId="478"/>
          <ac:picMkLst>
            <pc:docMk/>
            <pc:sldMk cId="3950804864" sldId="2783"/>
            <ac:picMk id="6" creationId="{30C9C883-D452-8D0E-B3EA-2AF1AC851803}"/>
          </ac:picMkLst>
        </pc:picChg>
      </pc:sldChg>
      <pc:sldChg chg="addSp delSp modSp mod">
        <pc:chgData name="Xin Luo" userId="82312ee5779919a4" providerId="LiveId" clId="{1FEF9892-859B-8349-A234-8660AFCBAD3E}" dt="2025-06-02T11:31:54.642" v="3182" actId="20577"/>
        <pc:sldMkLst>
          <pc:docMk/>
          <pc:sldMk cId="1837514754" sldId="2784"/>
        </pc:sldMkLst>
        <pc:spChg chg="mod">
          <ac:chgData name="Xin Luo" userId="82312ee5779919a4" providerId="LiveId" clId="{1FEF9892-859B-8349-A234-8660AFCBAD3E}" dt="2025-06-02T11:31:54.642" v="3182" actId="20577"/>
          <ac:spMkLst>
            <pc:docMk/>
            <pc:sldMk cId="1837514754" sldId="2784"/>
            <ac:spMk id="2" creationId="{C4529C50-64E8-CA6D-4574-3DCF0791EB50}"/>
          </ac:spMkLst>
        </pc:spChg>
        <pc:spChg chg="add del">
          <ac:chgData name="Xin Luo" userId="82312ee5779919a4" providerId="LiveId" clId="{1FEF9892-859B-8349-A234-8660AFCBAD3E}" dt="2025-06-02T09:33:24.561" v="2441" actId="22"/>
          <ac:spMkLst>
            <pc:docMk/>
            <pc:sldMk cId="1837514754" sldId="2784"/>
            <ac:spMk id="5" creationId="{6A14CB63-9E94-5F71-0B06-C253F08ED8F9}"/>
          </ac:spMkLst>
        </pc:spChg>
        <pc:spChg chg="add del mod">
          <ac:chgData name="Xin Luo" userId="82312ee5779919a4" providerId="LiveId" clId="{1FEF9892-859B-8349-A234-8660AFCBAD3E}" dt="2025-06-02T10:59:23.556" v="2754" actId="478"/>
          <ac:spMkLst>
            <pc:docMk/>
            <pc:sldMk cId="1837514754" sldId="2784"/>
            <ac:spMk id="11" creationId="{6F387CC4-510A-1DBC-6E46-FB1934B51252}"/>
          </ac:spMkLst>
        </pc:spChg>
        <pc:spChg chg="add del mod topLvl">
          <ac:chgData name="Xin Luo" userId="82312ee5779919a4" providerId="LiveId" clId="{1FEF9892-859B-8349-A234-8660AFCBAD3E}" dt="2025-06-02T11:31:30.997" v="3152" actId="207"/>
          <ac:spMkLst>
            <pc:docMk/>
            <pc:sldMk cId="1837514754" sldId="2784"/>
            <ac:spMk id="12" creationId="{25F3FEE0-DC33-4DE7-D83C-C4CBC563C159}"/>
          </ac:spMkLst>
        </pc:spChg>
        <pc:spChg chg="add mod topLvl">
          <ac:chgData name="Xin Luo" userId="82312ee5779919a4" providerId="LiveId" clId="{1FEF9892-859B-8349-A234-8660AFCBAD3E}" dt="2025-06-02T11:31:30.997" v="3152" actId="207"/>
          <ac:spMkLst>
            <pc:docMk/>
            <pc:sldMk cId="1837514754" sldId="2784"/>
            <ac:spMk id="13" creationId="{7C32163D-E26F-9DA4-9A2C-C8524850A1F0}"/>
          </ac:spMkLst>
        </pc:spChg>
        <pc:spChg chg="add mod">
          <ac:chgData name="Xin Luo" userId="82312ee5779919a4" providerId="LiveId" clId="{1FEF9892-859B-8349-A234-8660AFCBAD3E}" dt="2025-06-02T11:31:30.997" v="3152" actId="207"/>
          <ac:spMkLst>
            <pc:docMk/>
            <pc:sldMk cId="1837514754" sldId="2784"/>
            <ac:spMk id="16" creationId="{8BCF805A-C94E-D4B7-F080-3A8E89BE29CE}"/>
          </ac:spMkLst>
        </pc:spChg>
        <pc:spChg chg="del mod">
          <ac:chgData name="Xin Luo" userId="82312ee5779919a4" providerId="LiveId" clId="{1FEF9892-859B-8349-A234-8660AFCBAD3E}" dt="2025-06-02T10:50:53.729" v="2699"/>
          <ac:spMkLst>
            <pc:docMk/>
            <pc:sldMk cId="1837514754" sldId="2784"/>
            <ac:spMk id="17" creationId="{085D469A-8503-A75E-0037-789F00C157A7}"/>
          </ac:spMkLst>
        </pc:spChg>
        <pc:spChg chg="add mod">
          <ac:chgData name="Xin Luo" userId="82312ee5779919a4" providerId="LiveId" clId="{1FEF9892-859B-8349-A234-8660AFCBAD3E}" dt="2025-06-02T11:31:30.997" v="3152" actId="207"/>
          <ac:spMkLst>
            <pc:docMk/>
            <pc:sldMk cId="1837514754" sldId="2784"/>
            <ac:spMk id="18" creationId="{199E28FE-2A6E-40FF-4F8A-344036FC9A91}"/>
          </ac:spMkLst>
        </pc:spChg>
        <pc:grpChg chg="add del mod">
          <ac:chgData name="Xin Luo" userId="82312ee5779919a4" providerId="LiveId" clId="{1FEF9892-859B-8349-A234-8660AFCBAD3E}" dt="2025-06-02T11:29:48.350" v="3119" actId="165"/>
          <ac:grpSpMkLst>
            <pc:docMk/>
            <pc:sldMk cId="1837514754" sldId="2784"/>
            <ac:grpSpMk id="14" creationId="{55CC0048-91FF-D913-021D-9C307B36F278}"/>
          </ac:grpSpMkLst>
        </pc:grpChg>
        <pc:grpChg chg="add del mod">
          <ac:chgData name="Xin Luo" userId="82312ee5779919a4" providerId="LiveId" clId="{1FEF9892-859B-8349-A234-8660AFCBAD3E}" dt="2025-06-02T11:29:08.457" v="3109" actId="165"/>
          <ac:grpSpMkLst>
            <pc:docMk/>
            <pc:sldMk cId="1837514754" sldId="2784"/>
            <ac:grpSpMk id="15" creationId="{0F57CF91-58C3-04B3-0727-56932743C230}"/>
          </ac:grpSpMkLst>
        </pc:grpChg>
        <pc:grpChg chg="add mod">
          <ac:chgData name="Xin Luo" userId="82312ee5779919a4" providerId="LiveId" clId="{1FEF9892-859B-8349-A234-8660AFCBAD3E}" dt="2025-06-02T11:30:42.305" v="3143" actId="1076"/>
          <ac:grpSpMkLst>
            <pc:docMk/>
            <pc:sldMk cId="1837514754" sldId="2784"/>
            <ac:grpSpMk id="19" creationId="{D9111FDB-9AC4-4490-9E86-85BF8AC7A5DF}"/>
          </ac:grpSpMkLst>
        </pc:grpChg>
        <pc:grpChg chg="add">
          <ac:chgData name="Xin Luo" userId="82312ee5779919a4" providerId="LiveId" clId="{1FEF9892-859B-8349-A234-8660AFCBAD3E}" dt="2025-06-02T11:30:19.726" v="3139" actId="164"/>
          <ac:grpSpMkLst>
            <pc:docMk/>
            <pc:sldMk cId="1837514754" sldId="2784"/>
            <ac:grpSpMk id="20" creationId="{C2418F0D-7108-4C45-52F4-CE6971D5701D}"/>
          </ac:grpSpMkLst>
        </pc:grpChg>
        <pc:picChg chg="del mod">
          <ac:chgData name="Xin Luo" userId="82312ee5779919a4" providerId="LiveId" clId="{1FEF9892-859B-8349-A234-8660AFCBAD3E}" dt="2025-06-02T10:54:06.954" v="2700" actId="478"/>
          <ac:picMkLst>
            <pc:docMk/>
            <pc:sldMk cId="1837514754" sldId="2784"/>
            <ac:picMk id="6" creationId="{8EB43DFC-72C2-3362-12AF-0E6A0E6BDB61}"/>
          </ac:picMkLst>
        </pc:picChg>
        <pc:picChg chg="add mod topLvl">
          <ac:chgData name="Xin Luo" userId="82312ee5779919a4" providerId="LiveId" clId="{1FEF9892-859B-8349-A234-8660AFCBAD3E}" dt="2025-06-02T11:29:08.457" v="3109" actId="165"/>
          <ac:picMkLst>
            <pc:docMk/>
            <pc:sldMk cId="1837514754" sldId="2784"/>
            <ac:picMk id="8" creationId="{26A93948-F3EE-2B06-86CB-7646DC6A2A98}"/>
          </ac:picMkLst>
        </pc:picChg>
        <pc:picChg chg="add mod topLvl">
          <ac:chgData name="Xin Luo" userId="82312ee5779919a4" providerId="LiveId" clId="{1FEF9892-859B-8349-A234-8660AFCBAD3E}" dt="2025-06-02T11:29:48.350" v="3119" actId="165"/>
          <ac:picMkLst>
            <pc:docMk/>
            <pc:sldMk cId="1837514754" sldId="2784"/>
            <ac:picMk id="10" creationId="{FA5011A1-F210-06A1-358A-495F490A031D}"/>
          </ac:picMkLst>
        </pc:picChg>
      </pc:sldChg>
      <pc:sldChg chg="delSp add del mod">
        <pc:chgData name="Xin Luo" userId="82312ee5779919a4" providerId="LiveId" clId="{1FEF9892-859B-8349-A234-8660AFCBAD3E}" dt="2025-06-02T08:59:57.246" v="2435" actId="2696"/>
        <pc:sldMkLst>
          <pc:docMk/>
          <pc:sldMk cId="388902715" sldId="2785"/>
        </pc:sldMkLst>
        <pc:picChg chg="del">
          <ac:chgData name="Xin Luo" userId="82312ee5779919a4" providerId="LiveId" clId="{1FEF9892-859B-8349-A234-8660AFCBAD3E}" dt="2025-06-02T08:56:39.764" v="2320" actId="478"/>
          <ac:picMkLst>
            <pc:docMk/>
            <pc:sldMk cId="388902715" sldId="2785"/>
            <ac:picMk id="6" creationId="{96119EEC-8CEF-507A-768F-D8F7B76D4D82}"/>
          </ac:picMkLst>
        </pc:picChg>
      </pc:sldChg>
      <pc:sldChg chg="delSp modSp add mod ord">
        <pc:chgData name="Xin Luo" userId="82312ee5779919a4" providerId="LiveId" clId="{1FEF9892-859B-8349-A234-8660AFCBAD3E}" dt="2025-06-02T08:40:58.757" v="2085" actId="20577"/>
        <pc:sldMkLst>
          <pc:docMk/>
          <pc:sldMk cId="4037787574" sldId="2786"/>
        </pc:sldMkLst>
        <pc:spChg chg="del">
          <ac:chgData name="Xin Luo" userId="82312ee5779919a4" providerId="LiveId" clId="{1FEF9892-859B-8349-A234-8660AFCBAD3E}" dt="2025-06-02T08:37:49.057" v="1910" actId="478"/>
          <ac:spMkLst>
            <pc:docMk/>
            <pc:sldMk cId="4037787574" sldId="2786"/>
            <ac:spMk id="10" creationId="{401AF7B4-6596-DECA-BA08-8BA23D521E37}"/>
          </ac:spMkLst>
        </pc:spChg>
        <pc:spChg chg="mod">
          <ac:chgData name="Xin Luo" userId="82312ee5779919a4" providerId="LiveId" clId="{1FEF9892-859B-8349-A234-8660AFCBAD3E}" dt="2025-06-02T08:40:58.757" v="2085" actId="20577"/>
          <ac:spMkLst>
            <pc:docMk/>
            <pc:sldMk cId="4037787574" sldId="2786"/>
            <ac:spMk id="17" creationId="{256B3729-B4D8-7B17-1C04-B63276D34ADC}"/>
          </ac:spMkLst>
        </pc:spChg>
        <pc:picChg chg="del">
          <ac:chgData name="Xin Luo" userId="82312ee5779919a4" providerId="LiveId" clId="{1FEF9892-859B-8349-A234-8660AFCBAD3E}" dt="2025-06-02T08:37:47.332" v="1909" actId="478"/>
          <ac:picMkLst>
            <pc:docMk/>
            <pc:sldMk cId="4037787574" sldId="2786"/>
            <ac:picMk id="5" creationId="{D610798E-7CBB-D3C5-3E82-A964E3CE476E}"/>
          </ac:picMkLst>
        </pc:picChg>
        <pc:picChg chg="del">
          <ac:chgData name="Xin Luo" userId="82312ee5779919a4" providerId="LiveId" clId="{1FEF9892-859B-8349-A234-8660AFCBAD3E}" dt="2025-06-02T08:37:47.332" v="1909" actId="478"/>
          <ac:picMkLst>
            <pc:docMk/>
            <pc:sldMk cId="4037787574" sldId="2786"/>
            <ac:picMk id="15" creationId="{2EC3C145-3D75-687F-3E5E-86C78C3BDD7B}"/>
          </ac:picMkLst>
        </pc:picChg>
      </pc:sldChg>
      <pc:sldChg chg="addSp modSp add mod">
        <pc:chgData name="Xin Luo" userId="82312ee5779919a4" providerId="LiveId" clId="{1FEF9892-859B-8349-A234-8660AFCBAD3E}" dt="2025-06-02T08:55:22.188" v="2180" actId="1076"/>
        <pc:sldMkLst>
          <pc:docMk/>
          <pc:sldMk cId="911961530" sldId="2787"/>
        </pc:sldMkLst>
        <pc:spChg chg="add mod">
          <ac:chgData name="Xin Luo" userId="82312ee5779919a4" providerId="LiveId" clId="{1FEF9892-859B-8349-A234-8660AFCBAD3E}" dt="2025-06-02T08:55:22.188" v="2180" actId="1076"/>
          <ac:spMkLst>
            <pc:docMk/>
            <pc:sldMk cId="911961530" sldId="2787"/>
            <ac:spMk id="7" creationId="{B70EA290-7FFA-6E9F-95FB-9B076200931C}"/>
          </ac:spMkLst>
        </pc:spChg>
        <pc:spChg chg="mod">
          <ac:chgData name="Xin Luo" userId="82312ee5779919a4" providerId="LiveId" clId="{1FEF9892-859B-8349-A234-8660AFCBAD3E}" dt="2025-06-02T08:54:30.748" v="2169" actId="14100"/>
          <ac:spMkLst>
            <pc:docMk/>
            <pc:sldMk cId="911961530" sldId="2787"/>
            <ac:spMk id="17" creationId="{66685647-A126-4553-F0E4-D13FD8DFE121}"/>
          </ac:spMkLst>
        </pc:spChg>
        <pc:picChg chg="add mod">
          <ac:chgData name="Xin Luo" userId="82312ee5779919a4" providerId="LiveId" clId="{1FEF9892-859B-8349-A234-8660AFCBAD3E}" dt="2025-06-02T08:54:19.040" v="2161" actId="1036"/>
          <ac:picMkLst>
            <pc:docMk/>
            <pc:sldMk cId="911961530" sldId="2787"/>
            <ac:picMk id="5" creationId="{936AAC9B-466A-23E8-F60D-14167B20B32F}"/>
          </ac:picMkLst>
        </pc:picChg>
        <pc:picChg chg="add mod">
          <ac:chgData name="Xin Luo" userId="82312ee5779919a4" providerId="LiveId" clId="{1FEF9892-859B-8349-A234-8660AFCBAD3E}" dt="2025-06-02T08:55:07.725" v="2176" actId="1076"/>
          <ac:picMkLst>
            <pc:docMk/>
            <pc:sldMk cId="911961530" sldId="2787"/>
            <ac:picMk id="9" creationId="{DCA86D62-CA7F-6B4B-8387-41EBD6CA5E55}"/>
          </ac:picMkLst>
        </pc:picChg>
      </pc:sldChg>
      <pc:sldChg chg="delSp modSp add mod ord">
        <pc:chgData name="Xin Luo" userId="82312ee5779919a4" providerId="LiveId" clId="{1FEF9892-859B-8349-A234-8660AFCBAD3E}" dt="2025-06-02T10:50:33.692" v="2675" actId="255"/>
        <pc:sldMkLst>
          <pc:docMk/>
          <pc:sldMk cId="1527329912" sldId="2788"/>
        </pc:sldMkLst>
        <pc:spChg chg="mod">
          <ac:chgData name="Xin Luo" userId="82312ee5779919a4" providerId="LiveId" clId="{1FEF9892-859B-8349-A234-8660AFCBAD3E}" dt="2025-06-02T10:50:33.692" v="2675" actId="255"/>
          <ac:spMkLst>
            <pc:docMk/>
            <pc:sldMk cId="1527329912" sldId="2788"/>
            <ac:spMk id="17" creationId="{15ED2F73-4E3C-DFCD-C680-AD3B7C95E667}"/>
          </ac:spMkLst>
        </pc:spChg>
        <pc:picChg chg="del">
          <ac:chgData name="Xin Luo" userId="82312ee5779919a4" providerId="LiveId" clId="{1FEF9892-859B-8349-A234-8660AFCBAD3E}" dt="2025-06-02T10:47:58.561" v="2563" actId="478"/>
          <ac:picMkLst>
            <pc:docMk/>
            <pc:sldMk cId="1527329912" sldId="2788"/>
            <ac:picMk id="6" creationId="{EF3E143A-0D3D-8FE9-1B09-3DD7CC289621}"/>
          </ac:picMkLst>
        </pc:picChg>
      </pc:sldChg>
      <pc:sldChg chg="addSp modSp add mod">
        <pc:chgData name="Xin Luo" userId="82312ee5779919a4" providerId="LiveId" clId="{1FEF9892-859B-8349-A234-8660AFCBAD3E}" dt="2025-06-02T12:09:17.587" v="3190" actId="403"/>
        <pc:sldMkLst>
          <pc:docMk/>
          <pc:sldMk cId="2678007069" sldId="2789"/>
        </pc:sldMkLst>
        <pc:spChg chg="mod">
          <ac:chgData name="Xin Luo" userId="82312ee5779919a4" providerId="LiveId" clId="{1FEF9892-859B-8349-A234-8660AFCBAD3E}" dt="2025-06-02T12:08:53.008" v="3185" actId="1076"/>
          <ac:spMkLst>
            <pc:docMk/>
            <pc:sldMk cId="2678007069" sldId="2789"/>
            <ac:spMk id="6" creationId="{3ED0327C-4566-3398-A61F-D4CCCC424DC6}"/>
          </ac:spMkLst>
        </pc:spChg>
        <pc:spChg chg="mod">
          <ac:chgData name="Xin Luo" userId="82312ee5779919a4" providerId="LiveId" clId="{1FEF9892-859B-8349-A234-8660AFCBAD3E}" dt="2025-06-02T12:09:17.587" v="3190" actId="403"/>
          <ac:spMkLst>
            <pc:docMk/>
            <pc:sldMk cId="2678007069" sldId="2789"/>
            <ac:spMk id="17" creationId="{A5D23D6B-978C-96BD-2B05-F45B865C0996}"/>
          </ac:spMkLst>
        </pc:spChg>
        <pc:grpChg chg="add mod">
          <ac:chgData name="Xin Luo" userId="82312ee5779919a4" providerId="LiveId" clId="{1FEF9892-859B-8349-A234-8660AFCBAD3E}" dt="2025-06-02T12:09:11.474" v="3189" actId="1076"/>
          <ac:grpSpMkLst>
            <pc:docMk/>
            <pc:sldMk cId="2678007069" sldId="2789"/>
            <ac:grpSpMk id="4" creationId="{69574C2A-00F8-61BF-9632-11547C901AF7}"/>
          </ac:grpSpMkLst>
        </pc:grpChg>
        <pc:picChg chg="mod">
          <ac:chgData name="Xin Luo" userId="82312ee5779919a4" providerId="LiveId" clId="{1FEF9892-859B-8349-A234-8660AFCBAD3E}" dt="2025-06-02T12:08:57.029" v="3186" actId="14100"/>
          <ac:picMkLst>
            <pc:docMk/>
            <pc:sldMk cId="2678007069" sldId="2789"/>
            <ac:picMk id="5" creationId="{CC6D97A4-8627-E7EE-6864-EEC6A5BFA780}"/>
          </ac:picMkLst>
        </pc:picChg>
      </pc:sldChg>
      <pc:sldChg chg="addSp delSp modSp add mod">
        <pc:chgData name="Xin Luo" userId="82312ee5779919a4" providerId="LiveId" clId="{1FEF9892-859B-8349-A234-8660AFCBAD3E}" dt="2025-06-02T14:42:12.892" v="3529" actId="1038"/>
        <pc:sldMkLst>
          <pc:docMk/>
          <pc:sldMk cId="3852714107" sldId="2790"/>
        </pc:sldMkLst>
        <pc:spChg chg="add mod">
          <ac:chgData name="Xin Luo" userId="82312ee5779919a4" providerId="LiveId" clId="{1FEF9892-859B-8349-A234-8660AFCBAD3E}" dt="2025-06-02T14:41:07.767" v="3487" actId="1036"/>
          <ac:spMkLst>
            <pc:docMk/>
            <pc:sldMk cId="3852714107" sldId="2790"/>
            <ac:spMk id="12" creationId="{F0EDBE1B-9BD5-9DF6-6211-59B4AF1334C3}"/>
          </ac:spMkLst>
        </pc:spChg>
        <pc:spChg chg="add mod">
          <ac:chgData name="Xin Luo" userId="82312ee5779919a4" providerId="LiveId" clId="{1FEF9892-859B-8349-A234-8660AFCBAD3E}" dt="2025-06-02T14:41:21.794" v="3493" actId="1035"/>
          <ac:spMkLst>
            <pc:docMk/>
            <pc:sldMk cId="3852714107" sldId="2790"/>
            <ac:spMk id="14" creationId="{B5987875-406D-A25F-1A99-14007DE4474B}"/>
          </ac:spMkLst>
        </pc:spChg>
        <pc:spChg chg="mod">
          <ac:chgData name="Xin Luo" userId="82312ee5779919a4" providerId="LiveId" clId="{1FEF9892-859B-8349-A234-8660AFCBAD3E}" dt="2025-06-02T14:41:59.877" v="3515" actId="20577"/>
          <ac:spMkLst>
            <pc:docMk/>
            <pc:sldMk cId="3852714107" sldId="2790"/>
            <ac:spMk id="17" creationId="{431DB7F4-445A-E3C2-4460-756136E1B399}"/>
          </ac:spMkLst>
        </pc:spChg>
        <pc:grpChg chg="add mod">
          <ac:chgData name="Xin Luo" userId="82312ee5779919a4" providerId="LiveId" clId="{1FEF9892-859B-8349-A234-8660AFCBAD3E}" dt="2025-06-02T14:42:12.892" v="3529" actId="1038"/>
          <ac:grpSpMkLst>
            <pc:docMk/>
            <pc:sldMk cId="3852714107" sldId="2790"/>
            <ac:grpSpMk id="18" creationId="{A01D756D-B50A-E2EE-5A50-CB434326DA5F}"/>
          </ac:grpSpMkLst>
        </pc:grpChg>
        <pc:grpChg chg="add">
          <ac:chgData name="Xin Luo" userId="82312ee5779919a4" providerId="LiveId" clId="{1FEF9892-859B-8349-A234-8660AFCBAD3E}" dt="2025-06-02T14:41:18.838" v="3489" actId="164"/>
          <ac:grpSpMkLst>
            <pc:docMk/>
            <pc:sldMk cId="3852714107" sldId="2790"/>
            <ac:grpSpMk id="19" creationId="{B84917E7-2DEC-F7B5-9FBB-AFD9272484D5}"/>
          </ac:grpSpMkLst>
        </pc:grpChg>
        <pc:picChg chg="add del">
          <ac:chgData name="Xin Luo" userId="82312ee5779919a4" providerId="LiveId" clId="{1FEF9892-859B-8349-A234-8660AFCBAD3E}" dt="2025-06-02T14:36:38.147" v="3281" actId="478"/>
          <ac:picMkLst>
            <pc:docMk/>
            <pc:sldMk cId="3852714107" sldId="2790"/>
            <ac:picMk id="4" creationId="{30D2DF9A-53B3-42D7-1264-A77E21A5EDF8}"/>
          </ac:picMkLst>
        </pc:picChg>
        <pc:picChg chg="add mod">
          <ac:chgData name="Xin Luo" userId="82312ee5779919a4" providerId="LiveId" clId="{1FEF9892-859B-8349-A234-8660AFCBAD3E}" dt="2025-06-02T14:41:07.767" v="3487" actId="1036"/>
          <ac:picMkLst>
            <pc:docMk/>
            <pc:sldMk cId="3852714107" sldId="2790"/>
            <ac:picMk id="6" creationId="{6612EADE-3049-D10A-6BA3-1C769218C152}"/>
          </ac:picMkLst>
        </pc:picChg>
        <pc:picChg chg="del">
          <ac:chgData name="Xin Luo" userId="82312ee5779919a4" providerId="LiveId" clId="{1FEF9892-859B-8349-A234-8660AFCBAD3E}" dt="2025-06-02T14:36:36.664" v="3279" actId="478"/>
          <ac:picMkLst>
            <pc:docMk/>
            <pc:sldMk cId="3852714107" sldId="2790"/>
            <ac:picMk id="7" creationId="{F7E846EB-24E5-3657-F011-4AAA7C79BB75}"/>
          </ac:picMkLst>
        </pc:picChg>
        <pc:picChg chg="del">
          <ac:chgData name="Xin Luo" userId="82312ee5779919a4" providerId="LiveId" clId="{1FEF9892-859B-8349-A234-8660AFCBAD3E}" dt="2025-06-02T14:36:36.664" v="3279" actId="478"/>
          <ac:picMkLst>
            <pc:docMk/>
            <pc:sldMk cId="3852714107" sldId="2790"/>
            <ac:picMk id="9" creationId="{41FFC547-70E1-FA65-B468-1F31B5CBB521}"/>
          </ac:picMkLst>
        </pc:picChg>
        <pc:picChg chg="add mod">
          <ac:chgData name="Xin Luo" userId="82312ee5779919a4" providerId="LiveId" clId="{1FEF9892-859B-8349-A234-8660AFCBAD3E}" dt="2025-06-02T14:40:18.917" v="3431" actId="14100"/>
          <ac:picMkLst>
            <pc:docMk/>
            <pc:sldMk cId="3852714107" sldId="2790"/>
            <ac:picMk id="10" creationId="{C77C8A7E-4D49-5ECA-844F-D01D8F920377}"/>
          </ac:picMkLst>
        </pc:picChg>
        <pc:picChg chg="del">
          <ac:chgData name="Xin Luo" userId="82312ee5779919a4" providerId="LiveId" clId="{1FEF9892-859B-8349-A234-8660AFCBAD3E}" dt="2025-06-02T14:36:36.664" v="3279" actId="478"/>
          <ac:picMkLst>
            <pc:docMk/>
            <pc:sldMk cId="3852714107" sldId="2790"/>
            <ac:picMk id="11" creationId="{F27E88E2-81D9-DCB9-28FE-73F03382A106}"/>
          </ac:picMkLst>
        </pc:picChg>
        <pc:picChg chg="del">
          <ac:chgData name="Xin Luo" userId="82312ee5779919a4" providerId="LiveId" clId="{1FEF9892-859B-8349-A234-8660AFCBAD3E}" dt="2025-06-02T14:36:36.664" v="3279" actId="478"/>
          <ac:picMkLst>
            <pc:docMk/>
            <pc:sldMk cId="3852714107" sldId="2790"/>
            <ac:picMk id="13" creationId="{82DB79FE-EBF9-FD9F-73CA-B783A66B9522}"/>
          </ac:picMkLst>
        </pc:picChg>
        <pc:cxnChg chg="del mod">
          <ac:chgData name="Xin Luo" userId="82312ee5779919a4" providerId="LiveId" clId="{1FEF9892-859B-8349-A234-8660AFCBAD3E}" dt="2025-06-02T14:36:36.664" v="3279" actId="478"/>
          <ac:cxnSpMkLst>
            <pc:docMk/>
            <pc:sldMk cId="3852714107" sldId="2790"/>
            <ac:cxnSpMk id="15" creationId="{48A28B88-DC12-E092-3611-E7A006A033D0}"/>
          </ac:cxnSpMkLst>
        </pc:cxnChg>
        <pc:cxnChg chg="del mod">
          <ac:chgData name="Xin Luo" userId="82312ee5779919a4" providerId="LiveId" clId="{1FEF9892-859B-8349-A234-8660AFCBAD3E}" dt="2025-06-02T14:36:36.664" v="3279" actId="478"/>
          <ac:cxnSpMkLst>
            <pc:docMk/>
            <pc:sldMk cId="3852714107" sldId="2790"/>
            <ac:cxnSpMk id="16" creationId="{02AAA44C-8A85-A2D8-A7B5-058166CB20B9}"/>
          </ac:cxnSpMkLst>
        </pc:cxnChg>
        <pc:cxnChg chg="del mod">
          <ac:chgData name="Xin Luo" userId="82312ee5779919a4" providerId="LiveId" clId="{1FEF9892-859B-8349-A234-8660AFCBAD3E}" dt="2025-06-02T14:36:36.664" v="3279" actId="478"/>
          <ac:cxnSpMkLst>
            <pc:docMk/>
            <pc:sldMk cId="3852714107" sldId="2790"/>
            <ac:cxnSpMk id="20" creationId="{92573D6D-C80B-6D81-EBB5-6743DBA7A57C}"/>
          </ac:cxnSpMkLst>
        </pc:cxnChg>
      </pc:sldChg>
    </pc:docChg>
  </pc:docChgLst>
  <pc:docChgLst>
    <pc:chgData name="Xin Luo" userId="82312ee5779919a4" providerId="LiveId" clId="{F4CA7D5A-CB70-3041-A42E-B88F0AF724FB}"/>
    <pc:docChg chg="addSld modSld">
      <pc:chgData name="Xin Luo" userId="82312ee5779919a4" providerId="LiveId" clId="{F4CA7D5A-CB70-3041-A42E-B88F0AF724FB}" dt="2025-05-08T15:42:12.705" v="196" actId="20577"/>
      <pc:docMkLst>
        <pc:docMk/>
      </pc:docMkLst>
      <pc:sldChg chg="addSp modSp mod">
        <pc:chgData name="Xin Luo" userId="82312ee5779919a4" providerId="LiveId" clId="{F4CA7D5A-CB70-3041-A42E-B88F0AF724FB}" dt="2025-05-08T15:41:03.323" v="110" actId="1035"/>
        <pc:sldMkLst>
          <pc:docMk/>
          <pc:sldMk cId="1576120367" sldId="2387"/>
        </pc:sldMkLst>
        <pc:spChg chg="mod">
          <ac:chgData name="Xin Luo" userId="82312ee5779919a4" providerId="LiveId" clId="{F4CA7D5A-CB70-3041-A42E-B88F0AF724FB}" dt="2025-05-08T15:40:55.337" v="104" actId="20577"/>
          <ac:spMkLst>
            <pc:docMk/>
            <pc:sldMk cId="1576120367" sldId="2387"/>
            <ac:spMk id="8" creationId="{A1A47F6B-723F-B49C-E80C-2FEA85B63F48}"/>
          </ac:spMkLst>
        </pc:spChg>
        <pc:spChg chg="mod">
          <ac:chgData name="Xin Luo" userId="82312ee5779919a4" providerId="LiveId" clId="{F4CA7D5A-CB70-3041-A42E-B88F0AF724FB}" dt="2025-05-08T15:40:45.455" v="98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F4CA7D5A-CB70-3041-A42E-B88F0AF724FB}" dt="2025-05-08T15:40:28.374" v="79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F4CA7D5A-CB70-3041-A42E-B88F0AF724FB}" dt="2025-05-08T15:41:03.323" v="110" actId="1035"/>
          <ac:grpSpMkLst>
            <pc:docMk/>
            <pc:sldMk cId="1576120367" sldId="2387"/>
            <ac:grpSpMk id="3" creationId="{12ED16A1-79B8-7DB1-1CC1-250B051BAD58}"/>
          </ac:grpSpMkLst>
        </pc:grpChg>
        <pc:grpChg chg="add mod">
          <ac:chgData name="Xin Luo" userId="82312ee5779919a4" providerId="LiveId" clId="{F4CA7D5A-CB70-3041-A42E-B88F0AF724FB}" dt="2025-05-08T15:41:00.499" v="107" actId="1038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F4CA7D5A-CB70-3041-A42E-B88F0AF724FB}" dt="2025-05-08T15:41:13.554" v="138" actId="20577"/>
        <pc:sldMkLst>
          <pc:docMk/>
          <pc:sldMk cId="2415901206" sldId="2447"/>
        </pc:sldMkLst>
        <pc:spChg chg="mod">
          <ac:chgData name="Xin Luo" userId="82312ee5779919a4" providerId="LiveId" clId="{F4CA7D5A-CB70-3041-A42E-B88F0AF724FB}" dt="2025-05-08T15:41:13.554" v="13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F4CA7D5A-CB70-3041-A42E-B88F0AF724FB}" dt="2025-05-08T15:40:05.866" v="29" actId="20577"/>
        <pc:sldMkLst>
          <pc:docMk/>
          <pc:sldMk cId="1658607177" sldId="2708"/>
        </pc:sldMkLst>
        <pc:spChg chg="mod">
          <ac:chgData name="Xin Luo" userId="82312ee5779919a4" providerId="LiveId" clId="{F4CA7D5A-CB70-3041-A42E-B88F0AF724FB}" dt="2025-05-08T15:39:56.549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F4CA7D5A-CB70-3041-A42E-B88F0AF724FB}" dt="2025-05-08T15:40:05.866" v="29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F4CA7D5A-CB70-3041-A42E-B88F0AF724FB}" dt="2025-05-08T15:41:24.491" v="169" actId="20577"/>
        <pc:sldMkLst>
          <pc:docMk/>
          <pc:sldMk cId="481122590" sldId="2709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402523077" sldId="2765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2783263808" sldId="2766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237633983" sldId="2771"/>
        </pc:sldMkLst>
      </pc:sldChg>
      <pc:sldChg chg="modSp add mod">
        <pc:chgData name="Xin Luo" userId="82312ee5779919a4" providerId="LiveId" clId="{F4CA7D5A-CB70-3041-A42E-B88F0AF724FB}" dt="2025-05-08T15:42:12.705" v="196" actId="20577"/>
        <pc:sldMkLst>
          <pc:docMk/>
          <pc:sldMk cId="509658219" sldId="2772"/>
        </pc:sldMkLst>
        <pc:spChg chg="mod">
          <ac:chgData name="Xin Luo" userId="82312ee5779919a4" providerId="LiveId" clId="{F4CA7D5A-CB70-3041-A42E-B88F0AF724FB}" dt="2025-05-08T15:42:12.705" v="196" actId="20577"/>
          <ac:spMkLst>
            <pc:docMk/>
            <pc:sldMk cId="509658219" sldId="2772"/>
            <ac:spMk id="7" creationId="{4AB04143-9F32-6D14-35CC-1C7DD08763F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历史书：面向过程</a:t>
            </a:r>
            <a:endParaRPr lang="en-US" altLang="zh-CN" dirty="0"/>
          </a:p>
          <a:p>
            <a:r>
              <a:rPr lang="zh-CN" altLang="en-US" dirty="0"/>
              <a:t>人物传记：面向对象</a:t>
            </a:r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7698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790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0E3BC-3747-D64E-BE48-1230AA82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15343E-9614-9139-51E4-46708962D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81310B-27A1-948F-8ADD-7793139B6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所谓实例方法，指只能通过实例化对象进行调用的。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5774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ADE8-213D-D08E-B198-83B50A2B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CB7553-2FE3-5FED-53DD-70AE00467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D16B21-5951-028B-FED3-73BE8089B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）所谓实例方法，指只能通过实例化对象进行调用的。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）实践开发中，类方法与静态方法不常用，其与普通函数类似，而普通函数一般会选择放置模块中，以减少类冗余。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3199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AC8A-73E3-6099-2997-EAC97230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BCB9CF-6D88-F948-F297-1D1A0A56F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B85F71-82FD-A9FC-A7C2-3028F75A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86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F3D7C-D23F-A3B9-8006-6FBDBA14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0F7E7-98F8-BAEA-D45F-EC2C9937E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B7A41-9A13-7F17-D1B1-0AD81C1B7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769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63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0F0B-B960-39A1-AF2A-CD9E0417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AF722E-EEE0-55DA-1BFA-3716D5AE0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7A308E-8E07-70D2-7B47-AB3183CC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3490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AD74-C43F-85E1-D3AE-4FCC6C8D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D8626E-C603-62EA-DBCA-AD83069A2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1CD930-51AB-0E49-F643-5180EB51D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064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E122-642C-D0F5-8572-89F62CBF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A17320-427A-E136-5897-AFBE12B68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0AFFAB-7C64-51E5-9A91-FCFED66BC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24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C874-E8AA-D947-3BF2-16337F40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7EBAD3-59CB-8898-A1A9-B123E47E8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745EE4-979A-C702-D858-40F62D92B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16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8FB2F-A729-DD38-CAE7-4204C2F5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64BDBC-D101-2527-A56F-0B7A4186E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5BA56E-22F2-D89B-2E9B-517A5EF03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006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9548-8954-7E99-2317-0447E544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940BD3-E6BC-8125-344D-9BAF37D41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A3DCB0-0BEF-6B9D-1EF0-98EF0F498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292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8E0A-AA93-F4BA-DDC2-DB8913BB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56CEFB-A7D8-9CAA-D33B-597DD89F1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6E2BD1-F1B5-D6C6-12BD-1CD54FFA1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类比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“交通”接口：前行， 汽车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前行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 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行驶； 轮船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前行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航行，飞机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前行 </a:t>
            </a:r>
            <a:r>
              <a:rPr lang="en-US" altLang="zh-CN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1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飞行</a:t>
            </a:r>
            <a:endParaRPr lang="en-US" altLang="zh-CN" dirty="0"/>
          </a:p>
          <a:p>
            <a:r>
              <a:rPr lang="zh-CN" altLang="en-US" dirty="0"/>
              <a:t>什么是鸭子类型：长得像鸭子，行为像鸭子，就把它看作是鸭子。</a:t>
            </a:r>
            <a:r>
              <a:rPr lang="en-US" altLang="zh-CN" dirty="0"/>
              <a:t>-&gt; </a:t>
            </a:r>
            <a:r>
              <a:rPr lang="zh-CN" altLang="en-US" dirty="0"/>
              <a:t>看作像多态，就把它定义为多态。</a:t>
            </a:r>
          </a:p>
        </p:txBody>
      </p:sp>
    </p:spTree>
    <p:extLst>
      <p:ext uri="{BB962C8B-B14F-4D97-AF65-F5344CB8AC3E}">
        <p14:creationId xmlns:p14="http://schemas.microsoft.com/office/powerpoint/2010/main" val="1414883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1014-497D-B42B-0A2A-66B7B7E5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D776AD-AFDB-EC29-8BEA-B4CE5A724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45B5E0-D656-85E3-D00D-879A7F22C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66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80EC-39D8-2CD2-952F-4D067F6B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29F3A9-594A-4D64-306E-5620A1EA6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A76DC1-8F6C-2700-5077-35BC791FE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54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65CF-ED7A-A57C-934C-31A13B6B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CF2D0-3765-9A18-D6FE-9F065D0C8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51E4CE-DC93-F0D1-CC9B-757E238D4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3348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40F1-5004-B48A-3AE7-E4B98292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497D28-FC80-7960-F679-5977F2A63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BB8E0E-975C-5BBD-53AE-1C027291D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功能设计和</a:t>
            </a:r>
          </a:p>
        </p:txBody>
      </p:sp>
    </p:spTree>
    <p:extLst>
      <p:ext uri="{BB962C8B-B14F-4D97-AF65-F5344CB8AC3E}">
        <p14:creationId xmlns:p14="http://schemas.microsoft.com/office/powerpoint/2010/main" val="57181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第六章 面向对象编程</a:t>
            </a:r>
            <a:endParaRPr lang="zh-CN" altLang="zh-CN" sz="48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715642" y="243144"/>
            <a:ext cx="3772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六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518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155068" y="2719626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类与对象概念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D3754E-1D10-E79E-9F70-D3338A6F2938}"/>
              </a:ext>
            </a:extLst>
          </p:cNvPr>
          <p:cNvGrpSpPr/>
          <p:nvPr/>
        </p:nvGrpSpPr>
        <p:grpSpPr>
          <a:xfrm>
            <a:off x="2165578" y="3870508"/>
            <a:ext cx="6403721" cy="717997"/>
            <a:chOff x="2121801" y="3511390"/>
            <a:chExt cx="5718901" cy="576000"/>
          </a:xfrm>
        </p:grpSpPr>
        <p:sp>
          <p:nvSpPr>
            <p:cNvPr id="8" name="椭圆 12">
              <a:extLst>
                <a:ext uri="{FF2B5EF4-FFF2-40B4-BE49-F238E27FC236}">
                  <a16:creationId xmlns:a16="http://schemas.microsoft.com/office/drawing/2014/main" id="{A1A47F6B-723F-B49C-E80C-2FEA85B63F48}"/>
                </a:ext>
              </a:extLst>
            </p:cNvPr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9" name="矩形 13">
              <a:extLst>
                <a:ext uri="{FF2B5EF4-FFF2-40B4-BE49-F238E27FC236}">
                  <a16:creationId xmlns:a16="http://schemas.microsoft.com/office/drawing/2014/main" id="{DC55642D-BE0F-C66A-D406-AEEB56A4EB02}"/>
                </a:ext>
              </a:extLst>
            </p:cNvPr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类的特性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0668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2"/>
            <a:ext cx="91365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一、类与对象概念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0668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一、类与对象概念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116114" y="832090"/>
            <a:ext cx="11653520" cy="334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面向对象程序设计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概念：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将事物抽象为“对象”，通过对象的交互解决问题。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四大特性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封装、继承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、多态、抽象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面向过程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关注步骤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vs. 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面向对象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关注对象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C31FD-A8F6-B67C-907D-FDD61B9DC578}"/>
              </a:ext>
            </a:extLst>
          </p:cNvPr>
          <p:cNvSpPr txBox="1"/>
          <p:nvPr/>
        </p:nvSpPr>
        <p:spPr>
          <a:xfrm>
            <a:off x="168362" y="4100998"/>
            <a:ext cx="11803743" cy="2478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写日记类比：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面向过程：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第一天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发生了什么，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第二天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发生了什么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…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，每一天发生的事情。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面向对象：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张三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做了什么，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李四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做了什么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…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，关注具体的个人。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33504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97544" y="793313"/>
            <a:ext cx="10052791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类与对象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297544" y="1412515"/>
            <a:ext cx="11676742" cy="14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概念：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类是用来描述具有</a:t>
            </a:r>
            <a:r>
              <a:rPr lang="zh-CN" altLang="en-US" sz="32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相同属性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3200" b="1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的对象的集合。其定义了该集合中每个对象所共有的属性和方法，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对象是类的实例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32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5450C-C250-58F3-B049-216E124A13B6}"/>
              </a:ext>
            </a:extLst>
          </p:cNvPr>
          <p:cNvSpPr txBox="1"/>
          <p:nvPr/>
        </p:nvSpPr>
        <p:spPr>
          <a:xfrm>
            <a:off x="1016002" y="5171433"/>
            <a:ext cx="57667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对象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实例（如“一辆红色宝马”）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2A2084-08AB-7CAD-0DA8-D126BB416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967" y="2939075"/>
            <a:ext cx="3951460" cy="178295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A2A74A-FBCB-C5CD-9BC6-A08013E41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17" b="23108"/>
          <a:stretch>
            <a:fillRect/>
          </a:stretch>
        </p:blipFill>
        <p:spPr bwMode="auto">
          <a:xfrm>
            <a:off x="6420965" y="4784430"/>
            <a:ext cx="3951459" cy="192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58EF9D0-DFF2-2FEA-124A-6DDCD6AEB40A}"/>
              </a:ext>
            </a:extLst>
          </p:cNvPr>
          <p:cNvSpPr txBox="1"/>
          <p:nvPr/>
        </p:nvSpPr>
        <p:spPr>
          <a:xfrm>
            <a:off x="1016002" y="3076956"/>
            <a:ext cx="5087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类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模版（如“汽车设计图”）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52307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181429" y="1563129"/>
            <a:ext cx="11829141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类创建：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类通过</a:t>
            </a:r>
            <a:r>
              <a:rPr lang="en-US" altLang="zh-CN" sz="2800" b="1" u="sng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</a:t>
            </a:r>
            <a:r>
              <a:rPr lang="zh-CN" altLang="en-US" sz="28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定义，</a:t>
            </a:r>
            <a:r>
              <a:rPr lang="zh-CN" altLang="en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类名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首字母通常用大写英文字母。实例属性通过一个特殊的方法</a:t>
            </a:r>
            <a:r>
              <a:rPr lang="en-US" altLang="zh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__inti__()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定义。类方法使用</a:t>
            </a:r>
            <a:r>
              <a:rPr lang="en-US" altLang="zh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关键字定义，与一般函数不同的是类方法第一个参数为</a:t>
            </a:r>
            <a:r>
              <a:rPr lang="en-US" altLang="zh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self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C6193-3D91-666C-938B-B94F4F5B21CA}"/>
              </a:ext>
            </a:extLst>
          </p:cNvPr>
          <p:cNvSpPr txBox="1"/>
          <p:nvPr/>
        </p:nvSpPr>
        <p:spPr>
          <a:xfrm>
            <a:off x="181429" y="836855"/>
            <a:ext cx="1016890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类和对象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DFFABE-4A44-7B80-8645-9C7BD5BA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" y="3643299"/>
            <a:ext cx="10417628" cy="296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638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631B-0B47-8423-B712-05053ADB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151253-FEB6-5AFC-3AEE-AE0961A2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FF81D2-C78A-B88F-2058-A9905917D723}"/>
              </a:ext>
            </a:extLst>
          </p:cNvPr>
          <p:cNvSpPr txBox="1"/>
          <p:nvPr/>
        </p:nvSpPr>
        <p:spPr>
          <a:xfrm>
            <a:off x="355599" y="902168"/>
            <a:ext cx="5029201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类和对象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B5EDB3-4927-243A-416B-356A6F131E50}"/>
              </a:ext>
            </a:extLst>
          </p:cNvPr>
          <p:cNvSpPr txBox="1"/>
          <p:nvPr/>
        </p:nvSpPr>
        <p:spPr>
          <a:xfrm>
            <a:off x="267789" y="1814814"/>
            <a:ext cx="6583680" cy="303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类由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构成。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属性包含类属性和实例属性。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方法主要包含</a:t>
            </a: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实例方法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属性方法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、类方法、静态方法。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3F5C113-AC49-5031-17BC-697657E06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7" y="5110818"/>
            <a:ext cx="6714472" cy="15785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170E28E-8DE7-E0FE-FA29-D7B1AF485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286" y="890773"/>
            <a:ext cx="5144590" cy="593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080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4295-852A-C844-6AE3-B240D2A2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B14C1C-F669-E6AD-5BA6-A1C8AF7F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B9BD5-443F-C7C1-BAEE-A30B360B5DBD}"/>
              </a:ext>
            </a:extLst>
          </p:cNvPr>
          <p:cNvSpPr txBox="1"/>
          <p:nvPr/>
        </p:nvSpPr>
        <p:spPr>
          <a:xfrm>
            <a:off x="420914" y="902168"/>
            <a:ext cx="992942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类和对象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5485B-A28D-2176-BB43-3FB41EE1B5B5}"/>
              </a:ext>
            </a:extLst>
          </p:cNvPr>
          <p:cNvSpPr txBox="1"/>
          <p:nvPr/>
        </p:nvSpPr>
        <p:spPr>
          <a:xfrm>
            <a:off x="529772" y="1631523"/>
            <a:ext cx="9027885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方法类型对比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（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实例方法、类方法以及静态方法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itchFamily="2" charset="2"/>
              </a:rPr>
              <a:t>）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9B2228-5D11-D4FF-2302-99CC0F85F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944859"/>
              </p:ext>
            </p:extLst>
          </p:nvPr>
        </p:nvGraphicFramePr>
        <p:xfrm>
          <a:off x="420914" y="2430170"/>
          <a:ext cx="11437256" cy="4054893"/>
        </p:xfrm>
        <a:graphic>
          <a:graphicData uri="http://schemas.openxmlformats.org/drawingml/2006/table">
            <a:tbl>
              <a:tblPr/>
              <a:tblGrid>
                <a:gridCol w="1561625">
                  <a:extLst>
                    <a:ext uri="{9D8B030D-6E8A-4147-A177-3AD203B41FA5}">
                      <a16:colId xmlns:a16="http://schemas.microsoft.com/office/drawing/2014/main" val="3317461476"/>
                    </a:ext>
                  </a:extLst>
                </a:gridCol>
                <a:gridCol w="2482897">
                  <a:extLst>
                    <a:ext uri="{9D8B030D-6E8A-4147-A177-3AD203B41FA5}">
                      <a16:colId xmlns:a16="http://schemas.microsoft.com/office/drawing/2014/main" val="1179193946"/>
                    </a:ext>
                  </a:extLst>
                </a:gridCol>
                <a:gridCol w="1229653">
                  <a:extLst>
                    <a:ext uri="{9D8B030D-6E8A-4147-A177-3AD203B41FA5}">
                      <a16:colId xmlns:a16="http://schemas.microsoft.com/office/drawing/2014/main" val="3047767713"/>
                    </a:ext>
                  </a:extLst>
                </a:gridCol>
                <a:gridCol w="2740793">
                  <a:extLst>
                    <a:ext uri="{9D8B030D-6E8A-4147-A177-3AD203B41FA5}">
                      <a16:colId xmlns:a16="http://schemas.microsoft.com/office/drawing/2014/main" val="3600142794"/>
                    </a:ext>
                  </a:extLst>
                </a:gridCol>
                <a:gridCol w="3422288">
                  <a:extLst>
                    <a:ext uri="{9D8B030D-6E8A-4147-A177-3AD203B41FA5}">
                      <a16:colId xmlns:a16="http://schemas.microsoft.com/office/drawing/2014/main" val="1634629478"/>
                    </a:ext>
                  </a:extLst>
                </a:gridCol>
              </a:tblGrid>
              <a:tr h="7375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方法类型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装饰器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调用方式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访问权限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919822"/>
                  </a:ext>
                </a:extLst>
              </a:tr>
              <a:tr h="8028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实例方法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self, 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可访问实例和类属性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697439"/>
                  </a:ext>
                </a:extLst>
              </a:tr>
              <a:tr h="8112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类方法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classmethod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()/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Class.method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仅可访问类属性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3669"/>
                  </a:ext>
                </a:extLst>
              </a:tr>
              <a:tr h="8887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静态方法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staticmethod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无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()/</a:t>
                      </a:r>
                    </a:p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Class.method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不可访问类或实例属性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350388"/>
                  </a:ext>
                </a:extLst>
              </a:tr>
              <a:tr h="8028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属性方法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@property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self,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obj.method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kern="12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可访问实例和类属性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0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57807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1EA6-FC7C-E1AE-D893-64B0F2BE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8215620-A8AD-1BD6-546A-537569C7AC82}"/>
              </a:ext>
            </a:extLst>
          </p:cNvPr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B04143-9F32-6D14-35CC-1C7DD08763FB}"/>
              </a:ext>
            </a:extLst>
          </p:cNvPr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二、类的特性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B280CA-71FD-D093-1BFC-8E45833B322E}"/>
              </a:ext>
            </a:extLst>
          </p:cNvPr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96582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BBDD-3A51-1947-1141-54E55E47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277FF8-4606-0EC7-2B1A-573FD2EE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AC99F-6B29-9C88-02EA-1CD91E71261F}"/>
              </a:ext>
            </a:extLst>
          </p:cNvPr>
          <p:cNvSpPr txBox="1"/>
          <p:nvPr/>
        </p:nvSpPr>
        <p:spPr>
          <a:xfrm>
            <a:off x="319314" y="815411"/>
            <a:ext cx="10031021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类的封装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05FC91-2DA4-DD1A-6230-4FAF60DFA3C3}"/>
              </a:ext>
            </a:extLst>
          </p:cNvPr>
          <p:cNvSpPr txBox="1"/>
          <p:nvPr/>
        </p:nvSpPr>
        <p:spPr>
          <a:xfrm>
            <a:off x="319314" y="1406783"/>
            <a:ext cx="11676743" cy="217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将数据（属性）和操作数据的方法（函数）打包在一个类中，并对外隐藏内部实现细节，只暴露必要接口。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类比：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手机（内部有复杂精密的电路，但用户只需通过按钮操作）。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F97DF8-2D7B-80A9-CF56-423078363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094444"/>
              </p:ext>
            </p:extLst>
          </p:nvPr>
        </p:nvGraphicFramePr>
        <p:xfrm>
          <a:off x="2024743" y="3599213"/>
          <a:ext cx="9869713" cy="3157635"/>
        </p:xfrm>
        <a:graphic>
          <a:graphicData uri="http://schemas.openxmlformats.org/drawingml/2006/table">
            <a:tbl>
              <a:tblPr/>
              <a:tblGrid>
                <a:gridCol w="2730137">
                  <a:extLst>
                    <a:ext uri="{9D8B030D-6E8A-4147-A177-3AD203B41FA5}">
                      <a16:colId xmlns:a16="http://schemas.microsoft.com/office/drawing/2014/main" val="3271191823"/>
                    </a:ext>
                  </a:extLst>
                </a:gridCol>
                <a:gridCol w="7139576">
                  <a:extLst>
                    <a:ext uri="{9D8B030D-6E8A-4147-A177-3AD203B41FA5}">
                      <a16:colId xmlns:a16="http://schemas.microsoft.com/office/drawing/2014/main" val="3490633273"/>
                    </a:ext>
                  </a:extLst>
                </a:gridCol>
              </a:tblGrid>
              <a:tr h="4525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优势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说明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7382"/>
                  </a:ext>
                </a:extLst>
              </a:tr>
              <a:tr h="5738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数据保护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通过私有属性和条件检查，防止非法数据输入。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14504"/>
                  </a:ext>
                </a:extLst>
              </a:tr>
              <a:tr h="8845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隐藏实现细节</a:t>
                      </a:r>
                      <a:endParaRPr lang="zh-CN" alt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外部无需知道类内部如何存储数据，只需调用接口。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004477"/>
                  </a:ext>
                </a:extLst>
              </a:tr>
              <a:tr h="8845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接口统一，易于维护</a:t>
                      </a:r>
                      <a:endParaRPr lang="zh-CN" altLang="en-US" sz="240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修改内部实现不影响外部代码（例如：将年龄存储方式从整数改为日期）。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50225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378873A-773B-DF7B-FB4F-923FE5E9D008}"/>
              </a:ext>
            </a:extLst>
          </p:cNvPr>
          <p:cNvSpPr txBox="1"/>
          <p:nvPr/>
        </p:nvSpPr>
        <p:spPr>
          <a:xfrm>
            <a:off x="205015" y="4848389"/>
            <a:ext cx="2117271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封装的目的：</a:t>
            </a:r>
            <a:endParaRPr lang="en-US" altLang="zh-CN" sz="24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813313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137887" y="919218"/>
            <a:ext cx="1197428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类私有属性与方法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在 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Python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中，通过在属性或方法名前加 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双下划线 </a:t>
            </a:r>
            <a:r>
              <a:rPr lang="en-US" altLang="zh-CN" sz="2800" b="1" dirty="0">
                <a:solidFill>
                  <a:schemeClr val="bg2"/>
                </a:solidFill>
                <a:latin typeface="+mn-ea"/>
                <a:ea typeface="+mn-ea"/>
              </a:rPr>
              <a:t>__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 实现“私有化”。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734150-3122-D07B-79A7-00F1EEA5232B}"/>
              </a:ext>
            </a:extLst>
          </p:cNvPr>
          <p:cNvSpPr txBox="1"/>
          <p:nvPr/>
        </p:nvSpPr>
        <p:spPr>
          <a:xfrm>
            <a:off x="167555" y="2407719"/>
            <a:ext cx="4525446" cy="358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访问限制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公有成员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无下划线前缀，可直接访问（如 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self.name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）。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私有成员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以双下划线 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__ 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开头，只能在类内部访问。</a:t>
            </a:r>
            <a:endParaRPr lang="zh-CN" alt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9BDC5B-6908-3F6D-1BC5-339D0E309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82" y="2241761"/>
            <a:ext cx="7429789" cy="432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398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4967-4855-7FE0-11B2-B9410EEBB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6367D2-60C4-AB52-F3C5-F8F49E6CF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CF4BE7-7728-F644-CE2D-99D805AAEF0B}"/>
              </a:ext>
            </a:extLst>
          </p:cNvPr>
          <p:cNvSpPr txBox="1"/>
          <p:nvPr/>
        </p:nvSpPr>
        <p:spPr>
          <a:xfrm>
            <a:off x="428172" y="867664"/>
            <a:ext cx="5027750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1186E3-6A42-7E88-A23F-786D5085803C}"/>
              </a:ext>
            </a:extLst>
          </p:cNvPr>
          <p:cNvSpPr txBox="1"/>
          <p:nvPr/>
        </p:nvSpPr>
        <p:spPr>
          <a:xfrm>
            <a:off x="428171" y="1748138"/>
            <a:ext cx="5878286" cy="295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允许一个类（子类</a:t>
            </a:r>
            <a:r>
              <a:rPr lang="en-US" altLang="zh-CN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派生类）继承另一个类（父类</a:t>
            </a:r>
            <a:r>
              <a:rPr lang="en-US" altLang="zh-CN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2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基类）的属性和方法，实现代码复用和逻辑分层。</a:t>
            </a:r>
            <a:endParaRPr lang="en-US" altLang="zh-CN" sz="32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Picture 6" descr="A cartoon of a person with a mustache&#10;&#10;AI-generated content may be incorrect.">
            <a:extLst>
              <a:ext uri="{FF2B5EF4-FFF2-40B4-BE49-F238E27FC236}">
                <a16:creationId xmlns:a16="http://schemas.microsoft.com/office/drawing/2014/main" id="{A26CA70A-945E-7F90-9B40-8A0E62F2C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543" y="966134"/>
            <a:ext cx="1277471" cy="1564007"/>
          </a:xfrm>
          <a:prstGeom prst="rect">
            <a:avLst/>
          </a:prstGeom>
        </p:spPr>
      </p:pic>
      <p:pic>
        <p:nvPicPr>
          <p:cNvPr id="9" name="Picture 8" descr="A cartoon of a person&#10;&#10;AI-generated content may be incorrect.">
            <a:extLst>
              <a:ext uri="{FF2B5EF4-FFF2-40B4-BE49-F238E27FC236}">
                <a16:creationId xmlns:a16="http://schemas.microsoft.com/office/drawing/2014/main" id="{A617207F-A5B7-57E2-BCFC-9546C09AD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741" y="2963064"/>
            <a:ext cx="1277471" cy="1564007"/>
          </a:xfrm>
          <a:prstGeom prst="rect">
            <a:avLst/>
          </a:prstGeom>
        </p:spPr>
      </p:pic>
      <p:pic>
        <p:nvPicPr>
          <p:cNvPr id="11" name="Picture 10" descr="A cartoon of a child&#10;&#10;AI-generated content may be incorrect.">
            <a:extLst>
              <a:ext uri="{FF2B5EF4-FFF2-40B4-BE49-F238E27FC236}">
                <a16:creationId xmlns:a16="http://schemas.microsoft.com/office/drawing/2014/main" id="{8FA5AF93-8C45-AF2A-901E-61CD73AC5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014" y="2963065"/>
            <a:ext cx="1277471" cy="1564007"/>
          </a:xfrm>
          <a:prstGeom prst="rect">
            <a:avLst/>
          </a:prstGeom>
        </p:spPr>
      </p:pic>
      <p:pic>
        <p:nvPicPr>
          <p:cNvPr id="13" name="Picture 12" descr="A cartoon of a child&#10;&#10;AI-generated content may be incorrect.">
            <a:extLst>
              <a:ext uri="{FF2B5EF4-FFF2-40B4-BE49-F238E27FC236}">
                <a16:creationId xmlns:a16="http://schemas.microsoft.com/office/drawing/2014/main" id="{35854686-DED2-FDCB-AA93-84813612E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182" y="4871812"/>
            <a:ext cx="1277471" cy="15640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8AA323-2F1B-995E-3FC1-411179B5C05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 bwMode="auto">
          <a:xfrm flipH="1">
            <a:off x="8100476" y="2530141"/>
            <a:ext cx="1275802" cy="432923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69AAC9-2804-41C0-615A-09D97C49FB93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 bwMode="auto">
          <a:xfrm>
            <a:off x="9376279" y="2530140"/>
            <a:ext cx="1277471" cy="432924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6DF9F9-7FC1-E551-1CE0-FF160C41DAFD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 bwMode="auto">
          <a:xfrm flipH="1">
            <a:off x="7132918" y="4527071"/>
            <a:ext cx="967559" cy="34474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57585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247E-F5AF-E9EB-BFBB-1680DB951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2F39E7-65F0-E6BD-EF5A-B2B51366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9FC78-66AD-5EE0-7440-16A36C691226}"/>
              </a:ext>
            </a:extLst>
          </p:cNvPr>
          <p:cNvSpPr txBox="1"/>
          <p:nvPr/>
        </p:nvSpPr>
        <p:spPr>
          <a:xfrm>
            <a:off x="319314" y="800688"/>
            <a:ext cx="497332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DB7F4-445A-E3C2-4460-756136E1B399}"/>
              </a:ext>
            </a:extLst>
          </p:cNvPr>
          <p:cNvSpPr txBox="1"/>
          <p:nvPr/>
        </p:nvSpPr>
        <p:spPr>
          <a:xfrm>
            <a:off x="319313" y="4119943"/>
            <a:ext cx="33092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类的继承包括：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 algn="l">
              <a:buAutoNum type="arabicPeriod"/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类方法继承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 algn="l">
              <a:buAutoNum type="arabicPeriod"/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类属性继承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1D756D-B50A-E2EE-5A50-CB434326DA5F}"/>
              </a:ext>
            </a:extLst>
          </p:cNvPr>
          <p:cNvGrpSpPr/>
          <p:nvPr/>
        </p:nvGrpSpPr>
        <p:grpSpPr>
          <a:xfrm>
            <a:off x="3786000" y="3550541"/>
            <a:ext cx="4361597" cy="3197659"/>
            <a:chOff x="479244" y="3536771"/>
            <a:chExt cx="4361597" cy="3197659"/>
          </a:xfrm>
        </p:grpSpPr>
        <p:pic>
          <p:nvPicPr>
            <p:cNvPr id="6" name="Picture 5" descr="A dragon boat in the water&#10;&#10;AI-generated content may be incorrect.">
              <a:extLst>
                <a:ext uri="{FF2B5EF4-FFF2-40B4-BE49-F238E27FC236}">
                  <a16:creationId xmlns:a16="http://schemas.microsoft.com/office/drawing/2014/main" id="{6612EADE-3049-D10A-6BA3-1C769218C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244" y="4367768"/>
              <a:ext cx="4361597" cy="236666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EDBE1B-9BD5-9DF6-6211-59B4AF1334C3}"/>
                </a:ext>
              </a:extLst>
            </p:cNvPr>
            <p:cNvSpPr txBox="1"/>
            <p:nvPr/>
          </p:nvSpPr>
          <p:spPr>
            <a:xfrm>
              <a:off x="479244" y="3536771"/>
              <a:ext cx="43615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属性继承</a:t>
              </a:r>
              <a:r>
                <a:rPr lang="zh-CN" altLang="en-US" dirty="0">
                  <a:solidFill>
                    <a:schemeClr val="bg2"/>
                  </a:solidFill>
                  <a:latin typeface="+mn-ea"/>
                  <a:ea typeface="+mn-ea"/>
                </a:rPr>
                <a:t>：</a:t>
              </a:r>
              <a:r>
                <a:rPr lang="en-CN" dirty="0">
                  <a:solidFill>
                    <a:schemeClr val="bg2"/>
                  </a:solidFill>
                  <a:latin typeface="+mn-ea"/>
                  <a:ea typeface="+mn-ea"/>
                </a:rPr>
                <a:t>龙爸爸和龙儿子都有两条胡须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4917E7-2DEC-F7B5-9FBB-AFD9272484D5}"/>
              </a:ext>
            </a:extLst>
          </p:cNvPr>
          <p:cNvGrpSpPr/>
          <p:nvPr/>
        </p:nvGrpSpPr>
        <p:grpSpPr>
          <a:xfrm>
            <a:off x="8147597" y="973015"/>
            <a:ext cx="3799752" cy="3562427"/>
            <a:chOff x="5026583" y="1597129"/>
            <a:chExt cx="3799752" cy="356242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77C8A7E-4D49-5ECA-844F-D01D8F920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6584" y="1597129"/>
              <a:ext cx="3799751" cy="269362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987875-406D-A25F-1A99-14007DE4474B}"/>
                </a:ext>
              </a:extLst>
            </p:cNvPr>
            <p:cNvSpPr txBox="1"/>
            <p:nvPr/>
          </p:nvSpPr>
          <p:spPr>
            <a:xfrm>
              <a:off x="5026583" y="4328559"/>
              <a:ext cx="37997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方法继承</a:t>
              </a:r>
              <a:r>
                <a:rPr lang="zh-CN" altLang="en-US" dirty="0">
                  <a:solidFill>
                    <a:schemeClr val="bg2"/>
                  </a:solidFill>
                  <a:latin typeface="+mn-ea"/>
                  <a:ea typeface="+mn-ea"/>
                </a:rPr>
                <a:t>：</a:t>
              </a:r>
              <a:r>
                <a:rPr lang="en-CN" dirty="0">
                  <a:solidFill>
                    <a:schemeClr val="bg2"/>
                  </a:solidFill>
                  <a:latin typeface="+mn-ea"/>
                  <a:ea typeface="+mn-ea"/>
                </a:rPr>
                <a:t>鼠爸爸和鼠儿子都会打洞</a:t>
              </a:r>
            </a:p>
          </p:txBody>
        </p:sp>
      </p:grpSp>
      <p:sp>
        <p:nvSpPr>
          <p:cNvPr id="4" name="TextBox 16">
            <a:extLst>
              <a:ext uri="{FF2B5EF4-FFF2-40B4-BE49-F238E27FC236}">
                <a16:creationId xmlns:a16="http://schemas.microsoft.com/office/drawing/2014/main" id="{DD26309E-3A22-FDFB-9483-DC9EF4C25A2A}"/>
              </a:ext>
            </a:extLst>
          </p:cNvPr>
          <p:cNvSpPr txBox="1"/>
          <p:nvPr/>
        </p:nvSpPr>
        <p:spPr>
          <a:xfrm>
            <a:off x="319313" y="1551857"/>
            <a:ext cx="7663544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允许一个类（子类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派生类）继承另一个类（父类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基类）的属性和方法，实现代码复用和逻辑分层。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271410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1582-1175-8CD7-4D61-50E1B58D2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28740A0-EB48-257C-A1C5-AA87024D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D112B4-7E48-8FB9-BFFC-FC1B1A216561}"/>
              </a:ext>
            </a:extLst>
          </p:cNvPr>
          <p:cNvSpPr txBox="1"/>
          <p:nvPr/>
        </p:nvSpPr>
        <p:spPr>
          <a:xfrm>
            <a:off x="412693" y="867664"/>
            <a:ext cx="9937642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D23D6B-978C-96BD-2B05-F45B865C0996}"/>
              </a:ext>
            </a:extLst>
          </p:cNvPr>
          <p:cNvSpPr txBox="1"/>
          <p:nvPr/>
        </p:nvSpPr>
        <p:spPr>
          <a:xfrm>
            <a:off x="412693" y="1565833"/>
            <a:ext cx="10574621" cy="288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类的继承作用</a:t>
            </a: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代码复用：避免重复编写相同功能的代码。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扩展功能：子类可以添加新方法或覆盖父类方法。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逻辑分层：通过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层次化设计提高代码可读性和可维护性。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574C2A-00F8-61BF-9632-11547C901AF7}"/>
              </a:ext>
            </a:extLst>
          </p:cNvPr>
          <p:cNvGrpSpPr/>
          <p:nvPr/>
        </p:nvGrpSpPr>
        <p:grpSpPr>
          <a:xfrm>
            <a:off x="412693" y="4804926"/>
            <a:ext cx="8167909" cy="1750423"/>
            <a:chOff x="-656491" y="4574340"/>
            <a:chExt cx="8034296" cy="1671526"/>
          </a:xfrm>
        </p:grpSpPr>
        <p:pic>
          <p:nvPicPr>
            <p:cNvPr id="5" name="Picture 4" descr="A black screen with white text&#10;&#10;AI-generated content may be incorrect.">
              <a:extLst>
                <a:ext uri="{FF2B5EF4-FFF2-40B4-BE49-F238E27FC236}">
                  <a16:creationId xmlns:a16="http://schemas.microsoft.com/office/drawing/2014/main" id="{CC6D97A4-8627-E7EE-6864-EEC6A5BFA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701" y="4574340"/>
              <a:ext cx="6686104" cy="167152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D0327C-4566-3398-A61F-D4CCCC424DC6}"/>
                </a:ext>
              </a:extLst>
            </p:cNvPr>
            <p:cNvSpPr txBox="1"/>
            <p:nvPr/>
          </p:nvSpPr>
          <p:spPr>
            <a:xfrm>
              <a:off x="-656491" y="5017342"/>
              <a:ext cx="1308418" cy="911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800" b="1" dirty="0">
                  <a:solidFill>
                    <a:schemeClr val="accent2"/>
                  </a:solidFill>
                  <a:latin typeface="+mn-ea"/>
                  <a:ea typeface="+mn-ea"/>
                </a:rPr>
                <a:t>基础语法</a:t>
              </a:r>
            </a:p>
          </p:txBody>
        </p:sp>
      </p:grpSp>
      <p:pic>
        <p:nvPicPr>
          <p:cNvPr id="7" name="Picture 6" descr="A cartoon of a person with a mustache&#10;&#10;AI-generated content may be incorrect.">
            <a:extLst>
              <a:ext uri="{FF2B5EF4-FFF2-40B4-BE49-F238E27FC236}">
                <a16:creationId xmlns:a16="http://schemas.microsoft.com/office/drawing/2014/main" id="{B5FD0184-E077-F0C3-CD3A-2131EBC67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286" y="1059343"/>
            <a:ext cx="1277471" cy="1564007"/>
          </a:xfrm>
          <a:prstGeom prst="rect">
            <a:avLst/>
          </a:prstGeom>
        </p:spPr>
      </p:pic>
      <p:pic>
        <p:nvPicPr>
          <p:cNvPr id="8" name="Picture 8" descr="A cartoon of a person&#10;&#10;AI-generated content may be incorrect.">
            <a:extLst>
              <a:ext uri="{FF2B5EF4-FFF2-40B4-BE49-F238E27FC236}">
                <a16:creationId xmlns:a16="http://schemas.microsoft.com/office/drawing/2014/main" id="{DC2E0863-1C36-8BBF-672F-7BF3A4043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181" y="3103732"/>
            <a:ext cx="1277471" cy="1564007"/>
          </a:xfrm>
          <a:prstGeom prst="rect">
            <a:avLst/>
          </a:prstGeom>
        </p:spPr>
      </p:pic>
      <p:pic>
        <p:nvPicPr>
          <p:cNvPr id="9" name="Picture 10" descr="A cartoon of a child&#10;&#10;AI-generated content may be incorrect.">
            <a:extLst>
              <a:ext uri="{FF2B5EF4-FFF2-40B4-BE49-F238E27FC236}">
                <a16:creationId xmlns:a16="http://schemas.microsoft.com/office/drawing/2014/main" id="{24415104-BC93-FA0D-DA36-7A3ECAC5BB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423" y="3103731"/>
            <a:ext cx="1277471" cy="1564007"/>
          </a:xfrm>
          <a:prstGeom prst="rect">
            <a:avLst/>
          </a:prstGeom>
        </p:spPr>
      </p:pic>
      <p:pic>
        <p:nvPicPr>
          <p:cNvPr id="10" name="Picture 12" descr="A cartoon of a child&#10;&#10;AI-generated content may be incorrect.">
            <a:extLst>
              <a:ext uri="{FF2B5EF4-FFF2-40B4-BE49-F238E27FC236}">
                <a16:creationId xmlns:a16="http://schemas.microsoft.com/office/drawing/2014/main" id="{525FBE92-73D0-9DA8-033F-37F4D7BBDC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1078" y="5058227"/>
            <a:ext cx="1277471" cy="1564007"/>
          </a:xfrm>
          <a:prstGeom prst="rect">
            <a:avLst/>
          </a:prstGeom>
        </p:spPr>
      </p:pic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63B27892-FC56-4478-E8E9-8A107E574AD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 bwMode="auto">
          <a:xfrm flipH="1">
            <a:off x="9114917" y="2623350"/>
            <a:ext cx="762105" cy="480382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5">
            <a:extLst>
              <a:ext uri="{FF2B5EF4-FFF2-40B4-BE49-F238E27FC236}">
                <a16:creationId xmlns:a16="http://schemas.microsoft.com/office/drawing/2014/main" id="{927656A0-E133-A660-9B5B-B9186974802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 bwMode="auto">
          <a:xfrm>
            <a:off x="9877022" y="2623350"/>
            <a:ext cx="1022137" cy="480381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9">
            <a:extLst>
              <a:ext uri="{FF2B5EF4-FFF2-40B4-BE49-F238E27FC236}">
                <a16:creationId xmlns:a16="http://schemas.microsoft.com/office/drawing/2014/main" id="{2F84DC63-1A02-BA7C-01C5-1A65705AA7B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 bwMode="auto">
          <a:xfrm>
            <a:off x="10899159" y="4667738"/>
            <a:ext cx="590655" cy="390489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0706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918D-2A4D-A4AA-5C1D-DC5184BB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06EB910-30F8-E443-605D-A65B7165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5B8B0-1011-47A1-8CCB-BF0220833F7C}"/>
              </a:ext>
            </a:extLst>
          </p:cNvPr>
          <p:cNvSpPr txBox="1"/>
          <p:nvPr/>
        </p:nvSpPr>
        <p:spPr>
          <a:xfrm>
            <a:off x="261257" y="867664"/>
            <a:ext cx="1008907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B6BC14-43CC-3EA9-4A3D-6D97F4686FA1}"/>
              </a:ext>
            </a:extLst>
          </p:cNvPr>
          <p:cNvSpPr txBox="1"/>
          <p:nvPr/>
        </p:nvSpPr>
        <p:spPr>
          <a:xfrm>
            <a:off x="261257" y="1565833"/>
            <a:ext cx="11669486" cy="208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创建子类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：先定义一个基类</a:t>
            </a:r>
            <a:r>
              <a:rPr lang="en-US" altLang="zh-CN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 class)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或父类</a:t>
            </a:r>
            <a:r>
              <a:rPr lang="en-US" altLang="zh-CN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Parent class)，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再通过</a:t>
            </a:r>
            <a:r>
              <a:rPr lang="en-US" sz="29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 </a:t>
            </a:r>
            <a:r>
              <a:rPr lang="zh-CN" altLang="en-US" sz="29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子类名（父类名</a:t>
            </a:r>
            <a:r>
              <a:rPr lang="en-US" altLang="zh-CN" sz="29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来创建子类</a:t>
            </a:r>
            <a:r>
              <a:rPr lang="en-US" altLang="zh-CN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Child class)。</a:t>
            </a:r>
            <a:r>
              <a:rPr lang="zh-CN" altLang="en-US" sz="2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这样子类就可以从父类那里获得其已有的属性与方法，这种现象叫做类的继承。</a:t>
            </a:r>
            <a:endParaRPr lang="en-US" altLang="zh-CN" sz="29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6795F7-D5EB-86FF-2C9E-F85E62FEB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664" r="18141"/>
          <a:stretch>
            <a:fillRect/>
          </a:stretch>
        </p:blipFill>
        <p:spPr>
          <a:xfrm>
            <a:off x="5680285" y="3785010"/>
            <a:ext cx="5129230" cy="10753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F148D7-CFD9-DDF0-C2AE-A3BB3DF2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93"/>
          <a:stretch>
            <a:fillRect/>
          </a:stretch>
        </p:blipFill>
        <p:spPr>
          <a:xfrm>
            <a:off x="372290" y="3785010"/>
            <a:ext cx="4695056" cy="25183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9B4B668-449F-CFBD-1936-30CE1ECDC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685" y="5382290"/>
            <a:ext cx="6579426" cy="92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8861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65CAB-1D97-83D2-B119-A52DA315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D47614-F58F-54C4-AE76-73F95CF6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D7F97-E119-CD03-1AA9-7166E90EC33A}"/>
              </a:ext>
            </a:extLst>
          </p:cNvPr>
          <p:cNvSpPr txBox="1"/>
          <p:nvPr/>
        </p:nvSpPr>
        <p:spPr>
          <a:xfrm>
            <a:off x="248194" y="867665"/>
            <a:ext cx="1010214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8A361A-6523-524F-BE7C-A36079E8C65B}"/>
              </a:ext>
            </a:extLst>
          </p:cNvPr>
          <p:cNvSpPr txBox="1"/>
          <p:nvPr/>
        </p:nvSpPr>
        <p:spPr>
          <a:xfrm>
            <a:off x="214450" y="1837699"/>
            <a:ext cx="5355772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方法重写：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子类可以重新定义父类的方法，覆盖原有实现。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DC9956-6C26-2EB6-BD0C-5483B6425CE1}"/>
              </a:ext>
            </a:extLst>
          </p:cNvPr>
          <p:cNvSpPr txBox="1"/>
          <p:nvPr/>
        </p:nvSpPr>
        <p:spPr>
          <a:xfrm>
            <a:off x="214450" y="3372631"/>
            <a:ext cx="5355772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调用父类方法：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使用 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super() 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函数调用父类方法，保留父类功能并扩展子类逻辑。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A5FAC6-0CFA-5D4E-DD22-6184C4BC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338" y="1003199"/>
            <a:ext cx="6650364" cy="578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7161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35E3-65AB-179E-B42B-23D5FE10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D08AE4-9E5D-A565-8B01-F359B1D7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5" y="8526"/>
            <a:ext cx="10334898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9DC1F-E08A-9BC3-462D-AF15495009A4}"/>
              </a:ext>
            </a:extLst>
          </p:cNvPr>
          <p:cNvSpPr txBox="1"/>
          <p:nvPr/>
        </p:nvSpPr>
        <p:spPr>
          <a:xfrm>
            <a:off x="293914" y="867664"/>
            <a:ext cx="1005642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类的继承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9F8FF-6AFC-5736-6D4D-D1E93D670F0D}"/>
              </a:ext>
            </a:extLst>
          </p:cNvPr>
          <p:cNvSpPr txBox="1"/>
          <p:nvPr/>
        </p:nvSpPr>
        <p:spPr>
          <a:xfrm>
            <a:off x="581297" y="1571394"/>
            <a:ext cx="5305697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AA0987-03CC-82EC-1A0C-777A01D1D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21401"/>
              </p:ext>
            </p:extLst>
          </p:nvPr>
        </p:nvGraphicFramePr>
        <p:xfrm>
          <a:off x="707135" y="2511511"/>
          <a:ext cx="10735928" cy="3478825"/>
        </p:xfrm>
        <a:graphic>
          <a:graphicData uri="http://schemas.openxmlformats.org/drawingml/2006/table">
            <a:tbl>
              <a:tblPr/>
              <a:tblGrid>
                <a:gridCol w="4887532">
                  <a:extLst>
                    <a:ext uri="{9D8B030D-6E8A-4147-A177-3AD203B41FA5}">
                      <a16:colId xmlns:a16="http://schemas.microsoft.com/office/drawing/2014/main" val="1240706304"/>
                    </a:ext>
                  </a:extLst>
                </a:gridCol>
                <a:gridCol w="5848396">
                  <a:extLst>
                    <a:ext uri="{9D8B030D-6E8A-4147-A177-3AD203B41FA5}">
                      <a16:colId xmlns:a16="http://schemas.microsoft.com/office/drawing/2014/main" val="2869076639"/>
                    </a:ext>
                  </a:extLst>
                </a:gridCol>
              </a:tblGrid>
              <a:tr h="5450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优点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缺点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4990"/>
                  </a:ext>
                </a:extLst>
              </a:tr>
              <a:tr h="10773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减少代码冗余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过度继承会导致类层次复杂化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191913"/>
                  </a:ext>
                </a:extLst>
              </a:tr>
              <a:tr h="873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统一接口，提高扩展性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多重继承易引发“菱形问题”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688109"/>
                  </a:ext>
                </a:extLst>
              </a:tr>
              <a:tr h="873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支持多态，增强灵活性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父类修改可能影响所有子类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4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20205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D9C6-66AC-18D6-9847-8DA98BC0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CA7F9D-81FF-A79E-3DA5-E25807CA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FA074-C6BA-24B3-7F7D-34CFDE893EF7}"/>
              </a:ext>
            </a:extLst>
          </p:cNvPr>
          <p:cNvSpPr txBox="1"/>
          <p:nvPr/>
        </p:nvSpPr>
        <p:spPr>
          <a:xfrm>
            <a:off x="378824" y="867665"/>
            <a:ext cx="7217227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类的多态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E59D0-AAFE-2780-CAA5-DEC512116523}"/>
              </a:ext>
            </a:extLst>
          </p:cNvPr>
          <p:cNvSpPr txBox="1"/>
          <p:nvPr/>
        </p:nvSpPr>
        <p:spPr>
          <a:xfrm>
            <a:off x="378823" y="1530154"/>
            <a:ext cx="11723913" cy="3012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CN" sz="2800" b="1" dirty="0">
                <a:solidFill>
                  <a:schemeClr val="accent2"/>
                </a:solidFill>
                <a:latin typeface="+mn-ea"/>
                <a:ea typeface="+mn-ea"/>
              </a:rPr>
              <a:t>概念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不同类的对象对同一方法调用表现出不同的行为，即“一个接口，多种实现”。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多态的实现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基于继承的多态：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通过子类重写父类方法实现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457200" indent="-457200" algn="l">
              <a:lnSpc>
                <a:spcPct val="150000"/>
              </a:lnSpc>
              <a:buFontTx/>
              <a:buAutoNum type="arabicPeriod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鸭子类型的多态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：只要对象采用相同方法名，即可视为多态。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1E065-4FB4-943E-19F7-186F95501006}"/>
              </a:ext>
            </a:extLst>
          </p:cNvPr>
          <p:cNvSpPr txBox="1"/>
          <p:nvPr/>
        </p:nvSpPr>
        <p:spPr>
          <a:xfrm>
            <a:off x="378822" y="4542645"/>
            <a:ext cx="11018520" cy="2150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应用价值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 提高代码复用性和系统可扩展性。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 简化复杂系统的设计和维护。</a:t>
            </a:r>
          </a:p>
        </p:txBody>
      </p:sp>
    </p:spTree>
    <p:extLst>
      <p:ext uri="{BB962C8B-B14F-4D97-AF65-F5344CB8AC3E}">
        <p14:creationId xmlns:p14="http://schemas.microsoft.com/office/powerpoint/2010/main" val="56587760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F08A-7356-43A9-0998-8ED397C8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4C73FCD-5BA7-E757-F7D3-EC83E48B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7" y="8526"/>
            <a:ext cx="10465526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AE7155-E810-FBF8-704D-445E717B500E}"/>
              </a:ext>
            </a:extLst>
          </p:cNvPr>
          <p:cNvSpPr txBox="1"/>
          <p:nvPr/>
        </p:nvSpPr>
        <p:spPr>
          <a:xfrm>
            <a:off x="287383" y="776227"/>
            <a:ext cx="10062952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类的多态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685647-A126-4553-F0E4-D13FD8DFE121}"/>
              </a:ext>
            </a:extLst>
          </p:cNvPr>
          <p:cNvSpPr txBox="1"/>
          <p:nvPr/>
        </p:nvSpPr>
        <p:spPr>
          <a:xfrm>
            <a:off x="1390998" y="1199783"/>
            <a:ext cx="3584903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基于继承的多态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EA290-7FFA-6E9F-95FB-9B076200931C}"/>
              </a:ext>
            </a:extLst>
          </p:cNvPr>
          <p:cNvSpPr txBox="1"/>
          <p:nvPr/>
        </p:nvSpPr>
        <p:spPr>
          <a:xfrm>
            <a:off x="6135254" y="1490311"/>
            <a:ext cx="4308600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鸭子类型的多态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28C288-F9D7-AA09-DBFD-30ADF238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97" y="1765967"/>
            <a:ext cx="4815665" cy="32919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5C70B8-E253-E28E-BD48-E0AAEDAED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769" y="5205457"/>
            <a:ext cx="5136614" cy="15207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61BC207-4916-FAD2-1BFD-052BADC21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734" y="2255219"/>
            <a:ext cx="4308601" cy="231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6153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1949-62A1-81AF-CEC2-1B7C2F74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3424EDE-9F73-5464-A217-70DAF59F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449F72-896D-51B2-E6A3-6F957A8B0208}"/>
              </a:ext>
            </a:extLst>
          </p:cNvPr>
          <p:cNvSpPr txBox="1"/>
          <p:nvPr/>
        </p:nvSpPr>
        <p:spPr>
          <a:xfrm>
            <a:off x="254726" y="867665"/>
            <a:ext cx="10095609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类的抽象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D2F73-4E3C-DFCD-C680-AD3B7C95E667}"/>
              </a:ext>
            </a:extLst>
          </p:cNvPr>
          <p:cNvSpPr txBox="1"/>
          <p:nvPr/>
        </p:nvSpPr>
        <p:spPr>
          <a:xfrm>
            <a:off x="348104" y="1597129"/>
            <a:ext cx="11526033" cy="4592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抽象类</a:t>
            </a:r>
            <a:r>
              <a:rPr lang="zh-CN" altLang="en-CN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概念</a:t>
            </a:r>
            <a:r>
              <a:rPr lang="zh-CN" altLang="en-US" sz="2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将复杂系统的实现细节隐藏，仅暴露必要的操作接口的类。</a:t>
            </a:r>
            <a:r>
              <a:rPr lang="zh-CN" altLang="en-US" sz="2600" u="sng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抽象类是无法直接实例化的模板类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：是为面向对象设计提供</a:t>
            </a:r>
            <a:r>
              <a:rPr lang="zh-CN" altLang="en-US" sz="2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接口规范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代码复用框架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6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抽象类通过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标准库</a:t>
            </a:r>
            <a:r>
              <a:rPr lang="en-US" sz="26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模块实现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@</a:t>
            </a:r>
            <a:r>
              <a:rPr lang="en-US" sz="26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abstractmethod</a:t>
            </a:r>
            <a:r>
              <a:rPr lang="zh-CN" altLang="en-US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声明必须实现的方法</a:t>
            </a:r>
            <a:r>
              <a:rPr lang="en-US" altLang="zh-CN" sz="26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32991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B6E8-DD9A-F08C-5355-0D66BF1B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19E0D30-1673-25ED-FEE1-E44FE41D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29C50-64E8-CA6D-4574-3DCF0791EB50}"/>
              </a:ext>
            </a:extLst>
          </p:cNvPr>
          <p:cNvSpPr txBox="1"/>
          <p:nvPr/>
        </p:nvSpPr>
        <p:spPr>
          <a:xfrm>
            <a:off x="1841665" y="86766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普通类创建 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vs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 抽象类创建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8" name="Picture 7" descr="A black background with multicolored text&#10;&#10;AI-generated content may be incorrect.">
            <a:extLst>
              <a:ext uri="{FF2B5EF4-FFF2-40B4-BE49-F238E27FC236}">
                <a16:creationId xmlns:a16="http://schemas.microsoft.com/office/drawing/2014/main" id="{26A93948-F3EE-2B06-86CB-7646DC6A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363" y="1990481"/>
            <a:ext cx="5211917" cy="178363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111FDB-9AC4-4490-9E86-85BF8AC7A5DF}"/>
              </a:ext>
            </a:extLst>
          </p:cNvPr>
          <p:cNvGrpSpPr/>
          <p:nvPr/>
        </p:nvGrpSpPr>
        <p:grpSpPr>
          <a:xfrm>
            <a:off x="2206904" y="1965067"/>
            <a:ext cx="1753224" cy="1783634"/>
            <a:chOff x="682906" y="1990481"/>
            <a:chExt cx="1753224" cy="178363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CF805A-C94E-D4B7-F080-3A8E89BE29CE}"/>
                </a:ext>
              </a:extLst>
            </p:cNvPr>
            <p:cNvSpPr/>
            <p:nvPr/>
          </p:nvSpPr>
          <p:spPr>
            <a:xfrm>
              <a:off x="682906" y="1990481"/>
              <a:ext cx="1753223" cy="1783634"/>
            </a:xfrm>
            <a:prstGeom prst="rect">
              <a:avLst/>
            </a:prstGeom>
            <a:solidFill>
              <a:srgbClr val="EEECE1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F3FEE0-DC33-4DE7-D83C-C4CBC563C159}"/>
                </a:ext>
              </a:extLst>
            </p:cNvPr>
            <p:cNvSpPr txBox="1"/>
            <p:nvPr/>
          </p:nvSpPr>
          <p:spPr>
            <a:xfrm>
              <a:off x="682906" y="2651465"/>
              <a:ext cx="17532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普通类创建</a:t>
              </a:r>
            </a:p>
          </p:txBody>
        </p:sp>
      </p:grpSp>
      <p:pic>
        <p:nvPicPr>
          <p:cNvPr id="10" name="Picture 9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FA5011A1-F210-06A1-358A-495F490A0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364" y="4276032"/>
            <a:ext cx="5211917" cy="191961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2418F0D-7108-4C45-52F4-CE6971D5701D}"/>
              </a:ext>
            </a:extLst>
          </p:cNvPr>
          <p:cNvGrpSpPr/>
          <p:nvPr/>
        </p:nvGrpSpPr>
        <p:grpSpPr>
          <a:xfrm>
            <a:off x="2206904" y="4276032"/>
            <a:ext cx="1753224" cy="1919615"/>
            <a:chOff x="682904" y="4276031"/>
            <a:chExt cx="1753224" cy="191961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E28FE-2A6E-40FF-4F8A-344036FC9A91}"/>
                </a:ext>
              </a:extLst>
            </p:cNvPr>
            <p:cNvSpPr/>
            <p:nvPr/>
          </p:nvSpPr>
          <p:spPr>
            <a:xfrm>
              <a:off x="682905" y="4276031"/>
              <a:ext cx="1753223" cy="1919615"/>
            </a:xfrm>
            <a:prstGeom prst="rect">
              <a:avLst/>
            </a:prstGeom>
            <a:solidFill>
              <a:srgbClr val="EEECE1"/>
            </a:solidFill>
            <a:ln w="19050"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32163D-E26F-9DA4-9A2C-C8524850A1F0}"/>
                </a:ext>
              </a:extLst>
            </p:cNvPr>
            <p:cNvSpPr txBox="1"/>
            <p:nvPr/>
          </p:nvSpPr>
          <p:spPr>
            <a:xfrm>
              <a:off x="682904" y="5005005"/>
              <a:ext cx="17532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b="1" dirty="0">
                  <a:solidFill>
                    <a:schemeClr val="accent2"/>
                  </a:solidFill>
                  <a:latin typeface="+mn-ea"/>
                  <a:ea typeface="+mn-ea"/>
                </a:rPr>
                <a:t>抽象类创建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751475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2E3A0-EA45-B434-6C60-55DEAE7E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8B5334-9808-BF79-6B71-FC790D00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526"/>
            <a:ext cx="9013371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函数、类和模块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ECF98A-FDB2-6924-2201-3ACC5433852C}"/>
              </a:ext>
            </a:extLst>
          </p:cNvPr>
          <p:cNvSpPr txBox="1"/>
          <p:nvPr/>
        </p:nvSpPr>
        <p:spPr>
          <a:xfrm>
            <a:off x="1841665" y="86766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类的抽象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F3646-F9A6-FC11-64F9-561D1222DDBD}"/>
              </a:ext>
            </a:extLst>
          </p:cNvPr>
          <p:cNvSpPr txBox="1"/>
          <p:nvPr/>
        </p:nvSpPr>
        <p:spPr>
          <a:xfrm>
            <a:off x="6872020" y="2653898"/>
            <a:ext cx="236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提供接口规范</a:t>
            </a:r>
            <a:endParaRPr lang="en-CN" dirty="0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CC646FA-40AD-D12A-4BEA-BDBA5AC56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63" y="2678316"/>
            <a:ext cx="4634460" cy="2832170"/>
          </a:xfrm>
          <a:prstGeom prst="rect">
            <a:avLst/>
          </a:prstGeom>
        </p:spPr>
      </p:pic>
      <p:pic>
        <p:nvPicPr>
          <p:cNvPr id="8" name="Picture 7" descr="A black screen with colorful text&#10;&#10;AI-generated content may be incorrect.">
            <a:extLst>
              <a:ext uri="{FF2B5EF4-FFF2-40B4-BE49-F238E27FC236}">
                <a16:creationId xmlns:a16="http://schemas.microsoft.com/office/drawing/2014/main" id="{F6028D6F-482B-0150-B4B6-C717089F1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87" y="3614196"/>
            <a:ext cx="4051485" cy="1896291"/>
          </a:xfrm>
          <a:prstGeom prst="rect">
            <a:avLst/>
          </a:prstGeom>
        </p:spPr>
      </p:pic>
      <p:sp>
        <p:nvSpPr>
          <p:cNvPr id="9" name="Bent Arrow 8">
            <a:extLst>
              <a:ext uri="{FF2B5EF4-FFF2-40B4-BE49-F238E27FC236}">
                <a16:creationId xmlns:a16="http://schemas.microsoft.com/office/drawing/2014/main" id="{950A3835-E0AC-6D24-47BB-24064676F100}"/>
              </a:ext>
            </a:extLst>
          </p:cNvPr>
          <p:cNvSpPr/>
          <p:nvPr/>
        </p:nvSpPr>
        <p:spPr>
          <a:xfrm rot="5400000">
            <a:off x="6382375" y="2837656"/>
            <a:ext cx="662490" cy="756638"/>
          </a:xfrm>
          <a:prstGeom prst="bentArrow">
            <a:avLst>
              <a:gd name="adj1" fmla="val 28494"/>
              <a:gd name="adj2" fmla="val 25000"/>
              <a:gd name="adj3" fmla="val 25000"/>
              <a:gd name="adj4" fmla="val 43750"/>
            </a:avLst>
          </a:prstGeom>
          <a:solidFill>
            <a:srgbClr val="EEECE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D0714-DA1D-59FE-3512-443D9E9DB620}"/>
              </a:ext>
            </a:extLst>
          </p:cNvPr>
          <p:cNvSpPr txBox="1"/>
          <p:nvPr/>
        </p:nvSpPr>
        <p:spPr>
          <a:xfrm>
            <a:off x="1609364" y="1884011"/>
            <a:ext cx="8740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b="1" dirty="0">
                <a:solidFill>
                  <a:schemeClr val="accent2"/>
                </a:solidFill>
                <a:latin typeface="+mj-ea"/>
                <a:ea typeface="+mj-ea"/>
              </a:rPr>
              <a:t>工程实践中开发过程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：抽象类 </a:t>
            </a:r>
            <a:r>
              <a:rPr lang="en-US" altLang="zh-CN" sz="2800" b="1" dirty="0">
                <a:solidFill>
                  <a:schemeClr val="accent2"/>
                </a:solidFill>
                <a:latin typeface="+mj-ea"/>
                <a:ea typeface="+mj-ea"/>
              </a:rPr>
              <a:t>-&gt; </a:t>
            </a:r>
            <a:r>
              <a:rPr lang="zh-CN" altLang="en-US" sz="2800" b="1" dirty="0">
                <a:solidFill>
                  <a:schemeClr val="accent2"/>
                </a:solidFill>
                <a:latin typeface="+mj-ea"/>
                <a:ea typeface="+mj-ea"/>
              </a:rPr>
              <a:t>普通类（继承）</a:t>
            </a:r>
            <a:endParaRPr lang="en-CN" sz="28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910F50-BBAD-78FA-C610-66AB02828D08}"/>
              </a:ext>
            </a:extLst>
          </p:cNvPr>
          <p:cNvSpPr txBox="1"/>
          <p:nvPr/>
        </p:nvSpPr>
        <p:spPr>
          <a:xfrm>
            <a:off x="1609362" y="5657931"/>
            <a:ext cx="4634460" cy="47705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chemeClr val="accent2"/>
                </a:solidFill>
                <a:latin typeface="+mj-ea"/>
                <a:ea typeface="+mj-ea"/>
              </a:rPr>
              <a:t>功能设计</a:t>
            </a:r>
            <a:endParaRPr lang="en-CN" sz="2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C7838A-37B0-A337-5505-96E788F97258}"/>
              </a:ext>
            </a:extLst>
          </p:cNvPr>
          <p:cNvSpPr txBox="1"/>
          <p:nvPr/>
        </p:nvSpPr>
        <p:spPr>
          <a:xfrm>
            <a:off x="6485886" y="5657930"/>
            <a:ext cx="4051485" cy="47705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chemeClr val="accent2"/>
                </a:solidFill>
                <a:latin typeface="+mj-ea"/>
                <a:ea typeface="+mj-ea"/>
              </a:rPr>
              <a:t>功能实现</a:t>
            </a:r>
            <a:endParaRPr lang="en-CN" sz="2500" dirty="0"/>
          </a:p>
        </p:txBody>
      </p:sp>
    </p:spTree>
    <p:extLst>
      <p:ext uri="{BB962C8B-B14F-4D97-AF65-F5344CB8AC3E}">
        <p14:creationId xmlns:p14="http://schemas.microsoft.com/office/powerpoint/2010/main" val="143755639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开源桌面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GIS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软件软件简介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280851" y="860585"/>
            <a:ext cx="997259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378824" y="1724777"/>
            <a:ext cx="10537372" cy="2190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）代码学习 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）学生类创建，具有成绩查询功能，计算平均分功能（总体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学年），计算加权平均分功能（总体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学年）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2518398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2785</TotalTime>
  <Words>1344</Words>
  <Application>Microsoft Office PowerPoint</Application>
  <PresentationFormat>宽屏</PresentationFormat>
  <Paragraphs>165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黑体</vt:lpstr>
      <vt:lpstr>Microsoft YaHei</vt:lpstr>
      <vt:lpstr>Microsoft YaHei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一、类与对象概念</vt:lpstr>
      <vt:lpstr>三、函数、类和模块</vt:lpstr>
      <vt:lpstr>三、函数、类和模块</vt:lpstr>
      <vt:lpstr>三、函数、类和模块</vt:lpstr>
      <vt:lpstr>三、函数、类和模块</vt:lpstr>
      <vt:lpstr>PowerPoint 演示文稿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三、函数、类和模块</vt:lpstr>
      <vt:lpstr>二、开源桌面GIS软件软件简介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19</cp:revision>
  <dcterms:created xsi:type="dcterms:W3CDTF">2004-07-09T11:40:27Z</dcterms:created>
  <dcterms:modified xsi:type="dcterms:W3CDTF">2025-11-26T02:26:44Z</dcterms:modified>
</cp:coreProperties>
</file>