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4773" r:id="rId1"/>
    <p:sldMasterId id="2147484986" r:id="rId2"/>
  </p:sldMasterIdLst>
  <p:notesMasterIdLst>
    <p:notesMasterId r:id="rId28"/>
  </p:notesMasterIdLst>
  <p:handoutMasterIdLst>
    <p:handoutMasterId r:id="rId29"/>
  </p:handoutMasterIdLst>
  <p:sldIdLst>
    <p:sldId id="2708" r:id="rId3"/>
    <p:sldId id="2387" r:id="rId4"/>
    <p:sldId id="2447" r:id="rId5"/>
    <p:sldId id="2729" r:id="rId6"/>
    <p:sldId id="2769" r:id="rId7"/>
    <p:sldId id="2771" r:id="rId8"/>
    <p:sldId id="2772" r:id="rId9"/>
    <p:sldId id="2773" r:id="rId10"/>
    <p:sldId id="2774" r:id="rId11"/>
    <p:sldId id="2784" r:id="rId12"/>
    <p:sldId id="2785" r:id="rId13"/>
    <p:sldId id="2789" r:id="rId14"/>
    <p:sldId id="2709" r:id="rId15"/>
    <p:sldId id="2787" r:id="rId16"/>
    <p:sldId id="2767" r:id="rId17"/>
    <p:sldId id="2768" r:id="rId18"/>
    <p:sldId id="2775" r:id="rId19"/>
    <p:sldId id="2720" r:id="rId20"/>
    <p:sldId id="2778" r:id="rId21"/>
    <p:sldId id="2779" r:id="rId22"/>
    <p:sldId id="2780" r:id="rId23"/>
    <p:sldId id="2777" r:id="rId24"/>
    <p:sldId id="2783" r:id="rId25"/>
    <p:sldId id="2741" r:id="rId26"/>
    <p:sldId id="2788" r:id="rId27"/>
  </p:sldIdLst>
  <p:sldSz cx="12192000" cy="6858000"/>
  <p:notesSz cx="7099300" cy="10234613"/>
  <p:custDataLst>
    <p:tags r:id="rId30"/>
  </p:custDataLst>
  <p:defaultTextStyle>
    <a:defPPr>
      <a:defRPr lang="zh-CN"/>
    </a:defPPr>
    <a:lvl1pPr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1pPr>
    <a:lvl2pPr marL="4572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2pPr>
    <a:lvl3pPr marL="9144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3pPr>
    <a:lvl4pPr marL="13716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4pPr>
    <a:lvl5pPr marL="18288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663" userDrawn="1">
          <p15:clr>
            <a:srgbClr val="A4A3A4"/>
          </p15:clr>
        </p15:guide>
        <p15:guide id="2" orient="horz" pos="1412" userDrawn="1">
          <p15:clr>
            <a:srgbClr val="A4A3A4"/>
          </p15:clr>
        </p15:guide>
        <p15:guide id="3" pos="241" userDrawn="1">
          <p15:clr>
            <a:srgbClr val="A4A3A4"/>
          </p15:clr>
        </p15:guide>
        <p15:guide id="4" pos="7408" userDrawn="1">
          <p15:clr>
            <a:srgbClr val="A4A3A4"/>
          </p15:clr>
        </p15:guide>
        <p15:guide id="5" pos="3871" userDrawn="1">
          <p15:clr>
            <a:srgbClr val="A4A3A4"/>
          </p15:clr>
        </p15:guide>
        <p15:guide id="6" orient="horz" pos="700" userDrawn="1">
          <p15:clr>
            <a:srgbClr val="A4A3A4"/>
          </p15:clr>
        </p15:guide>
        <p15:guide id="7" orient="horz" pos="4119" userDrawn="1">
          <p15:clr>
            <a:srgbClr val="A4A3A4"/>
          </p15:clr>
        </p15:guide>
        <p15:guide id="8" pos="415" userDrawn="1">
          <p15:clr>
            <a:srgbClr val="A4A3A4"/>
          </p15:clr>
        </p15:guide>
        <p15:guide id="9" pos="7335" userDrawn="1">
          <p15:clr>
            <a:srgbClr val="A4A3A4"/>
          </p15:clr>
        </p15:guide>
        <p15:guide id="10" orient="horz" pos="462" userDrawn="1">
          <p15:clr>
            <a:srgbClr val="A4A3A4"/>
          </p15:clr>
        </p15:guide>
        <p15:guide id="11" pos="103" userDrawn="1">
          <p15:clr>
            <a:srgbClr val="A4A3A4"/>
          </p15:clr>
        </p15:guide>
        <p15:guide id="12" pos="96" userDrawn="1">
          <p15:clr>
            <a:srgbClr val="A4A3A4"/>
          </p15:clr>
        </p15:guide>
        <p15:guide id="13" orient="horz" pos="2" userDrawn="1">
          <p15:clr>
            <a:srgbClr val="A4A3A4"/>
          </p15:clr>
        </p15:guide>
        <p15:guide id="14" pos="1076" userDrawn="1">
          <p15:clr>
            <a:srgbClr val="A4A3A4"/>
          </p15:clr>
        </p15:guide>
        <p15:guide id="15" pos="1951" userDrawn="1">
          <p15:clr>
            <a:srgbClr val="A4A3A4"/>
          </p15:clr>
        </p15:guide>
        <p15:guide id="16" pos="2772" userDrawn="1">
          <p15:clr>
            <a:srgbClr val="A4A3A4"/>
          </p15:clr>
        </p15:guide>
        <p15:guide id="17" pos="3619" userDrawn="1">
          <p15:clr>
            <a:srgbClr val="A4A3A4"/>
          </p15:clr>
        </p15:guide>
        <p15:guide id="18" pos="4493" userDrawn="1">
          <p15:clr>
            <a:srgbClr val="A4A3A4"/>
          </p15:clr>
        </p15:guide>
        <p15:guide id="19" pos="5313" userDrawn="1">
          <p15:clr>
            <a:srgbClr val="A4A3A4"/>
          </p15:clr>
        </p15:guide>
        <p15:guide id="20" pos="6175" userDrawn="1">
          <p15:clr>
            <a:srgbClr val="A4A3A4"/>
          </p15:clr>
        </p15:guide>
        <p15:guide id="21" orient="horz" pos="581" userDrawn="1">
          <p15:clr>
            <a:srgbClr val="A4A3A4"/>
          </p15:clr>
        </p15:guide>
        <p15:guide id="22" orient="horz" pos="3230" userDrawn="1">
          <p15:clr>
            <a:srgbClr val="A4A3A4"/>
          </p15:clr>
        </p15:guide>
        <p15:guide id="23" orient="horz" pos="1230" userDrawn="1">
          <p15:clr>
            <a:srgbClr val="A4A3A4"/>
          </p15:clr>
        </p15:guide>
        <p15:guide id="24" orient="horz" userDrawn="1">
          <p15:clr>
            <a:srgbClr val="A4A3A4"/>
          </p15:clr>
        </p15:guide>
        <p15:guide id="25" orient="horz" pos="1450" userDrawn="1">
          <p15:clr>
            <a:srgbClr val="A4A3A4"/>
          </p15:clr>
        </p15:guide>
        <p15:guide id="26" pos="375" userDrawn="1">
          <p15:clr>
            <a:srgbClr val="A4A3A4"/>
          </p15:clr>
        </p15:guide>
        <p15:guide id="27" orient="horz" pos="3095" userDrawn="1">
          <p15:clr>
            <a:srgbClr val="A4A3A4"/>
          </p15:clr>
        </p15:guide>
        <p15:guide id="28" orient="horz" pos="2372" userDrawn="1">
          <p15:clr>
            <a:srgbClr val="A4A3A4"/>
          </p15:clr>
        </p15:guide>
        <p15:guide id="29" orient="horz" pos="4159" userDrawn="1">
          <p15:clr>
            <a:srgbClr val="A4A3A4"/>
          </p15:clr>
        </p15:guide>
        <p15:guide id="30" pos="417" userDrawn="1">
          <p15:clr>
            <a:srgbClr val="A4A3A4"/>
          </p15:clr>
        </p15:guide>
        <p15:guide id="31" pos="2207" userDrawn="1">
          <p15:clr>
            <a:srgbClr val="A4A3A4"/>
          </p15:clr>
        </p15:guide>
        <p15:guide id="32" pos="7636" userDrawn="1">
          <p15:clr>
            <a:srgbClr val="A4A3A4"/>
          </p15:clr>
        </p15:guide>
        <p15:guide id="33" orient="horz" pos="632" userDrawn="1">
          <p15:clr>
            <a:srgbClr val="A4A3A4"/>
          </p15:clr>
        </p15:guide>
        <p15:guide id="34" orient="horz" pos="1461" userDrawn="1">
          <p15:clr>
            <a:srgbClr val="A4A3A4"/>
          </p15:clr>
        </p15:guide>
        <p15:guide id="35" orient="horz" pos="2262" userDrawn="1">
          <p15:clr>
            <a:srgbClr val="A4A3A4"/>
          </p15:clr>
        </p15:guide>
        <p15:guide id="36" orient="horz" pos="3072" userDrawn="1">
          <p15:clr>
            <a:srgbClr val="A4A3A4"/>
          </p15:clr>
        </p15:guide>
        <p15:guide id="37" pos="1020" userDrawn="1">
          <p15:clr>
            <a:srgbClr val="A4A3A4"/>
          </p15:clr>
        </p15:guide>
        <p15:guide id="38" pos="7440" userDrawn="1">
          <p15:clr>
            <a:srgbClr val="A4A3A4"/>
          </p15:clr>
        </p15:guide>
        <p15:guide id="39" pos="6719" userDrawn="1">
          <p15:clr>
            <a:srgbClr val="A4A3A4"/>
          </p15:clr>
        </p15:guide>
        <p15:guide id="40" orient="horz" pos="621" userDrawn="1">
          <p15:clr>
            <a:srgbClr val="A4A3A4"/>
          </p15:clr>
        </p15:guide>
        <p15:guide id="41" orient="horz" pos="38" userDrawn="1">
          <p15:clr>
            <a:srgbClr val="A4A3A4"/>
          </p15:clr>
        </p15:guide>
        <p15:guide id="42" orient="horz" pos="4319" userDrawn="1">
          <p15:clr>
            <a:srgbClr val="A4A3A4"/>
          </p15:clr>
        </p15:guide>
        <p15:guide id="43" orient="horz" pos="39" userDrawn="1">
          <p15:clr>
            <a:srgbClr val="A4A3A4"/>
          </p15:clr>
        </p15:guide>
        <p15:guide id="44" pos="4489" userDrawn="1">
          <p15:clr>
            <a:srgbClr val="A4A3A4"/>
          </p15:clr>
        </p15:guide>
        <p15:guide id="45" pos="6207" userDrawn="1">
          <p15:clr>
            <a:srgbClr val="A4A3A4"/>
          </p15:clr>
        </p15:guide>
        <p15:guide id="46" orient="horz" pos="1" userDrawn="1">
          <p15:clr>
            <a:srgbClr val="A4A3A4"/>
          </p15:clr>
        </p15:guide>
        <p15:guide id="47" orient="horz" pos="4067" userDrawn="1">
          <p15:clr>
            <a:srgbClr val="A4A3A4"/>
          </p15:clr>
        </p15:guide>
        <p15:guide id="48" orient="horz" pos="601" userDrawn="1">
          <p15:clr>
            <a:srgbClr val="A4A3A4"/>
          </p15:clr>
        </p15:guide>
        <p15:guide id="49" pos="199" userDrawn="1">
          <p15:clr>
            <a:srgbClr val="A4A3A4"/>
          </p15:clr>
        </p15:guide>
        <p15:guide id="50" pos="7452" userDrawn="1">
          <p15:clr>
            <a:srgbClr val="A4A3A4"/>
          </p15:clr>
        </p15:guide>
        <p15:guide id="51" pos="430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office316" initials="o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B050"/>
    <a:srgbClr val="FF00DF"/>
    <a:srgbClr val="0000CC"/>
    <a:srgbClr val="C3E8CC"/>
    <a:srgbClr val="7A81FF"/>
    <a:srgbClr val="FF00FF"/>
    <a:srgbClr val="269FA0"/>
    <a:srgbClr val="FFC000"/>
    <a:srgbClr val="333399"/>
    <a:srgbClr val="9507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078"/>
    <p:restoredTop sz="88281" autoAdjust="0"/>
  </p:normalViewPr>
  <p:slideViewPr>
    <p:cSldViewPr snapToGrid="0">
      <p:cViewPr varScale="1">
        <p:scale>
          <a:sx n="77" d="100"/>
          <a:sy n="77" d="100"/>
        </p:scale>
        <p:origin x="78" y="63"/>
      </p:cViewPr>
      <p:guideLst>
        <p:guide orient="horz" pos="663"/>
        <p:guide orient="horz" pos="1412"/>
        <p:guide pos="241"/>
        <p:guide pos="7408"/>
        <p:guide pos="3871"/>
        <p:guide orient="horz" pos="700"/>
        <p:guide orient="horz" pos="4119"/>
        <p:guide pos="415"/>
        <p:guide pos="7335"/>
        <p:guide orient="horz" pos="462"/>
        <p:guide pos="103"/>
        <p:guide pos="96"/>
        <p:guide orient="horz" pos="2"/>
        <p:guide pos="1076"/>
        <p:guide pos="1951"/>
        <p:guide pos="2772"/>
        <p:guide pos="3619"/>
        <p:guide pos="4493"/>
        <p:guide pos="5313"/>
        <p:guide pos="6175"/>
        <p:guide orient="horz" pos="581"/>
        <p:guide orient="horz" pos="3230"/>
        <p:guide orient="horz" pos="1230"/>
        <p:guide orient="horz"/>
        <p:guide orient="horz" pos="1450"/>
        <p:guide pos="375"/>
        <p:guide orient="horz" pos="3095"/>
        <p:guide orient="horz" pos="2372"/>
        <p:guide orient="horz" pos="4159"/>
        <p:guide pos="417"/>
        <p:guide pos="2207"/>
        <p:guide pos="7636"/>
        <p:guide orient="horz" pos="632"/>
        <p:guide orient="horz" pos="1461"/>
        <p:guide orient="horz" pos="2262"/>
        <p:guide orient="horz" pos="3072"/>
        <p:guide pos="1020"/>
        <p:guide pos="7440"/>
        <p:guide pos="6719"/>
        <p:guide orient="horz" pos="621"/>
        <p:guide orient="horz" pos="38"/>
        <p:guide orient="horz" pos="4319"/>
        <p:guide orient="horz" pos="39"/>
        <p:guide pos="4489"/>
        <p:guide pos="6207"/>
        <p:guide orient="horz" pos="1"/>
        <p:guide orient="horz" pos="4067"/>
        <p:guide orient="horz" pos="601"/>
        <p:guide pos="199"/>
        <p:guide pos="7452"/>
        <p:guide pos="4303"/>
      </p:guideLst>
    </p:cSldViewPr>
  </p:slideViewPr>
  <p:notesTextViewPr>
    <p:cViewPr>
      <p:scale>
        <a:sx n="140" d="100"/>
        <a:sy n="140" d="100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4"/>
        <p:guide pos="223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36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commentAuthors" Target="commentAuthor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tags" Target="tags/tag1.xml"/><Relationship Id="rId35" Type="http://schemas.openxmlformats.org/officeDocument/2006/relationships/tableStyles" Target="tableStyles.xml"/><Relationship Id="rId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n Luo" userId="82312ee5779919a4" providerId="LiveId" clId="{3C4A7AF4-6488-5041-B432-D36EF53163D3}"/>
    <pc:docChg chg="undo custSel addSld delSld modSld sldOrd">
      <pc:chgData name="Xin Luo" userId="82312ee5779919a4" providerId="LiveId" clId="{3C4A7AF4-6488-5041-B432-D36EF53163D3}" dt="2023-02-23T14:33:41.327" v="6919" actId="478"/>
      <pc:docMkLst>
        <pc:docMk/>
      </pc:docMkLst>
      <pc:sldChg chg="del">
        <pc:chgData name="Xin Luo" userId="82312ee5779919a4" providerId="LiveId" clId="{3C4A7AF4-6488-5041-B432-D36EF53163D3}" dt="2023-02-22T05:30:51.981" v="0" actId="2696"/>
        <pc:sldMkLst>
          <pc:docMk/>
          <pc:sldMk cId="1153920038" sldId="2206"/>
        </pc:sldMkLst>
      </pc:sldChg>
      <pc:sldChg chg="addSp modSp mod">
        <pc:chgData name="Xin Luo" userId="82312ee5779919a4" providerId="LiveId" clId="{3C4A7AF4-6488-5041-B432-D36EF53163D3}" dt="2023-02-23T07:39:26.083" v="2380" actId="20577"/>
        <pc:sldMkLst>
          <pc:docMk/>
          <pc:sldMk cId="1576120367" sldId="2387"/>
        </pc:sldMkLst>
      </pc:sldChg>
      <pc:sldChg chg="modSp mod">
        <pc:chgData name="Xin Luo" userId="82312ee5779919a4" providerId="LiveId" clId="{3C4A7AF4-6488-5041-B432-D36EF53163D3}" dt="2023-02-22T07:33:21.001" v="351" actId="20577"/>
        <pc:sldMkLst>
          <pc:docMk/>
          <pc:sldMk cId="2415901206" sldId="2447"/>
        </pc:sldMkLst>
      </pc:sldChg>
      <pc:sldChg chg="addSp delSp modSp mod">
        <pc:chgData name="Xin Luo" userId="82312ee5779919a4" providerId="LiveId" clId="{3C4A7AF4-6488-5041-B432-D36EF53163D3}" dt="2023-02-23T01:16:39.011" v="1571" actId="1037"/>
        <pc:sldMkLst>
          <pc:docMk/>
          <pc:sldMk cId="4067577602" sldId="2605"/>
        </pc:sldMkLst>
      </pc:sldChg>
      <pc:sldChg chg="del">
        <pc:chgData name="Xin Luo" userId="82312ee5779919a4" providerId="LiveId" clId="{3C4A7AF4-6488-5041-B432-D36EF53163D3}" dt="2023-02-22T05:30:52.002" v="3" actId="2696"/>
        <pc:sldMkLst>
          <pc:docMk/>
          <pc:sldMk cId="2688334957" sldId="2705"/>
        </pc:sldMkLst>
      </pc:sldChg>
      <pc:sldChg chg="del">
        <pc:chgData name="Xin Luo" userId="82312ee5779919a4" providerId="LiveId" clId="{3C4A7AF4-6488-5041-B432-D36EF53163D3}" dt="2023-02-22T05:30:51.986" v="2" actId="2696"/>
        <pc:sldMkLst>
          <pc:docMk/>
          <pc:sldMk cId="2464444856" sldId="2706"/>
        </pc:sldMkLst>
      </pc:sldChg>
      <pc:sldChg chg="del">
        <pc:chgData name="Xin Luo" userId="82312ee5779919a4" providerId="LiveId" clId="{3C4A7AF4-6488-5041-B432-D36EF53163D3}" dt="2023-02-22T05:30:51.983" v="1" actId="2696"/>
        <pc:sldMkLst>
          <pc:docMk/>
          <pc:sldMk cId="1602808061" sldId="2707"/>
        </pc:sldMkLst>
      </pc:sldChg>
      <pc:sldChg chg="modSp mod">
        <pc:chgData name="Xin Luo" userId="82312ee5779919a4" providerId="LiveId" clId="{3C4A7AF4-6488-5041-B432-D36EF53163D3}" dt="2023-02-22T07:27:49.994" v="45" actId="20577"/>
        <pc:sldMkLst>
          <pc:docMk/>
          <pc:sldMk cId="1658607177" sldId="2708"/>
        </pc:sldMkLst>
      </pc:sldChg>
      <pc:sldChg chg="modSp add mod">
        <pc:chgData name="Xin Luo" userId="82312ee5779919a4" providerId="LiveId" clId="{3C4A7AF4-6488-5041-B432-D36EF53163D3}" dt="2023-02-23T07:39:57.891" v="2394" actId="20577"/>
        <pc:sldMkLst>
          <pc:docMk/>
          <pc:sldMk cId="481122590" sldId="2709"/>
        </pc:sldMkLst>
      </pc:sldChg>
      <pc:sldChg chg="addSp delSp modSp del mod">
        <pc:chgData name="Xin Luo" userId="82312ee5779919a4" providerId="LiveId" clId="{3C4A7AF4-6488-5041-B432-D36EF53163D3}" dt="2023-02-23T07:26:52.546" v="2336" actId="2696"/>
        <pc:sldMkLst>
          <pc:docMk/>
          <pc:sldMk cId="1257969106" sldId="2709"/>
        </pc:sldMkLst>
      </pc:sldChg>
      <pc:sldChg chg="del">
        <pc:chgData name="Xin Luo" userId="82312ee5779919a4" providerId="LiveId" clId="{3C4A7AF4-6488-5041-B432-D36EF53163D3}" dt="2023-02-22T07:32:46.487" v="311" actId="2696"/>
        <pc:sldMkLst>
          <pc:docMk/>
          <pc:sldMk cId="2744383376" sldId="2711"/>
        </pc:sldMkLst>
      </pc:sldChg>
      <pc:sldChg chg="del">
        <pc:chgData name="Xin Luo" userId="82312ee5779919a4" providerId="LiveId" clId="{3C4A7AF4-6488-5041-B432-D36EF53163D3}" dt="2023-02-22T07:32:46.489" v="312" actId="2696"/>
        <pc:sldMkLst>
          <pc:docMk/>
          <pc:sldMk cId="280619949" sldId="2714"/>
        </pc:sldMkLst>
      </pc:sldChg>
      <pc:sldChg chg="del">
        <pc:chgData name="Xin Luo" userId="82312ee5779919a4" providerId="LiveId" clId="{3C4A7AF4-6488-5041-B432-D36EF53163D3}" dt="2023-02-22T07:32:53.087" v="313" actId="2696"/>
        <pc:sldMkLst>
          <pc:docMk/>
          <pc:sldMk cId="3852391939" sldId="2715"/>
        </pc:sldMkLst>
      </pc:sldChg>
      <pc:sldChg chg="delSp modSp del mod ord">
        <pc:chgData name="Xin Luo" userId="82312ee5779919a4" providerId="LiveId" clId="{3C4A7AF4-6488-5041-B432-D36EF53163D3}" dt="2023-02-23T07:26:52.546" v="2336" actId="2696"/>
        <pc:sldMkLst>
          <pc:docMk/>
          <pc:sldMk cId="3026715585" sldId="2716"/>
        </pc:sldMkLst>
      </pc:sldChg>
      <pc:sldChg chg="addSp modSp add mod">
        <pc:chgData name="Xin Luo" userId="82312ee5779919a4" providerId="LiveId" clId="{3C4A7AF4-6488-5041-B432-D36EF53163D3}" dt="2023-02-23T07:58:34.775" v="2627" actId="20577"/>
        <pc:sldMkLst>
          <pc:docMk/>
          <pc:sldMk cId="3833073590" sldId="2716"/>
        </pc:sldMkLst>
      </pc:sldChg>
      <pc:sldChg chg="del">
        <pc:chgData name="Xin Luo" userId="82312ee5779919a4" providerId="LiveId" clId="{3C4A7AF4-6488-5041-B432-D36EF53163D3}" dt="2023-02-22T07:32:53.106" v="315" actId="2696"/>
        <pc:sldMkLst>
          <pc:docMk/>
          <pc:sldMk cId="4136986794" sldId="2717"/>
        </pc:sldMkLst>
      </pc:sldChg>
      <pc:sldChg chg="del">
        <pc:chgData name="Xin Luo" userId="82312ee5779919a4" providerId="LiveId" clId="{3C4A7AF4-6488-5041-B432-D36EF53163D3}" dt="2023-02-22T07:32:53.089" v="314" actId="2696"/>
        <pc:sldMkLst>
          <pc:docMk/>
          <pc:sldMk cId="1778017482" sldId="2718"/>
        </pc:sldMkLst>
      </pc:sldChg>
      <pc:sldChg chg="modSp del mod ord">
        <pc:chgData name="Xin Luo" userId="82312ee5779919a4" providerId="LiveId" clId="{3C4A7AF4-6488-5041-B432-D36EF53163D3}" dt="2023-02-23T07:26:52.546" v="2336" actId="2696"/>
        <pc:sldMkLst>
          <pc:docMk/>
          <pc:sldMk cId="1858913004" sldId="2719"/>
        </pc:sldMkLst>
      </pc:sldChg>
      <pc:sldChg chg="modSp add del mod">
        <pc:chgData name="Xin Luo" userId="82312ee5779919a4" providerId="LiveId" clId="{3C4A7AF4-6488-5041-B432-D36EF53163D3}" dt="2023-02-23T07:29:10.384" v="2343" actId="2696"/>
        <pc:sldMkLst>
          <pc:docMk/>
          <pc:sldMk cId="3840444413" sldId="2719"/>
        </pc:sldMkLst>
      </pc:sldChg>
      <pc:sldChg chg="modSp add mod ord">
        <pc:chgData name="Xin Luo" userId="82312ee5779919a4" providerId="LiveId" clId="{3C4A7AF4-6488-5041-B432-D36EF53163D3}" dt="2023-02-23T04:51:04.333" v="1905" actId="20577"/>
        <pc:sldMkLst>
          <pc:docMk/>
          <pc:sldMk cId="972163772" sldId="2720"/>
        </pc:sldMkLst>
      </pc:sldChg>
      <pc:sldChg chg="del">
        <pc:chgData name="Xin Luo" userId="82312ee5779919a4" providerId="LiveId" clId="{3C4A7AF4-6488-5041-B432-D36EF53163D3}" dt="2023-02-22T07:32:37.778" v="309" actId="2696"/>
        <pc:sldMkLst>
          <pc:docMk/>
          <pc:sldMk cId="3480831675" sldId="2720"/>
        </pc:sldMkLst>
      </pc:sldChg>
      <pc:sldChg chg="del">
        <pc:chgData name="Xin Luo" userId="82312ee5779919a4" providerId="LiveId" clId="{3C4A7AF4-6488-5041-B432-D36EF53163D3}" dt="2023-02-22T07:32:46.484" v="310" actId="2696"/>
        <pc:sldMkLst>
          <pc:docMk/>
          <pc:sldMk cId="1410676903" sldId="2721"/>
        </pc:sldMkLst>
      </pc:sldChg>
      <pc:sldChg chg="delSp modSp add mod ord">
        <pc:chgData name="Xin Luo" userId="82312ee5779919a4" providerId="LiveId" clId="{3C4A7AF4-6488-5041-B432-D36EF53163D3}" dt="2023-02-23T07:12:50.196" v="2062" actId="478"/>
        <pc:sldMkLst>
          <pc:docMk/>
          <pc:sldMk cId="2689695864" sldId="2721"/>
        </pc:sldMkLst>
      </pc:sldChg>
      <pc:sldChg chg="add del">
        <pc:chgData name="Xin Luo" userId="82312ee5779919a4" providerId="LiveId" clId="{3C4A7AF4-6488-5041-B432-D36EF53163D3}" dt="2023-02-23T01:10:59.145" v="1497"/>
        <pc:sldMkLst>
          <pc:docMk/>
          <pc:sldMk cId="2910826875" sldId="2721"/>
        </pc:sldMkLst>
      </pc:sldChg>
      <pc:sldChg chg="addSp delSp modSp add mod ord">
        <pc:chgData name="Xin Luo" userId="82312ee5779919a4" providerId="LiveId" clId="{3C4A7AF4-6488-5041-B432-D36EF53163D3}" dt="2023-02-23T07:26:03.168" v="2327" actId="20577"/>
        <pc:sldMkLst>
          <pc:docMk/>
          <pc:sldMk cId="1209572041" sldId="2722"/>
        </pc:sldMkLst>
      </pc:sldChg>
      <pc:sldChg chg="add del">
        <pc:chgData name="Xin Luo" userId="82312ee5779919a4" providerId="LiveId" clId="{3C4A7AF4-6488-5041-B432-D36EF53163D3}" dt="2023-02-23T01:15:26.280" v="1535"/>
        <pc:sldMkLst>
          <pc:docMk/>
          <pc:sldMk cId="1287359691" sldId="2722"/>
        </pc:sldMkLst>
      </pc:sldChg>
      <pc:sldChg chg="add del">
        <pc:chgData name="Xin Luo" userId="82312ee5779919a4" providerId="LiveId" clId="{3C4A7AF4-6488-5041-B432-D36EF53163D3}" dt="2023-02-23T04:49:30.686" v="1883" actId="2696"/>
        <pc:sldMkLst>
          <pc:docMk/>
          <pc:sldMk cId="510300836" sldId="2723"/>
        </pc:sldMkLst>
      </pc:sldChg>
      <pc:sldChg chg="addSp delSp modSp add del mod">
        <pc:chgData name="Xin Luo" userId="82312ee5779919a4" providerId="LiveId" clId="{3C4A7AF4-6488-5041-B432-D36EF53163D3}" dt="2023-02-23T07:26:33.576" v="2330" actId="2696"/>
        <pc:sldMkLst>
          <pc:docMk/>
          <pc:sldMk cId="2794277739" sldId="2723"/>
        </pc:sldMkLst>
      </pc:sldChg>
      <pc:sldChg chg="addSp delSp new del mod">
        <pc:chgData name="Xin Luo" userId="82312ee5779919a4" providerId="LiveId" clId="{3C4A7AF4-6488-5041-B432-D36EF53163D3}" dt="2023-02-23T07:57:59.493" v="2582" actId="2696"/>
        <pc:sldMkLst>
          <pc:docMk/>
          <pc:sldMk cId="2812212654" sldId="2723"/>
        </pc:sldMkLst>
      </pc:sldChg>
      <pc:sldChg chg="delSp modSp add del mod">
        <pc:chgData name="Xin Luo" userId="82312ee5779919a4" providerId="LiveId" clId="{3C4A7AF4-6488-5041-B432-D36EF53163D3}" dt="2023-02-23T07:58:40.953" v="2629" actId="2696"/>
        <pc:sldMkLst>
          <pc:docMk/>
          <pc:sldMk cId="1937332499" sldId="2724"/>
        </pc:sldMkLst>
      </pc:sldChg>
      <pc:sldChg chg="addSp delSp modSp add mod">
        <pc:chgData name="Xin Luo" userId="82312ee5779919a4" providerId="LiveId" clId="{3C4A7AF4-6488-5041-B432-D36EF53163D3}" dt="2023-02-23T14:01:10.568" v="6309" actId="403"/>
        <pc:sldMkLst>
          <pc:docMk/>
          <pc:sldMk cId="353940032" sldId="2725"/>
        </pc:sldMkLst>
      </pc:sldChg>
      <pc:sldChg chg="addSp delSp modSp add mod">
        <pc:chgData name="Xin Luo" userId="82312ee5779919a4" providerId="LiveId" clId="{3C4A7AF4-6488-5041-B432-D36EF53163D3}" dt="2023-02-23T08:31:04.830" v="3778" actId="113"/>
        <pc:sldMkLst>
          <pc:docMk/>
          <pc:sldMk cId="45083394" sldId="2726"/>
        </pc:sldMkLst>
      </pc:sldChg>
      <pc:sldChg chg="addSp delSp modSp add mod">
        <pc:chgData name="Xin Luo" userId="82312ee5779919a4" providerId="LiveId" clId="{3C4A7AF4-6488-5041-B432-D36EF53163D3}" dt="2023-02-23T09:13:39.268" v="5260" actId="1076"/>
        <pc:sldMkLst>
          <pc:docMk/>
          <pc:sldMk cId="148985918" sldId="2727"/>
        </pc:sldMkLst>
      </pc:sldChg>
      <pc:sldChg chg="addSp delSp modSp add mod">
        <pc:chgData name="Xin Luo" userId="82312ee5779919a4" providerId="LiveId" clId="{3C4A7AF4-6488-5041-B432-D36EF53163D3}" dt="2023-02-23T08:32:21.875" v="3790" actId="1076"/>
        <pc:sldMkLst>
          <pc:docMk/>
          <pc:sldMk cId="3544980656" sldId="2728"/>
        </pc:sldMkLst>
      </pc:sldChg>
      <pc:sldChg chg="addSp delSp modSp add mod">
        <pc:chgData name="Xin Luo" userId="82312ee5779919a4" providerId="LiveId" clId="{3C4A7AF4-6488-5041-B432-D36EF53163D3}" dt="2023-02-23T09:02:43.022" v="4809" actId="20577"/>
        <pc:sldMkLst>
          <pc:docMk/>
          <pc:sldMk cId="1664139585" sldId="2729"/>
        </pc:sldMkLst>
      </pc:sldChg>
      <pc:sldChg chg="addSp delSp modSp add mod">
        <pc:chgData name="Xin Luo" userId="82312ee5779919a4" providerId="LiveId" clId="{3C4A7AF4-6488-5041-B432-D36EF53163D3}" dt="2023-02-23T09:02:46.545" v="4811" actId="20577"/>
        <pc:sldMkLst>
          <pc:docMk/>
          <pc:sldMk cId="3561803108" sldId="2730"/>
        </pc:sldMkLst>
      </pc:sldChg>
      <pc:sldChg chg="addSp delSp modSp add mod">
        <pc:chgData name="Xin Luo" userId="82312ee5779919a4" providerId="LiveId" clId="{3C4A7AF4-6488-5041-B432-D36EF53163D3}" dt="2023-02-23T11:42:21.434" v="5641" actId="20577"/>
        <pc:sldMkLst>
          <pc:docMk/>
          <pc:sldMk cId="236610701" sldId="2731"/>
        </pc:sldMkLst>
      </pc:sldChg>
      <pc:sldChg chg="add del">
        <pc:chgData name="Xin Luo" userId="82312ee5779919a4" providerId="LiveId" clId="{3C4A7AF4-6488-5041-B432-D36EF53163D3}" dt="2023-02-23T08:54:40.823" v="4449"/>
        <pc:sldMkLst>
          <pc:docMk/>
          <pc:sldMk cId="3607281671" sldId="2731"/>
        </pc:sldMkLst>
      </pc:sldChg>
      <pc:sldChg chg="addSp delSp modSp add mod modNotesTx">
        <pc:chgData name="Xin Luo" userId="82312ee5779919a4" providerId="LiveId" clId="{3C4A7AF4-6488-5041-B432-D36EF53163D3}" dt="2023-02-23T13:58:03.496" v="6246" actId="1076"/>
        <pc:sldMkLst>
          <pc:docMk/>
          <pc:sldMk cId="1986913413" sldId="2732"/>
        </pc:sldMkLst>
      </pc:sldChg>
      <pc:sldChg chg="addSp delSp modSp add mod">
        <pc:chgData name="Xin Luo" userId="82312ee5779919a4" providerId="LiveId" clId="{3C4A7AF4-6488-5041-B432-D36EF53163D3}" dt="2023-02-23T14:00:47.321" v="6304" actId="1076"/>
        <pc:sldMkLst>
          <pc:docMk/>
          <pc:sldMk cId="270311508" sldId="2733"/>
        </pc:sldMkLst>
      </pc:sldChg>
      <pc:sldChg chg="addSp delSp modSp add mod">
        <pc:chgData name="Xin Luo" userId="82312ee5779919a4" providerId="LiveId" clId="{3C4A7AF4-6488-5041-B432-D36EF53163D3}" dt="2023-02-23T14:29:59.110" v="6746" actId="403"/>
        <pc:sldMkLst>
          <pc:docMk/>
          <pc:sldMk cId="3138813826" sldId="2734"/>
        </pc:sldMkLst>
      </pc:sldChg>
      <pc:sldChg chg="addSp modSp add mod">
        <pc:chgData name="Xin Luo" userId="82312ee5779919a4" providerId="LiveId" clId="{3C4A7AF4-6488-5041-B432-D36EF53163D3}" dt="2023-02-23T14:33:30.940" v="6917" actId="1037"/>
        <pc:sldMkLst>
          <pc:docMk/>
          <pc:sldMk cId="128317883" sldId="2735"/>
        </pc:sldMkLst>
      </pc:sldChg>
      <pc:sldChg chg="delSp add mod">
        <pc:chgData name="Xin Luo" userId="82312ee5779919a4" providerId="LiveId" clId="{3C4A7AF4-6488-5041-B432-D36EF53163D3}" dt="2023-02-23T14:33:41.327" v="6919" actId="478"/>
        <pc:sldMkLst>
          <pc:docMk/>
          <pc:sldMk cId="383906436" sldId="2736"/>
        </pc:sldMkLst>
      </pc:sldChg>
    </pc:docChg>
  </pc:docChgLst>
  <pc:docChgLst>
    <pc:chgData name="Xin Luo" userId="82312ee5779919a4" providerId="LiveId" clId="{4DB6C473-8E57-A543-81F7-48BE109E8C13}"/>
    <pc:docChg chg="undo custSel addSld delSld modSld sldOrd delMainMaster">
      <pc:chgData name="Xin Luo" userId="82312ee5779919a4" providerId="LiveId" clId="{4DB6C473-8E57-A543-81F7-48BE109E8C13}" dt="2023-02-21T15:10:04.498" v="5724" actId="108"/>
      <pc:docMkLst>
        <pc:docMk/>
      </pc:docMkLst>
      <pc:sldChg chg="addSp delSp modSp mod">
        <pc:chgData name="Xin Luo" userId="82312ee5779919a4" providerId="LiveId" clId="{4DB6C473-8E57-A543-81F7-48BE109E8C13}" dt="2023-02-21T08:54:32.554" v="3595" actId="1076"/>
        <pc:sldMkLst>
          <pc:docMk/>
          <pc:sldMk cId="1576120367" sldId="2387"/>
        </pc:sldMkLst>
      </pc:sldChg>
      <pc:sldChg chg="del">
        <pc:chgData name="Xin Luo" userId="82312ee5779919a4" providerId="LiveId" clId="{4DB6C473-8E57-A543-81F7-48BE109E8C13}" dt="2023-02-21T08:54:15.767" v="3575" actId="2696"/>
        <pc:sldMkLst>
          <pc:docMk/>
          <pc:sldMk cId="0" sldId="2446"/>
        </pc:sldMkLst>
      </pc:sldChg>
      <pc:sldChg chg="modSp mod ord">
        <pc:chgData name="Xin Luo" userId="82312ee5779919a4" providerId="LiveId" clId="{4DB6C473-8E57-A543-81F7-48BE109E8C13}" dt="2023-02-21T06:59:18.091" v="3225" actId="20578"/>
        <pc:sldMkLst>
          <pc:docMk/>
          <pc:sldMk cId="2415901206" sldId="2447"/>
        </pc:sldMkLst>
      </pc:sldChg>
      <pc:sldChg chg="addSp delSp modSp mod ord">
        <pc:chgData name="Xin Luo" userId="82312ee5779919a4" providerId="LiveId" clId="{4DB6C473-8E57-A543-81F7-48BE109E8C13}" dt="2023-02-21T07:23:56.843" v="3356" actId="20577"/>
        <pc:sldMkLst>
          <pc:docMk/>
          <pc:sldMk cId="4067577602" sldId="2605"/>
        </pc:sldMkLst>
      </pc:sldChg>
      <pc:sldChg chg="del">
        <pc:chgData name="Xin Luo" userId="82312ee5779919a4" providerId="LiveId" clId="{4DB6C473-8E57-A543-81F7-48BE109E8C13}" dt="2023-02-21T14:49:50.253" v="5372" actId="2696"/>
        <pc:sldMkLst>
          <pc:docMk/>
          <pc:sldMk cId="963926578" sldId="2613"/>
        </pc:sldMkLst>
      </pc:sldChg>
      <pc:sldChg chg="del">
        <pc:chgData name="Xin Luo" userId="82312ee5779919a4" providerId="LiveId" clId="{4DB6C473-8E57-A543-81F7-48BE109E8C13}" dt="2023-02-21T14:49:50.286" v="5373" actId="2696"/>
        <pc:sldMkLst>
          <pc:docMk/>
          <pc:sldMk cId="1377829391" sldId="2689"/>
        </pc:sldMkLst>
      </pc:sldChg>
      <pc:sldChg chg="del">
        <pc:chgData name="Xin Luo" userId="82312ee5779919a4" providerId="LiveId" clId="{4DB6C473-8E57-A543-81F7-48BE109E8C13}" dt="2023-02-21T14:49:50.299" v="5374" actId="2696"/>
        <pc:sldMkLst>
          <pc:docMk/>
          <pc:sldMk cId="2843640805" sldId="2704"/>
        </pc:sldMkLst>
      </pc:sldChg>
      <pc:sldChg chg="delSp modSp add mod ord">
        <pc:chgData name="Xin Luo" userId="82312ee5779919a4" providerId="LiveId" clId="{4DB6C473-8E57-A543-81F7-48BE109E8C13}" dt="2023-02-21T05:54:53.172" v="2328" actId="113"/>
        <pc:sldMkLst>
          <pc:docMk/>
          <pc:sldMk cId="2688334957" sldId="2705"/>
        </pc:sldMkLst>
      </pc:sldChg>
      <pc:sldChg chg="modSp add mod">
        <pc:chgData name="Xin Luo" userId="82312ee5779919a4" providerId="LiveId" clId="{4DB6C473-8E57-A543-81F7-48BE109E8C13}" dt="2023-02-21T05:59:45.306" v="2357" actId="2711"/>
        <pc:sldMkLst>
          <pc:docMk/>
          <pc:sldMk cId="2464444856" sldId="2706"/>
        </pc:sldMkLst>
      </pc:sldChg>
      <pc:sldChg chg="modSp add mod">
        <pc:chgData name="Xin Luo" userId="82312ee5779919a4" providerId="LiveId" clId="{4DB6C473-8E57-A543-81F7-48BE109E8C13}" dt="2023-02-21T06:00:27.005" v="2362" actId="113"/>
        <pc:sldMkLst>
          <pc:docMk/>
          <pc:sldMk cId="1602808061" sldId="2707"/>
        </pc:sldMkLst>
      </pc:sldChg>
      <pc:sldChg chg="addSp modSp add mod">
        <pc:chgData name="Xin Luo" userId="82312ee5779919a4" providerId="LiveId" clId="{4DB6C473-8E57-A543-81F7-48BE109E8C13}" dt="2023-02-21T03:24:12.660" v="1798" actId="207"/>
        <pc:sldMkLst>
          <pc:docMk/>
          <pc:sldMk cId="1658607177" sldId="2708"/>
        </pc:sldMkLst>
      </pc:sldChg>
      <pc:sldChg chg="add del setBg">
        <pc:chgData name="Xin Luo" userId="82312ee5779919a4" providerId="LiveId" clId="{4DB6C473-8E57-A543-81F7-48BE109E8C13}" dt="2023-02-21T03:21:36.224" v="1707"/>
        <pc:sldMkLst>
          <pc:docMk/>
          <pc:sldMk cId="3430641667" sldId="2708"/>
        </pc:sldMkLst>
      </pc:sldChg>
      <pc:sldChg chg="modSp add mod ord">
        <pc:chgData name="Xin Luo" userId="82312ee5779919a4" providerId="LiveId" clId="{4DB6C473-8E57-A543-81F7-48BE109E8C13}" dt="2023-02-21T07:27:15.123" v="3399" actId="20578"/>
        <pc:sldMkLst>
          <pc:docMk/>
          <pc:sldMk cId="1257969106" sldId="2709"/>
        </pc:sldMkLst>
      </pc:sldChg>
      <pc:sldChg chg="add del setBg">
        <pc:chgData name="Xin Luo" userId="82312ee5779919a4" providerId="LiveId" clId="{4DB6C473-8E57-A543-81F7-48BE109E8C13}" dt="2023-02-21T03:22:38.148" v="1735"/>
        <pc:sldMkLst>
          <pc:docMk/>
          <pc:sldMk cId="2068292362" sldId="2709"/>
        </pc:sldMkLst>
      </pc:sldChg>
      <pc:sldChg chg="add del setBg">
        <pc:chgData name="Xin Luo" userId="82312ee5779919a4" providerId="LiveId" clId="{4DB6C473-8E57-A543-81F7-48BE109E8C13}" dt="2023-02-21T03:22:29.206" v="1733"/>
        <pc:sldMkLst>
          <pc:docMk/>
          <pc:sldMk cId="4244071672" sldId="2709"/>
        </pc:sldMkLst>
      </pc:sldChg>
      <pc:sldChg chg="modSp add del mod">
        <pc:chgData name="Xin Luo" userId="82312ee5779919a4" providerId="LiveId" clId="{4DB6C473-8E57-A543-81F7-48BE109E8C13}" dt="2023-02-21T12:49:10.754" v="4207" actId="2696"/>
        <pc:sldMkLst>
          <pc:docMk/>
          <pc:sldMk cId="4096743637" sldId="2710"/>
        </pc:sldMkLst>
      </pc:sldChg>
      <pc:sldChg chg="addSp delSp modSp add mod">
        <pc:chgData name="Xin Luo" userId="82312ee5779919a4" providerId="LiveId" clId="{4DB6C473-8E57-A543-81F7-48BE109E8C13}" dt="2023-02-21T15:08:47.651" v="5619" actId="113"/>
        <pc:sldMkLst>
          <pc:docMk/>
          <pc:sldMk cId="2744383376" sldId="2711"/>
        </pc:sldMkLst>
      </pc:sldChg>
      <pc:sldChg chg="delSp modSp add del mod">
        <pc:chgData name="Xin Luo" userId="82312ee5779919a4" providerId="LiveId" clId="{4DB6C473-8E57-A543-81F7-48BE109E8C13}" dt="2023-02-21T07:27:24.620" v="3402" actId="2696"/>
        <pc:sldMkLst>
          <pc:docMk/>
          <pc:sldMk cId="1581220802" sldId="2712"/>
        </pc:sldMkLst>
      </pc:sldChg>
      <pc:sldChg chg="modSp add del mod">
        <pc:chgData name="Xin Luo" userId="82312ee5779919a4" providerId="LiveId" clId="{4DB6C473-8E57-A543-81F7-48BE109E8C13}" dt="2023-02-21T07:24:13.066" v="3357" actId="2696"/>
        <pc:sldMkLst>
          <pc:docMk/>
          <pc:sldMk cId="2395170792" sldId="2713"/>
        </pc:sldMkLst>
      </pc:sldChg>
      <pc:sldChg chg="addSp modSp add mod">
        <pc:chgData name="Xin Luo" userId="82312ee5779919a4" providerId="LiveId" clId="{4DB6C473-8E57-A543-81F7-48BE109E8C13}" dt="2023-02-21T07:23:52.393" v="3353" actId="20577"/>
        <pc:sldMkLst>
          <pc:docMk/>
          <pc:sldMk cId="280619949" sldId="2714"/>
        </pc:sldMkLst>
      </pc:sldChg>
      <pc:sldChg chg="addSp modSp add mod">
        <pc:chgData name="Xin Luo" userId="82312ee5779919a4" providerId="LiveId" clId="{4DB6C473-8E57-A543-81F7-48BE109E8C13}" dt="2023-02-21T13:47:35.461" v="4912" actId="1076"/>
        <pc:sldMkLst>
          <pc:docMk/>
          <pc:sldMk cId="3852391939" sldId="2715"/>
        </pc:sldMkLst>
      </pc:sldChg>
      <pc:sldChg chg="addSp modSp add mod ord">
        <pc:chgData name="Xin Luo" userId="82312ee5779919a4" providerId="LiveId" clId="{4DB6C473-8E57-A543-81F7-48BE109E8C13}" dt="2023-02-21T13:15:30.678" v="4562" actId="1035"/>
        <pc:sldMkLst>
          <pc:docMk/>
          <pc:sldMk cId="3026715585" sldId="2716"/>
        </pc:sldMkLst>
      </pc:sldChg>
      <pc:sldChg chg="addSp modSp add mod">
        <pc:chgData name="Xin Luo" userId="82312ee5779919a4" providerId="LiveId" clId="{4DB6C473-8E57-A543-81F7-48BE109E8C13}" dt="2023-02-21T13:48:38.001" v="4936" actId="1076"/>
        <pc:sldMkLst>
          <pc:docMk/>
          <pc:sldMk cId="4136986794" sldId="2717"/>
        </pc:sldMkLst>
      </pc:sldChg>
      <pc:sldChg chg="addSp delSp modSp add mod">
        <pc:chgData name="Xin Luo" userId="82312ee5779919a4" providerId="LiveId" clId="{4DB6C473-8E57-A543-81F7-48BE109E8C13}" dt="2023-02-21T14:08:09.514" v="5152" actId="1035"/>
        <pc:sldMkLst>
          <pc:docMk/>
          <pc:sldMk cId="1778017482" sldId="2718"/>
        </pc:sldMkLst>
      </pc:sldChg>
      <pc:sldChg chg="delSp modSp add mod">
        <pc:chgData name="Xin Luo" userId="82312ee5779919a4" providerId="LiveId" clId="{4DB6C473-8E57-A543-81F7-48BE109E8C13}" dt="2023-02-21T15:10:04.498" v="5724" actId="108"/>
        <pc:sldMkLst>
          <pc:docMk/>
          <pc:sldMk cId="1858913004" sldId="2719"/>
        </pc:sldMkLst>
      </pc:sldChg>
      <pc:sldChg chg="addSp delSp modSp add mod ord">
        <pc:chgData name="Xin Luo" userId="82312ee5779919a4" providerId="LiveId" clId="{4DB6C473-8E57-A543-81F7-48BE109E8C13}" dt="2023-02-21T15:06:45.211" v="5600" actId="20578"/>
        <pc:sldMkLst>
          <pc:docMk/>
          <pc:sldMk cId="3480831675" sldId="2720"/>
        </pc:sldMkLst>
      </pc:sldChg>
      <pc:sldChg chg="add del">
        <pc:chgData name="Xin Luo" userId="82312ee5779919a4" providerId="LiveId" clId="{4DB6C473-8E57-A543-81F7-48BE109E8C13}" dt="2023-02-21T14:55:30.326" v="5468" actId="2696"/>
        <pc:sldMkLst>
          <pc:docMk/>
          <pc:sldMk cId="120373349" sldId="2721"/>
        </pc:sldMkLst>
      </pc:sldChg>
      <pc:sldChg chg="addSp delSp modSp add mod ord">
        <pc:chgData name="Xin Luo" userId="82312ee5779919a4" providerId="LiveId" clId="{4DB6C473-8E57-A543-81F7-48BE109E8C13}" dt="2023-02-21T15:06:40.684" v="5599" actId="20578"/>
        <pc:sldMkLst>
          <pc:docMk/>
          <pc:sldMk cId="1410676903" sldId="2721"/>
        </pc:sldMkLst>
      </pc:sldChg>
      <pc:sldMasterChg chg="del delSldLayout">
        <pc:chgData name="Xin Luo" userId="82312ee5779919a4" providerId="LiveId" clId="{4DB6C473-8E57-A543-81F7-48BE109E8C13}" dt="2023-02-21T08:54:15.791" v="3593" actId="2696"/>
        <pc:sldMasterMkLst>
          <pc:docMk/>
          <pc:sldMasterMk cId="1248561168" sldId="2147484998"/>
        </pc:sldMasterMkLst>
        <pc:sldLayoutChg chg="del">
          <pc:chgData name="Xin Luo" userId="82312ee5779919a4" providerId="LiveId" clId="{4DB6C473-8E57-A543-81F7-48BE109E8C13}" dt="2023-02-21T08:54:15.772" v="3576" actId="2696"/>
          <pc:sldLayoutMkLst>
            <pc:docMk/>
            <pc:sldMasterMk cId="1248561168" sldId="2147484998"/>
            <pc:sldLayoutMk cId="2755518727" sldId="2147484999"/>
          </pc:sldLayoutMkLst>
        </pc:sldLayoutChg>
        <pc:sldLayoutChg chg="del">
          <pc:chgData name="Xin Luo" userId="82312ee5779919a4" providerId="LiveId" clId="{4DB6C473-8E57-A543-81F7-48BE109E8C13}" dt="2023-02-21T08:54:15.773" v="3577" actId="2696"/>
          <pc:sldLayoutMkLst>
            <pc:docMk/>
            <pc:sldMasterMk cId="1248561168" sldId="2147484998"/>
            <pc:sldLayoutMk cId="784447712" sldId="2147485000"/>
          </pc:sldLayoutMkLst>
        </pc:sldLayoutChg>
        <pc:sldLayoutChg chg="del">
          <pc:chgData name="Xin Luo" userId="82312ee5779919a4" providerId="LiveId" clId="{4DB6C473-8E57-A543-81F7-48BE109E8C13}" dt="2023-02-21T08:54:15.774" v="3578" actId="2696"/>
          <pc:sldLayoutMkLst>
            <pc:docMk/>
            <pc:sldMasterMk cId="1248561168" sldId="2147484998"/>
            <pc:sldLayoutMk cId="36404751" sldId="2147485001"/>
          </pc:sldLayoutMkLst>
        </pc:sldLayoutChg>
        <pc:sldLayoutChg chg="del">
          <pc:chgData name="Xin Luo" userId="82312ee5779919a4" providerId="LiveId" clId="{4DB6C473-8E57-A543-81F7-48BE109E8C13}" dt="2023-02-21T08:54:15.775" v="3579" actId="2696"/>
          <pc:sldLayoutMkLst>
            <pc:docMk/>
            <pc:sldMasterMk cId="1248561168" sldId="2147484998"/>
            <pc:sldLayoutMk cId="2142531553" sldId="2147485002"/>
          </pc:sldLayoutMkLst>
        </pc:sldLayoutChg>
        <pc:sldLayoutChg chg="del">
          <pc:chgData name="Xin Luo" userId="82312ee5779919a4" providerId="LiveId" clId="{4DB6C473-8E57-A543-81F7-48BE109E8C13}" dt="2023-02-21T08:54:15.776" v="3580" actId="2696"/>
          <pc:sldLayoutMkLst>
            <pc:docMk/>
            <pc:sldMasterMk cId="1248561168" sldId="2147484998"/>
            <pc:sldLayoutMk cId="646270699" sldId="2147485003"/>
          </pc:sldLayoutMkLst>
        </pc:sldLayoutChg>
        <pc:sldLayoutChg chg="del">
          <pc:chgData name="Xin Luo" userId="82312ee5779919a4" providerId="LiveId" clId="{4DB6C473-8E57-A543-81F7-48BE109E8C13}" dt="2023-02-21T08:54:15.777" v="3581" actId="2696"/>
          <pc:sldLayoutMkLst>
            <pc:docMk/>
            <pc:sldMasterMk cId="1248561168" sldId="2147484998"/>
            <pc:sldLayoutMk cId="1316154404" sldId="2147485004"/>
          </pc:sldLayoutMkLst>
        </pc:sldLayoutChg>
        <pc:sldLayoutChg chg="del">
          <pc:chgData name="Xin Luo" userId="82312ee5779919a4" providerId="LiveId" clId="{4DB6C473-8E57-A543-81F7-48BE109E8C13}" dt="2023-02-21T08:54:15.778" v="3582" actId="2696"/>
          <pc:sldLayoutMkLst>
            <pc:docMk/>
            <pc:sldMasterMk cId="1248561168" sldId="2147484998"/>
            <pc:sldLayoutMk cId="275448905" sldId="2147485005"/>
          </pc:sldLayoutMkLst>
        </pc:sldLayoutChg>
        <pc:sldLayoutChg chg="del">
          <pc:chgData name="Xin Luo" userId="82312ee5779919a4" providerId="LiveId" clId="{4DB6C473-8E57-A543-81F7-48BE109E8C13}" dt="2023-02-21T08:54:15.779" v="3583" actId="2696"/>
          <pc:sldLayoutMkLst>
            <pc:docMk/>
            <pc:sldMasterMk cId="1248561168" sldId="2147484998"/>
            <pc:sldLayoutMk cId="3173493555" sldId="2147485006"/>
          </pc:sldLayoutMkLst>
        </pc:sldLayoutChg>
        <pc:sldLayoutChg chg="del">
          <pc:chgData name="Xin Luo" userId="82312ee5779919a4" providerId="LiveId" clId="{4DB6C473-8E57-A543-81F7-48BE109E8C13}" dt="2023-02-21T08:54:15.780" v="3584" actId="2696"/>
          <pc:sldLayoutMkLst>
            <pc:docMk/>
            <pc:sldMasterMk cId="1248561168" sldId="2147484998"/>
            <pc:sldLayoutMk cId="2494408642" sldId="2147485007"/>
          </pc:sldLayoutMkLst>
        </pc:sldLayoutChg>
        <pc:sldLayoutChg chg="del">
          <pc:chgData name="Xin Luo" userId="82312ee5779919a4" providerId="LiveId" clId="{4DB6C473-8E57-A543-81F7-48BE109E8C13}" dt="2023-02-21T08:54:15.781" v="3585" actId="2696"/>
          <pc:sldLayoutMkLst>
            <pc:docMk/>
            <pc:sldMasterMk cId="1248561168" sldId="2147484998"/>
            <pc:sldLayoutMk cId="2144339703" sldId="2147485008"/>
          </pc:sldLayoutMkLst>
        </pc:sldLayoutChg>
        <pc:sldLayoutChg chg="del">
          <pc:chgData name="Xin Luo" userId="82312ee5779919a4" providerId="LiveId" clId="{4DB6C473-8E57-A543-81F7-48BE109E8C13}" dt="2023-02-21T08:54:15.781" v="3586" actId="2696"/>
          <pc:sldLayoutMkLst>
            <pc:docMk/>
            <pc:sldMasterMk cId="1248561168" sldId="2147484998"/>
            <pc:sldLayoutMk cId="3933479768" sldId="2147485009"/>
          </pc:sldLayoutMkLst>
        </pc:sldLayoutChg>
        <pc:sldLayoutChg chg="del">
          <pc:chgData name="Xin Luo" userId="82312ee5779919a4" providerId="LiveId" clId="{4DB6C473-8E57-A543-81F7-48BE109E8C13}" dt="2023-02-21T08:54:15.782" v="3587" actId="2696"/>
          <pc:sldLayoutMkLst>
            <pc:docMk/>
            <pc:sldMasterMk cId="1248561168" sldId="2147484998"/>
            <pc:sldLayoutMk cId="2569911404" sldId="2147485010"/>
          </pc:sldLayoutMkLst>
        </pc:sldLayoutChg>
        <pc:sldLayoutChg chg="del">
          <pc:chgData name="Xin Luo" userId="82312ee5779919a4" providerId="LiveId" clId="{4DB6C473-8E57-A543-81F7-48BE109E8C13}" dt="2023-02-21T08:54:15.783" v="3588" actId="2696"/>
          <pc:sldLayoutMkLst>
            <pc:docMk/>
            <pc:sldMasterMk cId="1248561168" sldId="2147484998"/>
            <pc:sldLayoutMk cId="487309151" sldId="2147485011"/>
          </pc:sldLayoutMkLst>
        </pc:sldLayoutChg>
        <pc:sldLayoutChg chg="del">
          <pc:chgData name="Xin Luo" userId="82312ee5779919a4" providerId="LiveId" clId="{4DB6C473-8E57-A543-81F7-48BE109E8C13}" dt="2023-02-21T08:54:15.784" v="3589" actId="2696"/>
          <pc:sldLayoutMkLst>
            <pc:docMk/>
            <pc:sldMasterMk cId="1248561168" sldId="2147484998"/>
            <pc:sldLayoutMk cId="940838525" sldId="2147485012"/>
          </pc:sldLayoutMkLst>
        </pc:sldLayoutChg>
        <pc:sldLayoutChg chg="del">
          <pc:chgData name="Xin Luo" userId="82312ee5779919a4" providerId="LiveId" clId="{4DB6C473-8E57-A543-81F7-48BE109E8C13}" dt="2023-02-21T08:54:15.785" v="3590" actId="2696"/>
          <pc:sldLayoutMkLst>
            <pc:docMk/>
            <pc:sldMasterMk cId="1248561168" sldId="2147484998"/>
            <pc:sldLayoutMk cId="858249230" sldId="2147485013"/>
          </pc:sldLayoutMkLst>
        </pc:sldLayoutChg>
        <pc:sldLayoutChg chg="del">
          <pc:chgData name="Xin Luo" userId="82312ee5779919a4" providerId="LiveId" clId="{4DB6C473-8E57-A543-81F7-48BE109E8C13}" dt="2023-02-21T08:54:15.786" v="3591" actId="2696"/>
          <pc:sldLayoutMkLst>
            <pc:docMk/>
            <pc:sldMasterMk cId="1248561168" sldId="2147484998"/>
            <pc:sldLayoutMk cId="1094809115" sldId="2147485014"/>
          </pc:sldLayoutMkLst>
        </pc:sldLayoutChg>
        <pc:sldLayoutChg chg="del">
          <pc:chgData name="Xin Luo" userId="82312ee5779919a4" providerId="LiveId" clId="{4DB6C473-8E57-A543-81F7-48BE109E8C13}" dt="2023-02-21T08:54:15.787" v="3592" actId="2696"/>
          <pc:sldLayoutMkLst>
            <pc:docMk/>
            <pc:sldMasterMk cId="1248561168" sldId="2147484998"/>
            <pc:sldLayoutMk cId="2452001345" sldId="2147485015"/>
          </pc:sldLayoutMkLst>
        </pc:sldLayoutChg>
      </pc:sldMasterChg>
    </pc:docChg>
  </pc:docChgLst>
  <pc:docChgLst>
    <pc:chgData name="Xin Luo" userId="82312ee5779919a4" providerId="LiveId" clId="{82BFAA31-791A-9843-976C-3AAFAA5AC07D}"/>
    <pc:docChg chg="undo custSel addSld delSld modSld">
      <pc:chgData name="Xin Luo" userId="82312ee5779919a4" providerId="LiveId" clId="{82BFAA31-791A-9843-976C-3AAFAA5AC07D}" dt="2023-03-05T13:50:34.172" v="6224" actId="1035"/>
      <pc:docMkLst>
        <pc:docMk/>
      </pc:docMkLst>
      <pc:sldChg chg="modSp mod">
        <pc:chgData name="Xin Luo" userId="82312ee5779919a4" providerId="LiveId" clId="{82BFAA31-791A-9843-976C-3AAFAA5AC07D}" dt="2023-03-04T01:58:49.501" v="2918" actId="20577"/>
        <pc:sldMkLst>
          <pc:docMk/>
          <pc:sldMk cId="4067577602" sldId="2605"/>
        </pc:sldMkLst>
      </pc:sldChg>
      <pc:sldChg chg="addSp delSp modSp mod">
        <pc:chgData name="Xin Luo" userId="82312ee5779919a4" providerId="LiveId" clId="{82BFAA31-791A-9843-976C-3AAFAA5AC07D}" dt="2023-03-04T03:17:04.154" v="3027" actId="20577"/>
        <pc:sldMkLst>
          <pc:docMk/>
          <pc:sldMk cId="3833073590" sldId="2716"/>
        </pc:sldMkLst>
      </pc:sldChg>
      <pc:sldChg chg="addSp delSp modSp mod">
        <pc:chgData name="Xin Luo" userId="82312ee5779919a4" providerId="LiveId" clId="{82BFAA31-791A-9843-976C-3AAFAA5AC07D}" dt="2023-02-24T08:50:06.402" v="585" actId="20577"/>
        <pc:sldMkLst>
          <pc:docMk/>
          <pc:sldMk cId="972163772" sldId="2720"/>
        </pc:sldMkLst>
      </pc:sldChg>
      <pc:sldChg chg="addSp delSp modSp mod">
        <pc:chgData name="Xin Luo" userId="82312ee5779919a4" providerId="LiveId" clId="{82BFAA31-791A-9843-976C-3AAFAA5AC07D}" dt="2023-02-24T13:00:34.955" v="2586" actId="1036"/>
        <pc:sldMkLst>
          <pc:docMk/>
          <pc:sldMk cId="2689695864" sldId="2721"/>
        </pc:sldMkLst>
      </pc:sldChg>
      <pc:sldChg chg="modSp add del mod">
        <pc:chgData name="Xin Luo" userId="82312ee5779919a4" providerId="LiveId" clId="{82BFAA31-791A-9843-976C-3AAFAA5AC07D}" dt="2023-03-05T13:50:34.172" v="6224" actId="1035"/>
        <pc:sldMkLst>
          <pc:docMk/>
          <pc:sldMk cId="1209572041" sldId="2722"/>
        </pc:sldMkLst>
      </pc:sldChg>
      <pc:sldChg chg="add del">
        <pc:chgData name="Xin Luo" userId="82312ee5779919a4" providerId="LiveId" clId="{82BFAA31-791A-9843-976C-3AAFAA5AC07D}" dt="2023-03-04T02:01:30.300" v="3010" actId="2696"/>
        <pc:sldMkLst>
          <pc:docMk/>
          <pc:sldMk cId="2179406886" sldId="2724"/>
        </pc:sldMkLst>
      </pc:sldChg>
      <pc:sldChg chg="addSp delSp modSp add mod">
        <pc:chgData name="Xin Luo" userId="82312ee5779919a4" providerId="LiveId" clId="{82BFAA31-791A-9843-976C-3AAFAA5AC07D}" dt="2023-03-04T03:20:48.887" v="3034" actId="1036"/>
        <pc:sldMkLst>
          <pc:docMk/>
          <pc:sldMk cId="4156684215" sldId="2738"/>
        </pc:sldMkLst>
      </pc:sldChg>
      <pc:sldChg chg="delSp modSp add mod">
        <pc:chgData name="Xin Luo" userId="82312ee5779919a4" providerId="LiveId" clId="{82BFAA31-791A-9843-976C-3AAFAA5AC07D}" dt="2023-03-04T03:45:03.441" v="3776" actId="21"/>
        <pc:sldMkLst>
          <pc:docMk/>
          <pc:sldMk cId="2776132283" sldId="2739"/>
        </pc:sldMkLst>
      </pc:sldChg>
      <pc:sldChg chg="delSp modSp add mod">
        <pc:chgData name="Xin Luo" userId="82312ee5779919a4" providerId="LiveId" clId="{82BFAA31-791A-9843-976C-3AAFAA5AC07D}" dt="2023-02-24T12:42:54.354" v="2196" actId="20577"/>
        <pc:sldMkLst>
          <pc:docMk/>
          <pc:sldMk cId="2510358707" sldId="2740"/>
        </pc:sldMkLst>
      </pc:sldChg>
      <pc:sldChg chg="add del">
        <pc:chgData name="Xin Luo" userId="82312ee5779919a4" providerId="LiveId" clId="{82BFAA31-791A-9843-976C-3AAFAA5AC07D}" dt="2023-02-24T12:26:24.988" v="1931"/>
        <pc:sldMkLst>
          <pc:docMk/>
          <pc:sldMk cId="2028886328" sldId="2741"/>
        </pc:sldMkLst>
      </pc:sldChg>
      <pc:sldChg chg="delSp modSp add mod">
        <pc:chgData name="Xin Luo" userId="82312ee5779919a4" providerId="LiveId" clId="{82BFAA31-791A-9843-976C-3AAFAA5AC07D}" dt="2023-03-04T15:50:04.739" v="6144" actId="1076"/>
        <pc:sldMkLst>
          <pc:docMk/>
          <pc:sldMk cId="2476237792" sldId="2741"/>
        </pc:sldMkLst>
      </pc:sldChg>
      <pc:sldChg chg="addSp delSp modSp add mod">
        <pc:chgData name="Xin Luo" userId="82312ee5779919a4" providerId="LiveId" clId="{82BFAA31-791A-9843-976C-3AAFAA5AC07D}" dt="2023-03-04T03:03:29.776" v="3020" actId="1036"/>
        <pc:sldMkLst>
          <pc:docMk/>
          <pc:sldMk cId="3151170836" sldId="2742"/>
        </pc:sldMkLst>
      </pc:sldChg>
      <pc:sldChg chg="addSp delSp modSp add mod">
        <pc:chgData name="Xin Luo" userId="82312ee5779919a4" providerId="LiveId" clId="{82BFAA31-791A-9843-976C-3AAFAA5AC07D}" dt="2023-03-04T03:37:26.975" v="3431" actId="1076"/>
        <pc:sldMkLst>
          <pc:docMk/>
          <pc:sldMk cId="4194482579" sldId="2743"/>
        </pc:sldMkLst>
      </pc:sldChg>
      <pc:sldChg chg="addSp delSp modSp add mod">
        <pc:chgData name="Xin Luo" userId="82312ee5779919a4" providerId="LiveId" clId="{82BFAA31-791A-9843-976C-3AAFAA5AC07D}" dt="2023-03-04T15:11:00.971" v="4794" actId="2711"/>
        <pc:sldMkLst>
          <pc:docMk/>
          <pc:sldMk cId="3883315984" sldId="2744"/>
        </pc:sldMkLst>
      </pc:sldChg>
      <pc:sldChg chg="modSp add mod">
        <pc:chgData name="Xin Luo" userId="82312ee5779919a4" providerId="LiveId" clId="{82BFAA31-791A-9843-976C-3AAFAA5AC07D}" dt="2023-03-04T15:21:58.766" v="5230" actId="1038"/>
        <pc:sldMkLst>
          <pc:docMk/>
          <pc:sldMk cId="3741103209" sldId="2745"/>
        </pc:sldMkLst>
      </pc:sldChg>
      <pc:sldChg chg="modSp add mod">
        <pc:chgData name="Xin Luo" userId="82312ee5779919a4" providerId="LiveId" clId="{82BFAA31-791A-9843-976C-3AAFAA5AC07D}" dt="2023-03-04T15:08:22.005" v="4615" actId="1035"/>
        <pc:sldMkLst>
          <pc:docMk/>
          <pc:sldMk cId="322086101" sldId="2746"/>
        </pc:sldMkLst>
      </pc:sldChg>
      <pc:sldChg chg="addSp modSp add mod">
        <pc:chgData name="Xin Luo" userId="82312ee5779919a4" providerId="LiveId" clId="{82BFAA31-791A-9843-976C-3AAFAA5AC07D}" dt="2023-03-04T15:26:46.366" v="5547" actId="1076"/>
        <pc:sldMkLst>
          <pc:docMk/>
          <pc:sldMk cId="2920839983" sldId="2747"/>
        </pc:sldMkLst>
      </pc:sldChg>
      <pc:sldChg chg="addSp delSp modSp add mod">
        <pc:chgData name="Xin Luo" userId="82312ee5779919a4" providerId="LiveId" clId="{82BFAA31-791A-9843-976C-3AAFAA5AC07D}" dt="2023-03-04T15:46:20.499" v="5952" actId="1582"/>
        <pc:sldMkLst>
          <pc:docMk/>
          <pc:sldMk cId="2081473989" sldId="2748"/>
        </pc:sldMkLst>
      </pc:sldChg>
      <pc:sldChg chg="addSp delSp modSp add mod">
        <pc:chgData name="Xin Luo" userId="82312ee5779919a4" providerId="LiveId" clId="{82BFAA31-791A-9843-976C-3AAFAA5AC07D}" dt="2023-03-04T15:48:59.888" v="6079" actId="1076"/>
        <pc:sldMkLst>
          <pc:docMk/>
          <pc:sldMk cId="1994915307" sldId="2749"/>
        </pc:sldMkLst>
      </pc:sldChg>
      <pc:sldChg chg="addSp delSp modSp add mod">
        <pc:chgData name="Xin Luo" userId="82312ee5779919a4" providerId="LiveId" clId="{82BFAA31-791A-9843-976C-3AAFAA5AC07D}" dt="2023-03-04T15:43:09.927" v="5903" actId="1035"/>
        <pc:sldMkLst>
          <pc:docMk/>
          <pc:sldMk cId="202264030" sldId="2750"/>
        </pc:sldMkLst>
      </pc:sldChg>
      <pc:sldChg chg="add del">
        <pc:chgData name="Xin Luo" userId="82312ee5779919a4" providerId="LiveId" clId="{82BFAA31-791A-9843-976C-3AAFAA5AC07D}" dt="2023-03-04T15:46:42.673" v="5956" actId="2696"/>
        <pc:sldMkLst>
          <pc:docMk/>
          <pc:sldMk cId="1628918360" sldId="2751"/>
        </pc:sldMkLst>
      </pc:sldChg>
    </pc:docChg>
  </pc:docChgLst>
  <pc:docChgLst>
    <pc:chgData name="Xin Luo" userId="82312ee5779919a4" providerId="LiveId" clId="{44968A38-E2ED-AB49-A7AA-4E241E470C4E}"/>
    <pc:docChg chg="custSel addSld modSld">
      <pc:chgData name="Xin Luo" userId="82312ee5779919a4" providerId="LiveId" clId="{44968A38-E2ED-AB49-A7AA-4E241E470C4E}" dt="2024-04-06T05:28:09.746" v="48" actId="20577"/>
      <pc:docMkLst>
        <pc:docMk/>
      </pc:docMkLst>
      <pc:sldChg chg="addSp delSp modSp mod">
        <pc:chgData name="Xin Luo" userId="82312ee5779919a4" providerId="LiveId" clId="{44968A38-E2ED-AB49-A7AA-4E241E470C4E}" dt="2024-04-06T05:28:09.746" v="48" actId="20577"/>
        <pc:sldMkLst>
          <pc:docMk/>
          <pc:sldMk cId="1209572041" sldId="2722"/>
        </pc:sldMkLst>
      </pc:sldChg>
      <pc:sldChg chg="add">
        <pc:chgData name="Xin Luo" userId="82312ee5779919a4" providerId="LiveId" clId="{44968A38-E2ED-AB49-A7AA-4E241E470C4E}" dt="2024-04-06T03:15:35.142" v="0"/>
        <pc:sldMkLst>
          <pc:docMk/>
          <pc:sldMk cId="472418319" sldId="2759"/>
        </pc:sldMkLst>
      </pc:sldChg>
      <pc:sldChg chg="add">
        <pc:chgData name="Xin Luo" userId="82312ee5779919a4" providerId="LiveId" clId="{44968A38-E2ED-AB49-A7AA-4E241E470C4E}" dt="2024-04-06T03:15:37.385" v="1"/>
        <pc:sldMkLst>
          <pc:docMk/>
          <pc:sldMk cId="1125183986" sldId="2760"/>
        </pc:sldMkLst>
      </pc:sldChg>
      <pc:sldChg chg="add">
        <pc:chgData name="Xin Luo" userId="82312ee5779919a4" providerId="LiveId" clId="{44968A38-E2ED-AB49-A7AA-4E241E470C4E}" dt="2024-04-06T03:16:16.152" v="10"/>
        <pc:sldMkLst>
          <pc:docMk/>
          <pc:sldMk cId="1417780723" sldId="2761"/>
        </pc:sldMkLst>
      </pc:sldChg>
    </pc:docChg>
  </pc:docChgLst>
  <pc:docChgLst>
    <pc:chgData name="Xin Luo" userId="82312ee5779919a4" providerId="LiveId" clId="{EC6CD411-4DB4-4D4B-8848-3139AC647B53}"/>
    <pc:docChg chg="undo custSel modSld">
      <pc:chgData name="Xin Luo" userId="82312ee5779919a4" providerId="LiveId" clId="{EC6CD411-4DB4-4D4B-8848-3139AC647B53}" dt="2025-05-30T02:40:19.504" v="197" actId="208"/>
      <pc:docMkLst>
        <pc:docMk/>
      </pc:docMkLst>
      <pc:sldChg chg="addSp delSp modSp mod">
        <pc:chgData name="Xin Luo" userId="82312ee5779919a4" providerId="LiveId" clId="{EC6CD411-4DB4-4D4B-8848-3139AC647B53}" dt="2025-05-30T02:40:19.504" v="197" actId="208"/>
        <pc:sldMkLst>
          <pc:docMk/>
          <pc:sldMk cId="1924830660" sldId="2774"/>
        </pc:sldMkLst>
      </pc:sldChg>
    </pc:docChg>
  </pc:docChgLst>
  <pc:docChgLst>
    <pc:chgData name="Xin Luo" userId="82312ee5779919a4" providerId="LiveId" clId="{D28526AD-BB72-0B4E-9638-04907E1F3622}"/>
    <pc:docChg chg="delSld modSld">
      <pc:chgData name="Xin Luo" userId="82312ee5779919a4" providerId="LiveId" clId="{D28526AD-BB72-0B4E-9638-04907E1F3622}" dt="2023-09-18T01:27:13.837" v="116" actId="2696"/>
      <pc:docMkLst>
        <pc:docMk/>
      </pc:docMkLst>
      <pc:sldChg chg="modSp mod">
        <pc:chgData name="Xin Luo" userId="82312ee5779919a4" providerId="LiveId" clId="{D28526AD-BB72-0B4E-9638-04907E1F3622}" dt="2023-09-18T01:27:09.604" v="115" actId="255"/>
        <pc:sldMkLst>
          <pc:docMk/>
          <pc:sldMk cId="1209572041" sldId="2722"/>
        </pc:sldMkLst>
      </pc:sldChg>
      <pc:sldChg chg="del">
        <pc:chgData name="Xin Luo" userId="82312ee5779919a4" providerId="LiveId" clId="{D28526AD-BB72-0B4E-9638-04907E1F3622}" dt="2023-09-18T01:27:13.837" v="116" actId="2696"/>
        <pc:sldMkLst>
          <pc:docMk/>
          <pc:sldMk cId="2476237792" sldId="2741"/>
        </pc:sldMkLst>
      </pc:sldChg>
    </pc:docChg>
  </pc:docChgLst>
  <pc:docChgLst>
    <pc:chgData name="Xin Luo" userId="82312ee5779919a4" providerId="LiveId" clId="{FCEC1DB3-1553-A84D-BEB3-196FBFC1F716}"/>
    <pc:docChg chg="addSld delSld modSld">
      <pc:chgData name="Xin Luo" userId="82312ee5779919a4" providerId="LiveId" clId="{FCEC1DB3-1553-A84D-BEB3-196FBFC1F716}" dt="2025-05-08T15:33:24.759" v="211"/>
      <pc:docMkLst>
        <pc:docMk/>
      </pc:docMkLst>
      <pc:sldChg chg="modSp mod">
        <pc:chgData name="Xin Luo" userId="82312ee5779919a4" providerId="LiveId" clId="{FCEC1DB3-1553-A84D-BEB3-196FBFC1F716}" dt="2025-05-08T15:24:38.315" v="107" actId="20577"/>
        <pc:sldMkLst>
          <pc:docMk/>
          <pc:sldMk cId="1576120367" sldId="2387"/>
        </pc:sldMkLst>
      </pc:sldChg>
      <pc:sldChg chg="modSp mod">
        <pc:chgData name="Xin Luo" userId="82312ee5779919a4" providerId="LiveId" clId="{FCEC1DB3-1553-A84D-BEB3-196FBFC1F716}" dt="2025-05-08T15:24:52.755" v="136" actId="20577"/>
        <pc:sldMkLst>
          <pc:docMk/>
          <pc:sldMk cId="2415901206" sldId="2447"/>
        </pc:sldMkLst>
      </pc:sldChg>
      <pc:sldChg chg="modSp mod">
        <pc:chgData name="Xin Luo" userId="82312ee5779919a4" providerId="LiveId" clId="{FCEC1DB3-1553-A84D-BEB3-196FBFC1F716}" dt="2025-05-08T15:22:52.715" v="29" actId="20577"/>
        <pc:sldMkLst>
          <pc:docMk/>
          <pc:sldMk cId="1658607177" sldId="2708"/>
        </pc:sldMkLst>
      </pc:sldChg>
      <pc:sldChg chg="modSp mod">
        <pc:chgData name="Xin Luo" userId="82312ee5779919a4" providerId="LiveId" clId="{FCEC1DB3-1553-A84D-BEB3-196FBFC1F716}" dt="2025-05-08T15:25:39.642" v="181" actId="20577"/>
        <pc:sldMkLst>
          <pc:docMk/>
          <pc:sldMk cId="481122590" sldId="2709"/>
        </pc:sldMkLst>
      </pc:sldChg>
      <pc:sldChg chg="modSp mod">
        <pc:chgData name="Xin Luo" userId="82312ee5779919a4" providerId="LiveId" clId="{FCEC1DB3-1553-A84D-BEB3-196FBFC1F716}" dt="2025-05-08T15:25:50.393" v="210" actId="20577"/>
        <pc:sldMkLst>
          <pc:docMk/>
          <pc:sldMk cId="972163772" sldId="2720"/>
        </pc:sldMkLst>
      </pc:sldChg>
      <pc:sldChg chg="del">
        <pc:chgData name="Xin Luo" userId="82312ee5779919a4" providerId="LiveId" clId="{FCEC1DB3-1553-A84D-BEB3-196FBFC1F716}" dt="2025-05-08T15:25:22.706" v="140" actId="2696"/>
        <pc:sldMkLst>
          <pc:docMk/>
          <pc:sldMk cId="2742362314" sldId="2727"/>
        </pc:sldMkLst>
      </pc:sldChg>
      <pc:sldChg chg="del">
        <pc:chgData name="Xin Luo" userId="82312ee5779919a4" providerId="LiveId" clId="{FCEC1DB3-1553-A84D-BEB3-196FBFC1F716}" dt="2025-05-08T15:25:25.326" v="141" actId="2696"/>
        <pc:sldMkLst>
          <pc:docMk/>
          <pc:sldMk cId="3682048310" sldId="2728"/>
        </pc:sldMkLst>
      </pc:sldChg>
      <pc:sldChg chg="add">
        <pc:chgData name="Xin Luo" userId="82312ee5779919a4" providerId="LiveId" clId="{FCEC1DB3-1553-A84D-BEB3-196FBFC1F716}" dt="2025-05-08T15:25:20.139" v="139"/>
        <pc:sldMkLst>
          <pc:docMk/>
          <pc:sldMk cId="3053350483" sldId="2729"/>
        </pc:sldMkLst>
      </pc:sldChg>
      <pc:sldChg chg="add">
        <pc:chgData name="Xin Luo" userId="82312ee5779919a4" providerId="LiveId" clId="{FCEC1DB3-1553-A84D-BEB3-196FBFC1F716}" dt="2025-05-08T15:33:24.759" v="211"/>
        <pc:sldMkLst>
          <pc:docMk/>
          <pc:sldMk cId="1201927867" sldId="2730"/>
        </pc:sldMkLst>
      </pc:sldChg>
      <pc:sldChg chg="del">
        <pc:chgData name="Xin Luo" userId="82312ee5779919a4" providerId="LiveId" clId="{FCEC1DB3-1553-A84D-BEB3-196FBFC1F716}" dt="2025-05-08T15:25:25.332" v="142" actId="2696"/>
        <pc:sldMkLst>
          <pc:docMk/>
          <pc:sldMk cId="13868781" sldId="2732"/>
        </pc:sldMkLst>
      </pc:sldChg>
      <pc:sldChg chg="add del">
        <pc:chgData name="Xin Luo" userId="82312ee5779919a4" providerId="LiveId" clId="{FCEC1DB3-1553-A84D-BEB3-196FBFC1F716}" dt="2025-05-08T15:25:15.117" v="138"/>
        <pc:sldMkLst>
          <pc:docMk/>
          <pc:sldMk cId="402523077" sldId="2765"/>
        </pc:sldMkLst>
      </pc:sldChg>
      <pc:sldChg chg="add">
        <pc:chgData name="Xin Luo" userId="82312ee5779919a4" providerId="LiveId" clId="{FCEC1DB3-1553-A84D-BEB3-196FBFC1F716}" dt="2025-05-08T15:33:24.759" v="211"/>
        <pc:sldMkLst>
          <pc:docMk/>
          <pc:sldMk cId="3947651410" sldId="2767"/>
        </pc:sldMkLst>
      </pc:sldChg>
      <pc:sldChg chg="add">
        <pc:chgData name="Xin Luo" userId="82312ee5779919a4" providerId="LiveId" clId="{FCEC1DB3-1553-A84D-BEB3-196FBFC1F716}" dt="2025-05-08T15:33:24.759" v="211"/>
        <pc:sldMkLst>
          <pc:docMk/>
          <pc:sldMk cId="4149704501" sldId="2768"/>
        </pc:sldMkLst>
      </pc:sldChg>
    </pc:docChg>
  </pc:docChgLst>
  <pc:docChgLst>
    <pc:chgData name="Xin Luo" userId="82312ee5779919a4" providerId="LiveId" clId="{9073B790-108B-9A41-B544-91FBC3D671E5}"/>
    <pc:docChg chg="custSel delSld modSld sldOrd">
      <pc:chgData name="Xin Luo" userId="82312ee5779919a4" providerId="LiveId" clId="{9073B790-108B-9A41-B544-91FBC3D671E5}" dt="2025-05-08T15:08:38.626" v="318" actId="20578"/>
      <pc:docMkLst>
        <pc:docMk/>
      </pc:docMkLst>
      <pc:sldChg chg="modSp mod">
        <pc:chgData name="Xin Luo" userId="82312ee5779919a4" providerId="LiveId" clId="{9073B790-108B-9A41-B544-91FBC3D671E5}" dt="2025-05-08T15:07:42.200" v="225" actId="1076"/>
        <pc:sldMkLst>
          <pc:docMk/>
          <pc:sldMk cId="1576120367" sldId="2387"/>
        </pc:sldMkLst>
      </pc:sldChg>
      <pc:sldChg chg="modSp mod">
        <pc:chgData name="Xin Luo" userId="82312ee5779919a4" providerId="LiveId" clId="{9073B790-108B-9A41-B544-91FBC3D671E5}" dt="2025-05-08T15:07:54.688" v="256" actId="20577"/>
        <pc:sldMkLst>
          <pc:docMk/>
          <pc:sldMk cId="2415901206" sldId="2447"/>
        </pc:sldMkLst>
      </pc:sldChg>
      <pc:sldChg chg="modSp mod">
        <pc:chgData name="Xin Luo" userId="82312ee5779919a4" providerId="LiveId" clId="{9073B790-108B-9A41-B544-91FBC3D671E5}" dt="2025-05-08T15:06:05.338" v="98" actId="20577"/>
        <pc:sldMkLst>
          <pc:docMk/>
          <pc:sldMk cId="1658607177" sldId="2708"/>
        </pc:sldMkLst>
      </pc:sldChg>
      <pc:sldChg chg="modSp mod">
        <pc:chgData name="Xin Luo" userId="82312ee5779919a4" providerId="LiveId" clId="{9073B790-108B-9A41-B544-91FBC3D671E5}" dt="2025-05-08T15:08:09.867" v="289" actId="20577"/>
        <pc:sldMkLst>
          <pc:docMk/>
          <pc:sldMk cId="481122590" sldId="2709"/>
        </pc:sldMkLst>
      </pc:sldChg>
      <pc:sldChg chg="ord">
        <pc:chgData name="Xin Luo" userId="82312ee5779919a4" providerId="LiveId" clId="{9073B790-108B-9A41-B544-91FBC3D671E5}" dt="2025-05-08T15:08:38.626" v="318" actId="20578"/>
        <pc:sldMkLst>
          <pc:docMk/>
          <pc:sldMk cId="3833073590" sldId="2716"/>
        </pc:sldMkLst>
      </pc:sldChg>
      <pc:sldChg chg="modSp mod">
        <pc:chgData name="Xin Luo" userId="82312ee5779919a4" providerId="LiveId" clId="{9073B790-108B-9A41-B544-91FBC3D671E5}" dt="2025-05-08T15:08:23.041" v="317" actId="20577"/>
        <pc:sldMkLst>
          <pc:docMk/>
          <pc:sldMk cId="972163772" sldId="2720"/>
        </pc:sldMkLst>
      </pc:sldChg>
      <pc:sldChg chg="del">
        <pc:chgData name="Xin Luo" userId="82312ee5779919a4" providerId="LiveId" clId="{9073B790-108B-9A41-B544-91FBC3D671E5}" dt="2025-05-08T15:05:09.672" v="25" actId="2696"/>
        <pc:sldMkLst>
          <pc:docMk/>
          <pc:sldMk cId="1209572041" sldId="2722"/>
        </pc:sldMkLst>
      </pc:sldChg>
      <pc:sldChg chg="ord">
        <pc:chgData name="Xin Luo" userId="82312ee5779919a4" providerId="LiveId" clId="{9073B790-108B-9A41-B544-91FBC3D671E5}" dt="2025-05-08T15:08:38.626" v="318" actId="20578"/>
        <pc:sldMkLst>
          <pc:docMk/>
          <pc:sldMk cId="2371836296" sldId="2756"/>
        </pc:sldMkLst>
      </pc:sldChg>
      <pc:sldChg chg="ord">
        <pc:chgData name="Xin Luo" userId="82312ee5779919a4" providerId="LiveId" clId="{9073B790-108B-9A41-B544-91FBC3D671E5}" dt="2025-05-08T15:08:38.626" v="318" actId="20578"/>
        <pc:sldMkLst>
          <pc:docMk/>
          <pc:sldMk cId="397779649" sldId="2757"/>
        </pc:sldMkLst>
      </pc:sldChg>
      <pc:sldChg chg="del">
        <pc:chgData name="Xin Luo" userId="82312ee5779919a4" providerId="LiveId" clId="{9073B790-108B-9A41-B544-91FBC3D671E5}" dt="2025-05-08T15:04:45.007" v="0" actId="2696"/>
        <pc:sldMkLst>
          <pc:docMk/>
          <pc:sldMk cId="472418319" sldId="2759"/>
        </pc:sldMkLst>
      </pc:sldChg>
      <pc:sldChg chg="modSp mod">
        <pc:chgData name="Xin Luo" userId="82312ee5779919a4" providerId="LiveId" clId="{9073B790-108B-9A41-B544-91FBC3D671E5}" dt="2025-05-08T15:05:06.820" v="23" actId="14100"/>
        <pc:sldMkLst>
          <pc:docMk/>
          <pc:sldMk cId="1125183986" sldId="2760"/>
        </pc:sldMkLst>
      </pc:sldChg>
      <pc:sldChg chg="del">
        <pc:chgData name="Xin Luo" userId="82312ee5779919a4" providerId="LiveId" clId="{9073B790-108B-9A41-B544-91FBC3D671E5}" dt="2025-05-08T15:05:09.671" v="24" actId="2696"/>
        <pc:sldMkLst>
          <pc:docMk/>
          <pc:sldMk cId="1417780723" sldId="2761"/>
        </pc:sldMkLst>
      </pc:sldChg>
    </pc:docChg>
  </pc:docChgLst>
  <pc:docChgLst>
    <pc:chgData name="Xin Luo" userId="82312ee5779919a4" providerId="LiveId" clId="{A508F461-0D73-864F-B88A-277BCD613B0A}"/>
    <pc:docChg chg="modSld">
      <pc:chgData name="Xin Luo" userId="82312ee5779919a4" providerId="LiveId" clId="{A508F461-0D73-864F-B88A-277BCD613B0A}" dt="2023-09-11T02:08:48.074" v="121" actId="1076"/>
      <pc:docMkLst>
        <pc:docMk/>
      </pc:docMkLst>
      <pc:sldChg chg="modSp mod">
        <pc:chgData name="Xin Luo" userId="82312ee5779919a4" providerId="LiveId" clId="{A508F461-0D73-864F-B88A-277BCD613B0A}" dt="2023-09-11T01:25:36.157" v="49" actId="255"/>
        <pc:sldMkLst>
          <pc:docMk/>
          <pc:sldMk cId="1209572041" sldId="2722"/>
        </pc:sldMkLst>
      </pc:sldChg>
      <pc:sldChg chg="modSp mod">
        <pc:chgData name="Xin Luo" userId="82312ee5779919a4" providerId="LiveId" clId="{A508F461-0D73-864F-B88A-277BCD613B0A}" dt="2023-09-11T02:08:48.074" v="121" actId="1076"/>
        <pc:sldMkLst>
          <pc:docMk/>
          <pc:sldMk cId="3151170836" sldId="2742"/>
        </pc:sldMkLst>
      </pc:sldChg>
      <pc:sldChg chg="modSp mod">
        <pc:chgData name="Xin Luo" userId="82312ee5779919a4" providerId="LiveId" clId="{A508F461-0D73-864F-B88A-277BCD613B0A}" dt="2023-09-11T01:24:19.474" v="26" actId="255"/>
        <pc:sldMkLst>
          <pc:docMk/>
          <pc:sldMk cId="3741103209" sldId="2745"/>
        </pc:sldMkLst>
      </pc:sldChg>
      <pc:sldChg chg="modSp mod">
        <pc:chgData name="Xin Luo" userId="82312ee5779919a4" providerId="LiveId" clId="{A508F461-0D73-864F-B88A-277BCD613B0A}" dt="2023-09-11T01:25:10.921" v="46" actId="1035"/>
        <pc:sldMkLst>
          <pc:docMk/>
          <pc:sldMk cId="2081473989" sldId="2748"/>
        </pc:sldMkLst>
      </pc:sldChg>
      <pc:sldChg chg="modSp mod">
        <pc:chgData name="Xin Luo" userId="82312ee5779919a4" providerId="LiveId" clId="{A508F461-0D73-864F-B88A-277BCD613B0A}" dt="2023-09-11T01:23:28.376" v="25" actId="1037"/>
        <pc:sldMkLst>
          <pc:docMk/>
          <pc:sldMk cId="2927474256" sldId="2754"/>
        </pc:sldMkLst>
      </pc:sldChg>
    </pc:docChg>
  </pc:docChgLst>
  <pc:docChgLst>
    <pc:chgData name="Xin Luo" userId="82312ee5779919a4" providerId="LiveId" clId="{4807F875-6F75-AB41-83F0-5AE490FE2F1C}"/>
    <pc:docChg chg="custSel addSld modSld">
      <pc:chgData name="Xin Luo" userId="82312ee5779919a4" providerId="LiveId" clId="{4807F875-6F75-AB41-83F0-5AE490FE2F1C}" dt="2023-09-13T14:07:01.122" v="8" actId="1076"/>
      <pc:docMkLst>
        <pc:docMk/>
      </pc:docMkLst>
      <pc:sldChg chg="addSp delSp modSp mod">
        <pc:chgData name="Xin Luo" userId="82312ee5779919a4" providerId="LiveId" clId="{4807F875-6F75-AB41-83F0-5AE490FE2F1C}" dt="2023-09-13T14:06:41.345" v="2" actId="478"/>
        <pc:sldMkLst>
          <pc:docMk/>
          <pc:sldMk cId="3741103209" sldId="2745"/>
        </pc:sldMkLst>
      </pc:sldChg>
      <pc:sldChg chg="modSp add mod">
        <pc:chgData name="Xin Luo" userId="82312ee5779919a4" providerId="LiveId" clId="{4807F875-6F75-AB41-83F0-5AE490FE2F1C}" dt="2023-09-13T14:07:01.122" v="8" actId="1076"/>
        <pc:sldMkLst>
          <pc:docMk/>
          <pc:sldMk cId="1878724924" sldId="2758"/>
        </pc:sldMkLst>
      </pc:sldChg>
    </pc:docChg>
  </pc:docChgLst>
  <pc:docChgLst>
    <pc:chgData name="Xin Luo" userId="82312ee5779919a4" providerId="LiveId" clId="{ABECCF1F-1CAA-3A42-9710-47D9CB1C5B21}"/>
    <pc:docChg chg="undo custSel addSld modSld sldOrd">
      <pc:chgData name="Xin Luo" userId="82312ee5779919a4" providerId="LiveId" clId="{ABECCF1F-1CAA-3A42-9710-47D9CB1C5B21}" dt="2023-08-21T09:31:16.266" v="879" actId="20577"/>
      <pc:docMkLst>
        <pc:docMk/>
      </pc:docMkLst>
      <pc:sldChg chg="modSp mod">
        <pc:chgData name="Xin Luo" userId="82312ee5779919a4" providerId="LiveId" clId="{ABECCF1F-1CAA-3A42-9710-47D9CB1C5B21}" dt="2023-08-21T02:55:15.471" v="67" actId="20577"/>
        <pc:sldMkLst>
          <pc:docMk/>
          <pc:sldMk cId="1576120367" sldId="2387"/>
        </pc:sldMkLst>
      </pc:sldChg>
      <pc:sldChg chg="modSp mod">
        <pc:chgData name="Xin Luo" userId="82312ee5779919a4" providerId="LiveId" clId="{ABECCF1F-1CAA-3A42-9710-47D9CB1C5B21}" dt="2023-08-21T03:50:02.826" v="70" actId="14100"/>
        <pc:sldMkLst>
          <pc:docMk/>
          <pc:sldMk cId="3833073590" sldId="2716"/>
        </pc:sldMkLst>
      </pc:sldChg>
      <pc:sldChg chg="addSp delSp modSp mod">
        <pc:chgData name="Xin Luo" userId="82312ee5779919a4" providerId="LiveId" clId="{ABECCF1F-1CAA-3A42-9710-47D9CB1C5B21}" dt="2023-08-21T03:52:56.239" v="118"/>
        <pc:sldMkLst>
          <pc:docMk/>
          <pc:sldMk cId="2776132283" sldId="2739"/>
        </pc:sldMkLst>
      </pc:sldChg>
      <pc:sldChg chg="addSp modSp mod ord">
        <pc:chgData name="Xin Luo" userId="82312ee5779919a4" providerId="LiveId" clId="{ABECCF1F-1CAA-3A42-9710-47D9CB1C5B21}" dt="2023-08-21T07:26:51.742" v="177" actId="20578"/>
        <pc:sldMkLst>
          <pc:docMk/>
          <pc:sldMk cId="4194482579" sldId="2743"/>
        </pc:sldMkLst>
      </pc:sldChg>
      <pc:sldChg chg="addSp delSp modSp add mod">
        <pc:chgData name="Xin Luo" userId="82312ee5779919a4" providerId="LiveId" clId="{ABECCF1F-1CAA-3A42-9710-47D9CB1C5B21}" dt="2023-08-21T07:50:33.166" v="356" actId="20577"/>
        <pc:sldMkLst>
          <pc:docMk/>
          <pc:sldMk cId="738332523" sldId="2751"/>
        </pc:sldMkLst>
      </pc:sldChg>
      <pc:sldChg chg="addSp delSp modSp add mod">
        <pc:chgData name="Xin Luo" userId="82312ee5779919a4" providerId="LiveId" clId="{ABECCF1F-1CAA-3A42-9710-47D9CB1C5B21}" dt="2023-08-21T07:50:29.891" v="352" actId="20577"/>
        <pc:sldMkLst>
          <pc:docMk/>
          <pc:sldMk cId="3189639985" sldId="2752"/>
        </pc:sldMkLst>
      </pc:sldChg>
      <pc:sldChg chg="addSp delSp modSp add mod">
        <pc:chgData name="Xin Luo" userId="82312ee5779919a4" providerId="LiveId" clId="{ABECCF1F-1CAA-3A42-9710-47D9CB1C5B21}" dt="2023-08-21T08:59:24.857" v="602" actId="478"/>
        <pc:sldMkLst>
          <pc:docMk/>
          <pc:sldMk cId="2878944048" sldId="2753"/>
        </pc:sldMkLst>
      </pc:sldChg>
      <pc:sldChg chg="addSp delSp modSp add mod">
        <pc:chgData name="Xin Luo" userId="82312ee5779919a4" providerId="LiveId" clId="{ABECCF1F-1CAA-3A42-9710-47D9CB1C5B21}" dt="2023-08-21T09:09:03.859" v="781" actId="14100"/>
        <pc:sldMkLst>
          <pc:docMk/>
          <pc:sldMk cId="2927474256" sldId="2754"/>
        </pc:sldMkLst>
      </pc:sldChg>
      <pc:sldChg chg="delSp modSp add mod">
        <pc:chgData name="Xin Luo" userId="82312ee5779919a4" providerId="LiveId" clId="{ABECCF1F-1CAA-3A42-9710-47D9CB1C5B21}" dt="2023-08-21T09:31:16.266" v="879" actId="20577"/>
        <pc:sldMkLst>
          <pc:docMk/>
          <pc:sldMk cId="3593416967" sldId="2755"/>
        </pc:sldMkLst>
      </pc:sldChg>
    </pc:docChg>
  </pc:docChgLst>
  <pc:docChgLst>
    <pc:chgData name="Xin Luo" userId="82312ee5779919a4" providerId="LiveId" clId="{98EC8ECB-A80D-1449-ACFE-0D931F29C13A}"/>
    <pc:docChg chg="undo custSel addSld delSld modSld">
      <pc:chgData name="Xin Luo" userId="82312ee5779919a4" providerId="LiveId" clId="{98EC8ECB-A80D-1449-ACFE-0D931F29C13A}" dt="2023-02-23T15:47:30.471" v="734" actId="478"/>
      <pc:docMkLst>
        <pc:docMk/>
      </pc:docMkLst>
      <pc:sldChg chg="modSp mod">
        <pc:chgData name="Xin Luo" userId="82312ee5779919a4" providerId="LiveId" clId="{98EC8ECB-A80D-1449-ACFE-0D931F29C13A}" dt="2023-02-23T15:07:38.481" v="282" actId="20577"/>
        <pc:sldMkLst>
          <pc:docMk/>
          <pc:sldMk cId="1576120367" sldId="2387"/>
        </pc:sldMkLst>
      </pc:sldChg>
      <pc:sldChg chg="modSp mod">
        <pc:chgData name="Xin Luo" userId="82312ee5779919a4" providerId="LiveId" clId="{98EC8ECB-A80D-1449-ACFE-0D931F29C13A}" dt="2023-02-23T15:23:38.561" v="288" actId="20577"/>
        <pc:sldMkLst>
          <pc:docMk/>
          <pc:sldMk cId="2415901206" sldId="2447"/>
        </pc:sldMkLst>
      </pc:sldChg>
      <pc:sldChg chg="addSp delSp modSp mod">
        <pc:chgData name="Xin Luo" userId="82312ee5779919a4" providerId="LiveId" clId="{98EC8ECB-A80D-1449-ACFE-0D931F29C13A}" dt="2023-02-23T15:32:00.813" v="490" actId="20577"/>
        <pc:sldMkLst>
          <pc:docMk/>
          <pc:sldMk cId="4067577602" sldId="2605"/>
        </pc:sldMkLst>
      </pc:sldChg>
      <pc:sldChg chg="modSp mod">
        <pc:chgData name="Xin Luo" userId="82312ee5779919a4" providerId="LiveId" clId="{98EC8ECB-A80D-1449-ACFE-0D931F29C13A}" dt="2023-02-23T15:03:54.789" v="48" actId="20577"/>
        <pc:sldMkLst>
          <pc:docMk/>
          <pc:sldMk cId="1658607177" sldId="2708"/>
        </pc:sldMkLst>
      </pc:sldChg>
      <pc:sldChg chg="modSp mod">
        <pc:chgData name="Xin Luo" userId="82312ee5779919a4" providerId="LiveId" clId="{98EC8ECB-A80D-1449-ACFE-0D931F29C13A}" dt="2023-02-23T15:46:16.929" v="710" actId="20577"/>
        <pc:sldMkLst>
          <pc:docMk/>
          <pc:sldMk cId="481122590" sldId="2709"/>
        </pc:sldMkLst>
      </pc:sldChg>
      <pc:sldChg chg="modSp mod">
        <pc:chgData name="Xin Luo" userId="82312ee5779919a4" providerId="LiveId" clId="{98EC8ECB-A80D-1449-ACFE-0D931F29C13A}" dt="2023-02-23T15:46:36.362" v="717" actId="20577"/>
        <pc:sldMkLst>
          <pc:docMk/>
          <pc:sldMk cId="3833073590" sldId="2716"/>
        </pc:sldMkLst>
      </pc:sldChg>
      <pc:sldChg chg="modSp mod">
        <pc:chgData name="Xin Luo" userId="82312ee5779919a4" providerId="LiveId" clId="{98EC8ECB-A80D-1449-ACFE-0D931F29C13A}" dt="2023-02-23T15:47:08.933" v="728" actId="20577"/>
        <pc:sldMkLst>
          <pc:docMk/>
          <pc:sldMk cId="972163772" sldId="2720"/>
        </pc:sldMkLst>
      </pc:sldChg>
      <pc:sldChg chg="modSp mod">
        <pc:chgData name="Xin Luo" userId="82312ee5779919a4" providerId="LiveId" clId="{98EC8ECB-A80D-1449-ACFE-0D931F29C13A}" dt="2023-02-23T15:47:17.016" v="729"/>
        <pc:sldMkLst>
          <pc:docMk/>
          <pc:sldMk cId="2689695864" sldId="2721"/>
        </pc:sldMkLst>
      </pc:sldChg>
      <pc:sldChg chg="delSp modSp mod">
        <pc:chgData name="Xin Luo" userId="82312ee5779919a4" providerId="LiveId" clId="{98EC8ECB-A80D-1449-ACFE-0D931F29C13A}" dt="2023-02-23T15:47:30.471" v="734" actId="478"/>
        <pc:sldMkLst>
          <pc:docMk/>
          <pc:sldMk cId="1209572041" sldId="2722"/>
        </pc:sldMkLst>
      </pc:sldChg>
      <pc:sldChg chg="del">
        <pc:chgData name="Xin Luo" userId="82312ee5779919a4" providerId="LiveId" clId="{98EC8ECB-A80D-1449-ACFE-0D931F29C13A}" dt="2023-02-23T15:46:08.434" v="701" actId="2696"/>
        <pc:sldMkLst>
          <pc:docMk/>
          <pc:sldMk cId="353940032" sldId="2725"/>
        </pc:sldMkLst>
      </pc:sldChg>
      <pc:sldChg chg="del">
        <pc:chgData name="Xin Luo" userId="82312ee5779919a4" providerId="LiveId" clId="{98EC8ECB-A80D-1449-ACFE-0D931F29C13A}" dt="2023-02-23T15:46:08.455" v="709" actId="2696"/>
        <pc:sldMkLst>
          <pc:docMk/>
          <pc:sldMk cId="45083394" sldId="2726"/>
        </pc:sldMkLst>
      </pc:sldChg>
      <pc:sldChg chg="del">
        <pc:chgData name="Xin Luo" userId="82312ee5779919a4" providerId="LiveId" clId="{98EC8ECB-A80D-1449-ACFE-0D931F29C13A}" dt="2023-02-23T15:46:08.437" v="702" actId="2696"/>
        <pc:sldMkLst>
          <pc:docMk/>
          <pc:sldMk cId="148985918" sldId="2727"/>
        </pc:sldMkLst>
      </pc:sldChg>
      <pc:sldChg chg="del">
        <pc:chgData name="Xin Luo" userId="82312ee5779919a4" providerId="LiveId" clId="{98EC8ECB-A80D-1449-ACFE-0D931F29C13A}" dt="2023-02-23T15:46:08.445" v="706" actId="2696"/>
        <pc:sldMkLst>
          <pc:docMk/>
          <pc:sldMk cId="3544980656" sldId="2728"/>
        </pc:sldMkLst>
      </pc:sldChg>
      <pc:sldChg chg="del">
        <pc:chgData name="Xin Luo" userId="82312ee5779919a4" providerId="LiveId" clId="{98EC8ECB-A80D-1449-ACFE-0D931F29C13A}" dt="2023-02-23T15:46:08.448" v="708" actId="2696"/>
        <pc:sldMkLst>
          <pc:docMk/>
          <pc:sldMk cId="1664139585" sldId="2729"/>
        </pc:sldMkLst>
      </pc:sldChg>
      <pc:sldChg chg="del">
        <pc:chgData name="Xin Luo" userId="82312ee5779919a4" providerId="LiveId" clId="{98EC8ECB-A80D-1449-ACFE-0D931F29C13A}" dt="2023-02-23T15:46:08.446" v="707" actId="2696"/>
        <pc:sldMkLst>
          <pc:docMk/>
          <pc:sldMk cId="3561803108" sldId="2730"/>
        </pc:sldMkLst>
      </pc:sldChg>
      <pc:sldChg chg="del">
        <pc:chgData name="Xin Luo" userId="82312ee5779919a4" providerId="LiveId" clId="{98EC8ECB-A80D-1449-ACFE-0D931F29C13A}" dt="2023-02-23T15:46:08.439" v="703" actId="2696"/>
        <pc:sldMkLst>
          <pc:docMk/>
          <pc:sldMk cId="236610701" sldId="2731"/>
        </pc:sldMkLst>
      </pc:sldChg>
      <pc:sldChg chg="del">
        <pc:chgData name="Xin Luo" userId="82312ee5779919a4" providerId="LiveId" clId="{98EC8ECB-A80D-1449-ACFE-0D931F29C13A}" dt="2023-02-23T15:46:08.441" v="704" actId="2696"/>
        <pc:sldMkLst>
          <pc:docMk/>
          <pc:sldMk cId="1986913413" sldId="2732"/>
        </pc:sldMkLst>
      </pc:sldChg>
      <pc:sldChg chg="del">
        <pc:chgData name="Xin Luo" userId="82312ee5779919a4" providerId="LiveId" clId="{98EC8ECB-A80D-1449-ACFE-0D931F29C13A}" dt="2023-02-23T15:46:08.443" v="705" actId="2696"/>
        <pc:sldMkLst>
          <pc:docMk/>
          <pc:sldMk cId="270311508" sldId="2733"/>
        </pc:sldMkLst>
      </pc:sldChg>
      <pc:sldChg chg="del">
        <pc:chgData name="Xin Luo" userId="82312ee5779919a4" providerId="LiveId" clId="{98EC8ECB-A80D-1449-ACFE-0D931F29C13A}" dt="2023-02-23T15:47:22.827" v="730" actId="2696"/>
        <pc:sldMkLst>
          <pc:docMk/>
          <pc:sldMk cId="3138813826" sldId="2734"/>
        </pc:sldMkLst>
      </pc:sldChg>
      <pc:sldChg chg="del">
        <pc:chgData name="Xin Luo" userId="82312ee5779919a4" providerId="LiveId" clId="{98EC8ECB-A80D-1449-ACFE-0D931F29C13A}" dt="2023-02-23T15:47:22.864" v="732" actId="2696"/>
        <pc:sldMkLst>
          <pc:docMk/>
          <pc:sldMk cId="128317883" sldId="2735"/>
        </pc:sldMkLst>
      </pc:sldChg>
      <pc:sldChg chg="del">
        <pc:chgData name="Xin Luo" userId="82312ee5779919a4" providerId="LiveId" clId="{98EC8ECB-A80D-1449-ACFE-0D931F29C13A}" dt="2023-02-23T15:47:22.829" v="731" actId="2696"/>
        <pc:sldMkLst>
          <pc:docMk/>
          <pc:sldMk cId="383906436" sldId="2736"/>
        </pc:sldMkLst>
      </pc:sldChg>
      <pc:sldChg chg="addSp delSp modSp add mod">
        <pc:chgData name="Xin Luo" userId="82312ee5779919a4" providerId="LiveId" clId="{98EC8ECB-A80D-1449-ACFE-0D931F29C13A}" dt="2023-02-23T15:45:27.987" v="683" actId="1037"/>
        <pc:sldMkLst>
          <pc:docMk/>
          <pc:sldMk cId="655142816" sldId="2737"/>
        </pc:sldMkLst>
      </pc:sldChg>
    </pc:docChg>
  </pc:docChgLst>
  <pc:docChgLst>
    <pc:chgData name="Xin Luo" userId="82312ee5779919a4" providerId="LiveId" clId="{9DD00C57-1E20-5F45-A5A7-A6F833EE305E}"/>
    <pc:docChg chg="custSel delSld modSld">
      <pc:chgData name="Xin Luo" userId="82312ee5779919a4" providerId="LiveId" clId="{9DD00C57-1E20-5F45-A5A7-A6F833EE305E}" dt="2024-04-05T07:56:38.877" v="69" actId="2696"/>
      <pc:docMkLst>
        <pc:docMk/>
      </pc:docMkLst>
      <pc:sldChg chg="del">
        <pc:chgData name="Xin Luo" userId="82312ee5779919a4" providerId="LiveId" clId="{9DD00C57-1E20-5F45-A5A7-A6F833EE305E}" dt="2024-04-05T07:51:34.265" v="18" actId="2696"/>
        <pc:sldMkLst>
          <pc:docMk/>
          <pc:sldMk cId="4067577602" sldId="2605"/>
        </pc:sldMkLst>
      </pc:sldChg>
      <pc:sldChg chg="modSp mod">
        <pc:chgData name="Xin Luo" userId="82312ee5779919a4" providerId="LiveId" clId="{9DD00C57-1E20-5F45-A5A7-A6F833EE305E}" dt="2024-04-05T07:42:36.104" v="17" actId="5793"/>
        <pc:sldMkLst>
          <pc:docMk/>
          <pc:sldMk cId="1658607177" sldId="2708"/>
        </pc:sldMkLst>
      </pc:sldChg>
      <pc:sldChg chg="modSp mod">
        <pc:chgData name="Xin Luo" userId="82312ee5779919a4" providerId="LiveId" clId="{9DD00C57-1E20-5F45-A5A7-A6F833EE305E}" dt="2024-04-05T07:52:08.536" v="62" actId="20577"/>
        <pc:sldMkLst>
          <pc:docMk/>
          <pc:sldMk cId="481122590" sldId="2709"/>
        </pc:sldMkLst>
      </pc:sldChg>
      <pc:sldChg chg="del">
        <pc:chgData name="Xin Luo" userId="82312ee5779919a4" providerId="LiveId" clId="{9DD00C57-1E20-5F45-A5A7-A6F833EE305E}" dt="2024-04-05T07:51:35.106" v="19" actId="2696"/>
        <pc:sldMkLst>
          <pc:docMk/>
          <pc:sldMk cId="655142816" sldId="2737"/>
        </pc:sldMkLst>
      </pc:sldChg>
      <pc:sldChg chg="del">
        <pc:chgData name="Xin Luo" userId="82312ee5779919a4" providerId="LiveId" clId="{9DD00C57-1E20-5F45-A5A7-A6F833EE305E}" dt="2024-04-05T07:56:34.386" v="63" actId="2696"/>
        <pc:sldMkLst>
          <pc:docMk/>
          <pc:sldMk cId="4156684215" sldId="2738"/>
        </pc:sldMkLst>
      </pc:sldChg>
      <pc:sldChg chg="del">
        <pc:chgData name="Xin Luo" userId="82312ee5779919a4" providerId="LiveId" clId="{9DD00C57-1E20-5F45-A5A7-A6F833EE305E}" dt="2024-04-05T07:56:38.877" v="69" actId="2696"/>
        <pc:sldMkLst>
          <pc:docMk/>
          <pc:sldMk cId="2776132283" sldId="2739"/>
        </pc:sldMkLst>
      </pc:sldChg>
      <pc:sldChg chg="del">
        <pc:chgData name="Xin Luo" userId="82312ee5779919a4" providerId="LiveId" clId="{9DD00C57-1E20-5F45-A5A7-A6F833EE305E}" dt="2024-04-05T07:51:37.161" v="20" actId="2696"/>
        <pc:sldMkLst>
          <pc:docMk/>
          <pc:sldMk cId="3151170836" sldId="2742"/>
        </pc:sldMkLst>
      </pc:sldChg>
      <pc:sldChg chg="del">
        <pc:chgData name="Xin Luo" userId="82312ee5779919a4" providerId="LiveId" clId="{9DD00C57-1E20-5F45-A5A7-A6F833EE305E}" dt="2024-04-05T07:56:34.962" v="64" actId="2696"/>
        <pc:sldMkLst>
          <pc:docMk/>
          <pc:sldMk cId="738332523" sldId="2751"/>
        </pc:sldMkLst>
      </pc:sldChg>
      <pc:sldChg chg="del">
        <pc:chgData name="Xin Luo" userId="82312ee5779919a4" providerId="LiveId" clId="{9DD00C57-1E20-5F45-A5A7-A6F833EE305E}" dt="2024-04-05T07:56:35.443" v="65" actId="2696"/>
        <pc:sldMkLst>
          <pc:docMk/>
          <pc:sldMk cId="3189639985" sldId="2752"/>
        </pc:sldMkLst>
      </pc:sldChg>
      <pc:sldChg chg="del">
        <pc:chgData name="Xin Luo" userId="82312ee5779919a4" providerId="LiveId" clId="{9DD00C57-1E20-5F45-A5A7-A6F833EE305E}" dt="2024-04-05T07:56:35.917" v="66" actId="2696"/>
        <pc:sldMkLst>
          <pc:docMk/>
          <pc:sldMk cId="2878944048" sldId="2753"/>
        </pc:sldMkLst>
      </pc:sldChg>
      <pc:sldChg chg="del">
        <pc:chgData name="Xin Luo" userId="82312ee5779919a4" providerId="LiveId" clId="{9DD00C57-1E20-5F45-A5A7-A6F833EE305E}" dt="2024-04-05T07:56:36.696" v="67" actId="2696"/>
        <pc:sldMkLst>
          <pc:docMk/>
          <pc:sldMk cId="2927474256" sldId="2754"/>
        </pc:sldMkLst>
      </pc:sldChg>
      <pc:sldChg chg="del">
        <pc:chgData name="Xin Luo" userId="82312ee5779919a4" providerId="LiveId" clId="{9DD00C57-1E20-5F45-A5A7-A6F833EE305E}" dt="2024-04-05T07:56:37.562" v="68" actId="2696"/>
        <pc:sldMkLst>
          <pc:docMk/>
          <pc:sldMk cId="3593416967" sldId="2755"/>
        </pc:sldMkLst>
      </pc:sldChg>
    </pc:docChg>
  </pc:docChgLst>
  <pc:docChgLst>
    <pc:chgData name="Xin Luo" userId="82312ee5779919a4" providerId="LiveId" clId="{7C35D78A-E8DF-394E-816A-D2222F18F092}"/>
    <pc:docChg chg="delSld modSld">
      <pc:chgData name="Xin Luo" userId="82312ee5779919a4" providerId="LiveId" clId="{7C35D78A-E8DF-394E-816A-D2222F18F092}" dt="2022-11-28T03:56:42.353" v="21" actId="2696"/>
      <pc:docMkLst>
        <pc:docMk/>
      </pc:docMkLst>
      <pc:sldChg chg="del">
        <pc:chgData name="Xin Luo" userId="82312ee5779919a4" providerId="LiveId" clId="{7C35D78A-E8DF-394E-816A-D2222F18F092}" dt="2022-11-28T03:56:38.106" v="20" actId="2696"/>
        <pc:sldMkLst>
          <pc:docMk/>
          <pc:sldMk cId="0" sldId="279"/>
        </pc:sldMkLst>
      </pc:sldChg>
      <pc:sldChg chg="modSp mod">
        <pc:chgData name="Xin Luo" userId="82312ee5779919a4" providerId="LiveId" clId="{7C35D78A-E8DF-394E-816A-D2222F18F092}" dt="2022-11-28T03:56:03.446" v="17" actId="20577"/>
        <pc:sldMkLst>
          <pc:docMk/>
          <pc:sldMk cId="1153920038" sldId="2206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0" sldId="2501"/>
        </pc:sldMkLst>
      </pc:sldChg>
      <pc:sldChg chg="del">
        <pc:chgData name="Xin Luo" userId="82312ee5779919a4" providerId="LiveId" clId="{7C35D78A-E8DF-394E-816A-D2222F18F092}" dt="2022-11-28T03:56:17.803" v="18" actId="2696"/>
        <pc:sldMkLst>
          <pc:docMk/>
          <pc:sldMk cId="2689840772" sldId="2604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392274363" sldId="2606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92605530" sldId="2607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432126823" sldId="2608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780969545" sldId="2609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351738911" sldId="2610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504723508" sldId="2611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63705705" sldId="261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070817833" sldId="265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2261973024" sldId="2686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1836653143" sldId="2688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715274259" sldId="2690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906920652" sldId="2694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558234131" sldId="2697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507602036" sldId="2700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569668922" sldId="2703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693600848" sldId="2705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2447019445" sldId="2706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037020054" sldId="2707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446628750" sldId="2708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770366385" sldId="2709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1259562490" sldId="2710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573676958" sldId="2711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970267871" sldId="271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4061658258" sldId="2713"/>
        </pc:sldMkLst>
      </pc:sldChg>
      <pc:sldChg chg="del">
        <pc:chgData name="Xin Luo" userId="82312ee5779919a4" providerId="LiveId" clId="{7C35D78A-E8DF-394E-816A-D2222F18F092}" dt="2022-11-28T03:56:17.803" v="18" actId="2696"/>
        <pc:sldMkLst>
          <pc:docMk/>
          <pc:sldMk cId="2358282757" sldId="2714"/>
        </pc:sldMkLst>
      </pc:sldChg>
    </pc:docChg>
  </pc:docChgLst>
  <pc:docChgLst>
    <pc:chgData name="Xin Luo" userId="82312ee5779919a4" providerId="LiveId" clId="{23920C8D-EBCE-A347-9C82-C14316D20539}"/>
    <pc:docChg chg="undo custSel addSld modSld">
      <pc:chgData name="Xin Luo" userId="82312ee5779919a4" providerId="LiveId" clId="{23920C8D-EBCE-A347-9C82-C14316D20539}" dt="2022-10-26T12:19:06.428" v="501" actId="767"/>
      <pc:docMkLst>
        <pc:docMk/>
      </pc:docMkLst>
      <pc:sldChg chg="modSp mod">
        <pc:chgData name="Xin Luo" userId="82312ee5779919a4" providerId="LiveId" clId="{23920C8D-EBCE-A347-9C82-C14316D20539}" dt="2022-10-10T01:06:29.261" v="368" actId="404"/>
        <pc:sldMkLst>
          <pc:docMk/>
          <pc:sldMk cId="1576120367" sldId="2387"/>
        </pc:sldMkLst>
      </pc:sldChg>
      <pc:sldChg chg="modSp mod">
        <pc:chgData name="Xin Luo" userId="82312ee5779919a4" providerId="LiveId" clId="{23920C8D-EBCE-A347-9C82-C14316D20539}" dt="2022-10-10T01:06:39.449" v="369" actId="403"/>
        <pc:sldMkLst>
          <pc:docMk/>
          <pc:sldMk cId="2415901206" sldId="2447"/>
        </pc:sldMkLst>
      </pc:sldChg>
      <pc:sldChg chg="addSp delSp modSp mod">
        <pc:chgData name="Xin Luo" userId="82312ee5779919a4" providerId="LiveId" clId="{23920C8D-EBCE-A347-9C82-C14316D20539}" dt="2022-10-26T11:18:20.490" v="500"/>
        <pc:sldMkLst>
          <pc:docMk/>
          <pc:sldMk cId="2689840772" sldId="2604"/>
        </pc:sldMkLst>
      </pc:sldChg>
      <pc:sldChg chg="modSp mod">
        <pc:chgData name="Xin Luo" userId="82312ee5779919a4" providerId="LiveId" clId="{23920C8D-EBCE-A347-9C82-C14316D20539}" dt="2022-10-25T11:53:23.523" v="402" actId="207"/>
        <pc:sldMkLst>
          <pc:docMk/>
          <pc:sldMk cId="1392274363" sldId="2606"/>
        </pc:sldMkLst>
      </pc:sldChg>
      <pc:sldChg chg="modSp mod">
        <pc:chgData name="Xin Luo" userId="82312ee5779919a4" providerId="LiveId" clId="{23920C8D-EBCE-A347-9C82-C14316D20539}" dt="2022-10-25T12:03:26.240" v="414" actId="14100"/>
        <pc:sldMkLst>
          <pc:docMk/>
          <pc:sldMk cId="292605530" sldId="2607"/>
        </pc:sldMkLst>
      </pc:sldChg>
      <pc:sldChg chg="modSp mod">
        <pc:chgData name="Xin Luo" userId="82312ee5779919a4" providerId="LiveId" clId="{23920C8D-EBCE-A347-9C82-C14316D20539}" dt="2022-10-25T12:09:03.730" v="478" actId="1036"/>
        <pc:sldMkLst>
          <pc:docMk/>
          <pc:sldMk cId="2780969545" sldId="2609"/>
        </pc:sldMkLst>
      </pc:sldChg>
      <pc:sldChg chg="modSp mod">
        <pc:chgData name="Xin Luo" userId="82312ee5779919a4" providerId="LiveId" clId="{23920C8D-EBCE-A347-9C82-C14316D20539}" dt="2022-10-26T02:56:58.658" v="480" actId="207"/>
        <pc:sldMkLst>
          <pc:docMk/>
          <pc:sldMk cId="63705705" sldId="2612"/>
        </pc:sldMkLst>
      </pc:sldChg>
      <pc:sldChg chg="addSp modSp">
        <pc:chgData name="Xin Luo" userId="82312ee5779919a4" providerId="LiveId" clId="{23920C8D-EBCE-A347-9C82-C14316D20539}" dt="2022-10-26T12:19:06.428" v="501" actId="767"/>
        <pc:sldMkLst>
          <pc:docMk/>
          <pc:sldMk cId="963926578" sldId="2613"/>
        </pc:sldMkLst>
      </pc:sldChg>
      <pc:sldChg chg="modSp add mod">
        <pc:chgData name="Xin Luo" userId="82312ee5779919a4" providerId="LiveId" clId="{23920C8D-EBCE-A347-9C82-C14316D20539}" dt="2022-10-10T01:06:02.902" v="365" actId="403"/>
        <pc:sldMkLst>
          <pc:docMk/>
          <pc:sldMk cId="2358282757" sldId="2714"/>
        </pc:sldMkLst>
      </pc:sldChg>
    </pc:docChg>
  </pc:docChgLst>
  <pc:docChgLst>
    <pc:chgData name="Xin Luo" userId="82312ee5779919a4" providerId="LiveId" clId="{743256A7-6CE7-B242-894F-C640845B5FDB}"/>
    <pc:docChg chg="addSld delSld modSld">
      <pc:chgData name="Xin Luo" userId="82312ee5779919a4" providerId="LiveId" clId="{743256A7-6CE7-B242-894F-C640845B5FDB}" dt="2025-05-08T15:21:00.183" v="109" actId="2696"/>
      <pc:docMkLst>
        <pc:docMk/>
      </pc:docMkLst>
      <pc:sldChg chg="modSp mod">
        <pc:chgData name="Xin Luo" userId="82312ee5779919a4" providerId="LiveId" clId="{743256A7-6CE7-B242-894F-C640845B5FDB}" dt="2025-05-08T15:20:46.798" v="105" actId="20577"/>
        <pc:sldMkLst>
          <pc:docMk/>
          <pc:sldMk cId="2415901206" sldId="2447"/>
        </pc:sldMkLst>
      </pc:sldChg>
      <pc:sldChg chg="modSp mod">
        <pc:chgData name="Xin Luo" userId="82312ee5779919a4" providerId="LiveId" clId="{743256A7-6CE7-B242-894F-C640845B5FDB}" dt="2025-05-08T15:19:20.037" v="22" actId="20577"/>
        <pc:sldMkLst>
          <pc:docMk/>
          <pc:sldMk cId="1658607177" sldId="2708"/>
        </pc:sldMkLst>
      </pc:sldChg>
      <pc:sldChg chg="del">
        <pc:chgData name="Xin Luo" userId="82312ee5779919a4" providerId="LiveId" clId="{743256A7-6CE7-B242-894F-C640845B5FDB}" dt="2025-05-08T15:21:00.169" v="107" actId="2696"/>
        <pc:sldMkLst>
          <pc:docMk/>
          <pc:sldMk cId="2826444872" sldId="2723"/>
        </pc:sldMkLst>
      </pc:sldChg>
      <pc:sldChg chg="del">
        <pc:chgData name="Xin Luo" userId="82312ee5779919a4" providerId="LiveId" clId="{743256A7-6CE7-B242-894F-C640845B5FDB}" dt="2025-05-08T15:21:00.180" v="108" actId="2696"/>
        <pc:sldMkLst>
          <pc:docMk/>
          <pc:sldMk cId="965496355" sldId="2726"/>
        </pc:sldMkLst>
      </pc:sldChg>
      <pc:sldChg chg="add">
        <pc:chgData name="Xin Luo" userId="82312ee5779919a4" providerId="LiveId" clId="{743256A7-6CE7-B242-894F-C640845B5FDB}" dt="2025-05-08T15:20:56.193" v="106"/>
        <pc:sldMkLst>
          <pc:docMk/>
          <pc:sldMk cId="2742362314" sldId="2727"/>
        </pc:sldMkLst>
      </pc:sldChg>
      <pc:sldChg chg="add">
        <pc:chgData name="Xin Luo" userId="82312ee5779919a4" providerId="LiveId" clId="{743256A7-6CE7-B242-894F-C640845B5FDB}" dt="2025-05-08T15:20:56.193" v="106"/>
        <pc:sldMkLst>
          <pc:docMk/>
          <pc:sldMk cId="3682048310" sldId="2728"/>
        </pc:sldMkLst>
      </pc:sldChg>
      <pc:sldChg chg="add">
        <pc:chgData name="Xin Luo" userId="82312ee5779919a4" providerId="LiveId" clId="{743256A7-6CE7-B242-894F-C640845B5FDB}" dt="2025-05-08T15:20:56.193" v="106"/>
        <pc:sldMkLst>
          <pc:docMk/>
          <pc:sldMk cId="13868781" sldId="2732"/>
        </pc:sldMkLst>
      </pc:sldChg>
      <pc:sldChg chg="del">
        <pc:chgData name="Xin Luo" userId="82312ee5779919a4" providerId="LiveId" clId="{743256A7-6CE7-B242-894F-C640845B5FDB}" dt="2025-05-08T15:21:00.183" v="109" actId="2696"/>
        <pc:sldMkLst>
          <pc:docMk/>
          <pc:sldMk cId="3506380824" sldId="2764"/>
        </pc:sldMkLst>
      </pc:sldChg>
    </pc:docChg>
  </pc:docChgLst>
  <pc:docChgLst>
    <pc:chgData name="Xin Luo" userId="82312ee5779919a4" providerId="LiveId" clId="{A5D610E5-752B-7B4A-889B-D40C860DA0F0}"/>
    <pc:docChg chg="addSld delSld modSld">
      <pc:chgData name="Xin Luo" userId="82312ee5779919a4" providerId="LiveId" clId="{A5D610E5-752B-7B4A-889B-D40C860DA0F0}" dt="2025-05-08T15:18:36.457" v="210" actId="2696"/>
      <pc:docMkLst>
        <pc:docMk/>
      </pc:docMkLst>
      <pc:sldChg chg="modSp mod">
        <pc:chgData name="Xin Luo" userId="82312ee5779919a4" providerId="LiveId" clId="{A5D610E5-752B-7B4A-889B-D40C860DA0F0}" dt="2025-05-08T15:13:36.832" v="125" actId="20577"/>
        <pc:sldMkLst>
          <pc:docMk/>
          <pc:sldMk cId="1576120367" sldId="2387"/>
        </pc:sldMkLst>
      </pc:sldChg>
      <pc:sldChg chg="modSp mod">
        <pc:chgData name="Xin Luo" userId="82312ee5779919a4" providerId="LiveId" clId="{A5D610E5-752B-7B4A-889B-D40C860DA0F0}" dt="2025-05-08T15:14:31.896" v="150" actId="20577"/>
        <pc:sldMkLst>
          <pc:docMk/>
          <pc:sldMk cId="2415901206" sldId="2447"/>
        </pc:sldMkLst>
      </pc:sldChg>
      <pc:sldChg chg="modSp mod">
        <pc:chgData name="Xin Luo" userId="82312ee5779919a4" providerId="LiveId" clId="{A5D610E5-752B-7B4A-889B-D40C860DA0F0}" dt="2025-05-08T15:12:24.990" v="38" actId="20577"/>
        <pc:sldMkLst>
          <pc:docMk/>
          <pc:sldMk cId="1658607177" sldId="2708"/>
        </pc:sldMkLst>
      </pc:sldChg>
      <pc:sldChg chg="modSp mod">
        <pc:chgData name="Xin Luo" userId="82312ee5779919a4" providerId="LiveId" clId="{A5D610E5-752B-7B4A-889B-D40C860DA0F0}" dt="2025-05-08T15:14:38.806" v="166" actId="20577"/>
        <pc:sldMkLst>
          <pc:docMk/>
          <pc:sldMk cId="481122590" sldId="2709"/>
        </pc:sldMkLst>
      </pc:sldChg>
      <pc:sldChg chg="del">
        <pc:chgData name="Xin Luo" userId="82312ee5779919a4" providerId="LiveId" clId="{A5D610E5-752B-7B4A-889B-D40C860DA0F0}" dt="2025-05-08T15:18:36.427" v="198" actId="2696"/>
        <pc:sldMkLst>
          <pc:docMk/>
          <pc:sldMk cId="3833073590" sldId="2716"/>
        </pc:sldMkLst>
      </pc:sldChg>
      <pc:sldChg chg="modSp mod">
        <pc:chgData name="Xin Luo" userId="82312ee5779919a4" providerId="LiveId" clId="{A5D610E5-752B-7B4A-889B-D40C860DA0F0}" dt="2025-05-08T15:15:01.919" v="196" actId="20577"/>
        <pc:sldMkLst>
          <pc:docMk/>
          <pc:sldMk cId="972163772" sldId="2720"/>
        </pc:sldMkLst>
      </pc:sldChg>
      <pc:sldChg chg="del">
        <pc:chgData name="Xin Luo" userId="82312ee5779919a4" providerId="LiveId" clId="{A5D610E5-752B-7B4A-889B-D40C860DA0F0}" dt="2025-05-08T15:18:36.438" v="205" actId="2696"/>
        <pc:sldMkLst>
          <pc:docMk/>
          <pc:sldMk cId="2689695864" sldId="2721"/>
        </pc:sldMkLst>
      </pc:sldChg>
      <pc:sldChg chg="add">
        <pc:chgData name="Xin Luo" userId="82312ee5779919a4" providerId="LiveId" clId="{A5D610E5-752B-7B4A-889B-D40C860DA0F0}" dt="2025-05-08T15:18:29.209" v="197"/>
        <pc:sldMkLst>
          <pc:docMk/>
          <pc:sldMk cId="2826444872" sldId="2723"/>
        </pc:sldMkLst>
      </pc:sldChg>
      <pc:sldChg chg="add">
        <pc:chgData name="Xin Luo" userId="82312ee5779919a4" providerId="LiveId" clId="{A5D610E5-752B-7B4A-889B-D40C860DA0F0}" dt="2025-05-08T15:18:29.209" v="197"/>
        <pc:sldMkLst>
          <pc:docMk/>
          <pc:sldMk cId="965496355" sldId="2726"/>
        </pc:sldMkLst>
      </pc:sldChg>
      <pc:sldChg chg="del">
        <pc:chgData name="Xin Luo" userId="82312ee5779919a4" providerId="LiveId" clId="{A5D610E5-752B-7B4A-889B-D40C860DA0F0}" dt="2025-05-08T15:18:36.451" v="208" actId="2696"/>
        <pc:sldMkLst>
          <pc:docMk/>
          <pc:sldMk cId="2510358707" sldId="2740"/>
        </pc:sldMkLst>
      </pc:sldChg>
      <pc:sldChg chg="del">
        <pc:chgData name="Xin Luo" userId="82312ee5779919a4" providerId="LiveId" clId="{A5D610E5-752B-7B4A-889B-D40C860DA0F0}" dt="2025-05-08T15:18:36.428" v="199" actId="2696"/>
        <pc:sldMkLst>
          <pc:docMk/>
          <pc:sldMk cId="3883315984" sldId="2744"/>
        </pc:sldMkLst>
      </pc:sldChg>
      <pc:sldChg chg="del">
        <pc:chgData name="Xin Luo" userId="82312ee5779919a4" providerId="LiveId" clId="{A5D610E5-752B-7B4A-889B-D40C860DA0F0}" dt="2025-05-08T15:18:36.439" v="206" actId="2696"/>
        <pc:sldMkLst>
          <pc:docMk/>
          <pc:sldMk cId="3741103209" sldId="2745"/>
        </pc:sldMkLst>
      </pc:sldChg>
      <pc:sldChg chg="del">
        <pc:chgData name="Xin Luo" userId="82312ee5779919a4" providerId="LiveId" clId="{A5D610E5-752B-7B4A-889B-D40C860DA0F0}" dt="2025-05-08T15:18:36.432" v="203" actId="2696"/>
        <pc:sldMkLst>
          <pc:docMk/>
          <pc:sldMk cId="322086101" sldId="2746"/>
        </pc:sldMkLst>
      </pc:sldChg>
      <pc:sldChg chg="del">
        <pc:chgData name="Xin Luo" userId="82312ee5779919a4" providerId="LiveId" clId="{A5D610E5-752B-7B4A-889B-D40C860DA0F0}" dt="2025-05-08T15:18:36.429" v="200" actId="2696"/>
        <pc:sldMkLst>
          <pc:docMk/>
          <pc:sldMk cId="2920839983" sldId="2747"/>
        </pc:sldMkLst>
      </pc:sldChg>
      <pc:sldChg chg="del">
        <pc:chgData name="Xin Luo" userId="82312ee5779919a4" providerId="LiveId" clId="{A5D610E5-752B-7B4A-889B-D40C860DA0F0}" dt="2025-05-08T15:18:36.431" v="202" actId="2696"/>
        <pc:sldMkLst>
          <pc:docMk/>
          <pc:sldMk cId="2081473989" sldId="2748"/>
        </pc:sldMkLst>
      </pc:sldChg>
      <pc:sldChg chg="del">
        <pc:chgData name="Xin Luo" userId="82312ee5779919a4" providerId="LiveId" clId="{A5D610E5-752B-7B4A-889B-D40C860DA0F0}" dt="2025-05-08T15:18:36.457" v="210" actId="2696"/>
        <pc:sldMkLst>
          <pc:docMk/>
          <pc:sldMk cId="1994915307" sldId="2749"/>
        </pc:sldMkLst>
      </pc:sldChg>
      <pc:sldChg chg="del">
        <pc:chgData name="Xin Luo" userId="82312ee5779919a4" providerId="LiveId" clId="{A5D610E5-752B-7B4A-889B-D40C860DA0F0}" dt="2025-05-08T15:18:36.430" v="201" actId="2696"/>
        <pc:sldMkLst>
          <pc:docMk/>
          <pc:sldMk cId="202264030" sldId="2750"/>
        </pc:sldMkLst>
      </pc:sldChg>
      <pc:sldChg chg="del">
        <pc:chgData name="Xin Luo" userId="82312ee5779919a4" providerId="LiveId" clId="{A5D610E5-752B-7B4A-889B-D40C860DA0F0}" dt="2025-05-08T15:18:36.448" v="207" actId="2696"/>
        <pc:sldMkLst>
          <pc:docMk/>
          <pc:sldMk cId="2371836296" sldId="2756"/>
        </pc:sldMkLst>
      </pc:sldChg>
      <pc:sldChg chg="del">
        <pc:chgData name="Xin Luo" userId="82312ee5779919a4" providerId="LiveId" clId="{A5D610E5-752B-7B4A-889B-D40C860DA0F0}" dt="2025-05-08T15:18:36.437" v="204" actId="2696"/>
        <pc:sldMkLst>
          <pc:docMk/>
          <pc:sldMk cId="397779649" sldId="2757"/>
        </pc:sldMkLst>
      </pc:sldChg>
      <pc:sldChg chg="del">
        <pc:chgData name="Xin Luo" userId="82312ee5779919a4" providerId="LiveId" clId="{A5D610E5-752B-7B4A-889B-D40C860DA0F0}" dt="2025-05-08T15:18:36.455" v="209" actId="2696"/>
        <pc:sldMkLst>
          <pc:docMk/>
          <pc:sldMk cId="1878724924" sldId="2758"/>
        </pc:sldMkLst>
      </pc:sldChg>
      <pc:sldChg chg="add">
        <pc:chgData name="Xin Luo" userId="82312ee5779919a4" providerId="LiveId" clId="{A5D610E5-752B-7B4A-889B-D40C860DA0F0}" dt="2025-05-08T15:18:29.209" v="197"/>
        <pc:sldMkLst>
          <pc:docMk/>
          <pc:sldMk cId="3506380824" sldId="2764"/>
        </pc:sldMkLst>
      </pc:sldChg>
    </pc:docChg>
  </pc:docChgLst>
  <pc:docChgLst>
    <pc:chgData name="Xin Luo" userId="82312ee5779919a4" providerId="LiveId" clId="{D14C59B8-0981-EC4B-B26C-2D65043E6DB4}"/>
    <pc:docChg chg="undo custSel addSld delSld modSld sldOrd">
      <pc:chgData name="Xin Luo" userId="82312ee5779919a4" providerId="LiveId" clId="{D14C59B8-0981-EC4B-B26C-2D65043E6DB4}" dt="2025-06-01T09:04:21.621" v="2970" actId="2696"/>
      <pc:docMkLst>
        <pc:docMk/>
      </pc:docMkLst>
      <pc:sldChg chg="modSp mod">
        <pc:chgData name="Xin Luo" userId="82312ee5779919a4" providerId="LiveId" clId="{D14C59B8-0981-EC4B-B26C-2D65043E6DB4}" dt="2025-05-25T10:21:09.231" v="163" actId="20577"/>
        <pc:sldMkLst>
          <pc:docMk/>
          <pc:sldMk cId="1576120367" sldId="2387"/>
        </pc:sldMkLst>
      </pc:sldChg>
      <pc:sldChg chg="modSp mod">
        <pc:chgData name="Xin Luo" userId="82312ee5779919a4" providerId="LiveId" clId="{D14C59B8-0981-EC4B-B26C-2D65043E6DB4}" dt="2025-05-25T10:21:20.908" v="164" actId="20577"/>
        <pc:sldMkLst>
          <pc:docMk/>
          <pc:sldMk cId="2415901206" sldId="2447"/>
        </pc:sldMkLst>
      </pc:sldChg>
      <pc:sldChg chg="modSp mod">
        <pc:chgData name="Xin Luo" userId="82312ee5779919a4" providerId="LiveId" clId="{D14C59B8-0981-EC4B-B26C-2D65043E6DB4}" dt="2025-05-25T10:21:32.920" v="188" actId="20577"/>
        <pc:sldMkLst>
          <pc:docMk/>
          <pc:sldMk cId="481122590" sldId="2709"/>
        </pc:sldMkLst>
      </pc:sldChg>
      <pc:sldChg chg="modSp mod">
        <pc:chgData name="Xin Luo" userId="82312ee5779919a4" providerId="LiveId" clId="{D14C59B8-0981-EC4B-B26C-2D65043E6DB4}" dt="2025-05-25T10:21:57.525" v="205" actId="20577"/>
        <pc:sldMkLst>
          <pc:docMk/>
          <pc:sldMk cId="972163772" sldId="2720"/>
        </pc:sldMkLst>
      </pc:sldChg>
      <pc:sldChg chg="addSp delSp modSp mod">
        <pc:chgData name="Xin Luo" userId="82312ee5779919a4" providerId="LiveId" clId="{D14C59B8-0981-EC4B-B26C-2D65043E6DB4}" dt="2025-06-01T03:22:25.060" v="2669" actId="14100"/>
        <pc:sldMkLst>
          <pc:docMk/>
          <pc:sldMk cId="3053350483" sldId="2729"/>
        </pc:sldMkLst>
      </pc:sldChg>
      <pc:sldChg chg="del">
        <pc:chgData name="Xin Luo" userId="82312ee5779919a4" providerId="LiveId" clId="{D14C59B8-0981-EC4B-B26C-2D65043E6DB4}" dt="2025-05-25T10:21:41.943" v="189" actId="2696"/>
        <pc:sldMkLst>
          <pc:docMk/>
          <pc:sldMk cId="1201927867" sldId="2730"/>
        </pc:sldMkLst>
      </pc:sldChg>
      <pc:sldChg chg="add ord">
        <pc:chgData name="Xin Luo" userId="82312ee5779919a4" providerId="LiveId" clId="{D14C59B8-0981-EC4B-B26C-2D65043E6DB4}" dt="2025-05-25T11:06:40.016" v="797" actId="20578"/>
        <pc:sldMkLst>
          <pc:docMk/>
          <pc:sldMk cId="1658887241" sldId="2730"/>
        </pc:sldMkLst>
      </pc:sldChg>
      <pc:sldChg chg="addSp delSp modSp add mod">
        <pc:chgData name="Xin Luo" userId="82312ee5779919a4" providerId="LiveId" clId="{D14C59B8-0981-EC4B-B26C-2D65043E6DB4}" dt="2025-06-01T05:03:19.029" v="2739" actId="20577"/>
        <pc:sldMkLst>
          <pc:docMk/>
          <pc:sldMk cId="345114206" sldId="2767"/>
        </pc:sldMkLst>
      </pc:sldChg>
      <pc:sldChg chg="del">
        <pc:chgData name="Xin Luo" userId="82312ee5779919a4" providerId="LiveId" clId="{D14C59B8-0981-EC4B-B26C-2D65043E6DB4}" dt="2025-05-25T10:21:41.943" v="189" actId="2696"/>
        <pc:sldMkLst>
          <pc:docMk/>
          <pc:sldMk cId="3947651410" sldId="2767"/>
        </pc:sldMkLst>
      </pc:sldChg>
      <pc:sldChg chg="add modNotesTx">
        <pc:chgData name="Xin Luo" userId="82312ee5779919a4" providerId="LiveId" clId="{D14C59B8-0981-EC4B-B26C-2D65043E6DB4}" dt="2025-06-01T05:12:21.342" v="2832" actId="20577"/>
        <pc:sldMkLst>
          <pc:docMk/>
          <pc:sldMk cId="523723600" sldId="2768"/>
        </pc:sldMkLst>
      </pc:sldChg>
      <pc:sldChg chg="del">
        <pc:chgData name="Xin Luo" userId="82312ee5779919a4" providerId="LiveId" clId="{D14C59B8-0981-EC4B-B26C-2D65043E6DB4}" dt="2025-05-25T10:21:41.943" v="189" actId="2696"/>
        <pc:sldMkLst>
          <pc:docMk/>
          <pc:sldMk cId="4149704501" sldId="2768"/>
        </pc:sldMkLst>
      </pc:sldChg>
      <pc:sldChg chg="addSp delSp modSp add mod">
        <pc:chgData name="Xin Luo" userId="82312ee5779919a4" providerId="LiveId" clId="{D14C59B8-0981-EC4B-B26C-2D65043E6DB4}" dt="2025-06-01T03:22:34.786" v="2671" actId="113"/>
        <pc:sldMkLst>
          <pc:docMk/>
          <pc:sldMk cId="4191734053" sldId="2769"/>
        </pc:sldMkLst>
      </pc:sldChg>
      <pc:sldChg chg="delSp modSp add del mod">
        <pc:chgData name="Xin Luo" userId="82312ee5779919a4" providerId="LiveId" clId="{D14C59B8-0981-EC4B-B26C-2D65043E6DB4}" dt="2025-05-25T11:07:26.945" v="798" actId="2696"/>
        <pc:sldMkLst>
          <pc:docMk/>
          <pc:sldMk cId="2593144733" sldId="2770"/>
        </pc:sldMkLst>
      </pc:sldChg>
      <pc:sldChg chg="addSp delSp modSp add mod modNotesTx">
        <pc:chgData name="Xin Luo" userId="82312ee5779919a4" providerId="LiveId" clId="{D14C59B8-0981-EC4B-B26C-2D65043E6DB4}" dt="2025-06-01T03:22:57.140" v="2689" actId="207"/>
        <pc:sldMkLst>
          <pc:docMk/>
          <pc:sldMk cId="4120474075" sldId="2771"/>
        </pc:sldMkLst>
      </pc:sldChg>
      <pc:sldChg chg="addSp delSp modSp add mod">
        <pc:chgData name="Xin Luo" userId="82312ee5779919a4" providerId="LiveId" clId="{D14C59B8-0981-EC4B-B26C-2D65043E6DB4}" dt="2025-06-01T03:23:12.880" v="2693" actId="1076"/>
        <pc:sldMkLst>
          <pc:docMk/>
          <pc:sldMk cId="3183286210" sldId="2772"/>
        </pc:sldMkLst>
      </pc:sldChg>
      <pc:sldChg chg="addSp delSp modSp add mod">
        <pc:chgData name="Xin Luo" userId="82312ee5779919a4" providerId="LiveId" clId="{D14C59B8-0981-EC4B-B26C-2D65043E6DB4}" dt="2025-06-01T03:32:36.210" v="2714" actId="1076"/>
        <pc:sldMkLst>
          <pc:docMk/>
          <pc:sldMk cId="2871118410" sldId="2773"/>
        </pc:sldMkLst>
      </pc:sldChg>
      <pc:sldChg chg="addSp delSp modSp add mod">
        <pc:chgData name="Xin Luo" userId="82312ee5779919a4" providerId="LiveId" clId="{D14C59B8-0981-EC4B-B26C-2D65043E6DB4}" dt="2025-06-01T03:33:07.162" v="2722" actId="1076"/>
        <pc:sldMkLst>
          <pc:docMk/>
          <pc:sldMk cId="1924830660" sldId="2774"/>
        </pc:sldMkLst>
      </pc:sldChg>
      <pc:sldChg chg="addSp delSp modSp add mod">
        <pc:chgData name="Xin Luo" userId="82312ee5779919a4" providerId="LiveId" clId="{D14C59B8-0981-EC4B-B26C-2D65043E6DB4}" dt="2025-06-01T04:58:50.742" v="2734" actId="1036"/>
        <pc:sldMkLst>
          <pc:docMk/>
          <pc:sldMk cId="2132556518" sldId="2775"/>
        </pc:sldMkLst>
      </pc:sldChg>
      <pc:sldChg chg="addSp delSp modSp add del mod ord modNotesTx">
        <pc:chgData name="Xin Luo" userId="82312ee5779919a4" providerId="LiveId" clId="{D14C59B8-0981-EC4B-B26C-2D65043E6DB4}" dt="2025-06-01T09:03:34.763" v="2967" actId="2696"/>
        <pc:sldMkLst>
          <pc:docMk/>
          <pc:sldMk cId="152024502" sldId="2776"/>
        </pc:sldMkLst>
      </pc:sldChg>
      <pc:sldChg chg="addSp delSp modSp add mod">
        <pc:chgData name="Xin Luo" userId="82312ee5779919a4" providerId="LiveId" clId="{D14C59B8-0981-EC4B-B26C-2D65043E6DB4}" dt="2025-06-01T08:40:56.987" v="2866" actId="1076"/>
        <pc:sldMkLst>
          <pc:docMk/>
          <pc:sldMk cId="4290921164" sldId="2777"/>
        </pc:sldMkLst>
      </pc:sldChg>
      <pc:sldChg chg="addSp delSp modSp add mod ord">
        <pc:chgData name="Xin Luo" userId="82312ee5779919a4" providerId="LiveId" clId="{D14C59B8-0981-EC4B-B26C-2D65043E6DB4}" dt="2025-06-01T08:42:28.113" v="2897" actId="1035"/>
        <pc:sldMkLst>
          <pc:docMk/>
          <pc:sldMk cId="3297208711" sldId="2778"/>
        </pc:sldMkLst>
      </pc:sldChg>
      <pc:sldChg chg="addSp delSp modSp add mod">
        <pc:chgData name="Xin Luo" userId="82312ee5779919a4" providerId="LiveId" clId="{D14C59B8-0981-EC4B-B26C-2D65043E6DB4}" dt="2025-06-01T09:00:31.318" v="2961" actId="1035"/>
        <pc:sldMkLst>
          <pc:docMk/>
          <pc:sldMk cId="1983522713" sldId="2779"/>
        </pc:sldMkLst>
      </pc:sldChg>
      <pc:sldChg chg="addSp delSp modSp add mod">
        <pc:chgData name="Xin Luo" userId="82312ee5779919a4" providerId="LiveId" clId="{D14C59B8-0981-EC4B-B26C-2D65043E6DB4}" dt="2025-06-01T09:03:28.266" v="2966" actId="1076"/>
        <pc:sldMkLst>
          <pc:docMk/>
          <pc:sldMk cId="1227656408" sldId="2780"/>
        </pc:sldMkLst>
      </pc:sldChg>
      <pc:sldChg chg="addSp delSp modSp add del mod">
        <pc:chgData name="Xin Luo" userId="82312ee5779919a4" providerId="LiveId" clId="{D14C59B8-0981-EC4B-B26C-2D65043E6DB4}" dt="2025-06-01T09:02:58.707" v="2962" actId="2696"/>
        <pc:sldMkLst>
          <pc:docMk/>
          <pc:sldMk cId="466510342" sldId="2781"/>
        </pc:sldMkLst>
      </pc:sldChg>
      <pc:sldChg chg="delSp modSp add del mod">
        <pc:chgData name="Xin Luo" userId="82312ee5779919a4" providerId="LiveId" clId="{D14C59B8-0981-EC4B-B26C-2D65043E6DB4}" dt="2025-06-01T09:04:21.621" v="2970" actId="2696"/>
        <pc:sldMkLst>
          <pc:docMk/>
          <pc:sldMk cId="3963623095" sldId="2782"/>
        </pc:sldMkLst>
      </pc:sldChg>
      <pc:sldChg chg="modSp add mod">
        <pc:chgData name="Xin Luo" userId="82312ee5779919a4" providerId="LiveId" clId="{D14C59B8-0981-EC4B-B26C-2D65043E6DB4}" dt="2025-06-01T08:26:52.802" v="2863" actId="14100"/>
        <pc:sldMkLst>
          <pc:docMk/>
          <pc:sldMk cId="116747266" sldId="2783"/>
        </pc:sldMkLst>
      </pc:sldChg>
      <pc:sldChg chg="addSp delSp modSp add mod">
        <pc:chgData name="Xin Luo" userId="82312ee5779919a4" providerId="LiveId" clId="{D14C59B8-0981-EC4B-B26C-2D65043E6DB4}" dt="2025-05-31T01:59:00.341" v="1534" actId="113"/>
        <pc:sldMkLst>
          <pc:docMk/>
          <pc:sldMk cId="1141366588" sldId="2784"/>
        </pc:sldMkLst>
      </pc:sldChg>
      <pc:sldChg chg="addSp delSp modSp add mod">
        <pc:chgData name="Xin Luo" userId="82312ee5779919a4" providerId="LiveId" clId="{D14C59B8-0981-EC4B-B26C-2D65043E6DB4}" dt="2025-05-31T02:33:55.649" v="2045" actId="1076"/>
        <pc:sldMkLst>
          <pc:docMk/>
          <pc:sldMk cId="1406963904" sldId="2785"/>
        </pc:sldMkLst>
      </pc:sldChg>
      <pc:sldChg chg="addSp delSp modSp add mod">
        <pc:chgData name="Xin Luo" userId="82312ee5779919a4" providerId="LiveId" clId="{D14C59B8-0981-EC4B-B26C-2D65043E6DB4}" dt="2025-06-01T03:24:12.833" v="2707" actId="1036"/>
        <pc:sldMkLst>
          <pc:docMk/>
          <pc:sldMk cId="3353334114" sldId="2786"/>
        </pc:sldMkLst>
      </pc:sldChg>
      <pc:sldChg chg="add del">
        <pc:chgData name="Xin Luo" userId="82312ee5779919a4" providerId="LiveId" clId="{D14C59B8-0981-EC4B-B26C-2D65043E6DB4}" dt="2025-06-01T09:04:08.217" v="2969"/>
        <pc:sldMkLst>
          <pc:docMk/>
          <pc:sldMk cId="1887173609" sldId="2787"/>
        </pc:sldMkLst>
      </pc:sldChg>
    </pc:docChg>
  </pc:docChgLst>
  <pc:docChgLst>
    <pc:chgData name="Xin Luo" userId="82312ee5779919a4" providerId="LiveId" clId="{6D7995D0-6D12-7441-A7A8-BA6591145C00}"/>
    <pc:docChg chg="custSel modSld">
      <pc:chgData name="Xin Luo" userId="82312ee5779919a4" providerId="LiveId" clId="{6D7995D0-6D12-7441-A7A8-BA6591145C00}" dt="2025-08-12T09:58:00.791" v="3" actId="478"/>
      <pc:docMkLst>
        <pc:docMk/>
      </pc:docMkLst>
      <pc:sldChg chg="addSp delSp modSp mod">
        <pc:chgData name="Xin Luo" userId="82312ee5779919a4" providerId="LiveId" clId="{6D7995D0-6D12-7441-A7A8-BA6591145C00}" dt="2025-08-12T09:58:00.791" v="3" actId="478"/>
        <pc:sldMkLst>
          <pc:docMk/>
          <pc:sldMk cId="4120474075" sldId="2771"/>
        </pc:sldMkLst>
        <pc:spChg chg="add del mod">
          <ac:chgData name="Xin Luo" userId="82312ee5779919a4" providerId="LiveId" clId="{6D7995D0-6D12-7441-A7A8-BA6591145C00}" dt="2025-08-12T09:58:00.791" v="3" actId="478"/>
          <ac:spMkLst>
            <pc:docMk/>
            <pc:sldMk cId="4120474075" sldId="2771"/>
            <ac:spMk id="6" creationId="{D261D712-2D5E-6750-6F8E-245EC7569FBA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313" y="0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313" y="9723438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defRPr sz="1100"/>
            </a:lvl1pPr>
          </a:lstStyle>
          <a:p>
            <a:pPr>
              <a:defRPr/>
            </a:pPr>
            <a:fld id="{6D45C849-0B45-C74F-ACD3-3797B4D2944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289993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42875" y="768350"/>
            <a:ext cx="6818313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849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849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</a:defRPr>
            </a:lvl1pPr>
          </a:lstStyle>
          <a:p>
            <a:pPr>
              <a:defRPr/>
            </a:pPr>
            <a:fld id="{BAF496D9-25EC-FE4B-A1BF-34C514AB282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9059369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宋体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42875" y="768350"/>
            <a:ext cx="6818313" cy="3836988"/>
          </a:xfrm>
          <a:ln/>
        </p:spPr>
      </p:sp>
      <p:sp>
        <p:nvSpPr>
          <p:cNvPr id="819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zh-CN" sz="1200" kern="1200">
              <a:solidFill>
                <a:schemeClr val="tx1"/>
              </a:solidFill>
              <a:effectLst/>
              <a:latin typeface="Arial" charset="0"/>
              <a:ea typeface="宋体" pitchFamily="2" charset="-122"/>
              <a:cs typeface="宋体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1867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7ECF62-1638-4DD4-9C28-B7A1E023F854}" type="slidenum">
              <a:rPr lang="zh-CN" altLang="en-US" smtClean="0">
                <a:solidFill>
                  <a:prstClr val="black"/>
                </a:solidFill>
              </a:rPr>
              <a:pPr/>
              <a:t>2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25521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71108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函数提高程序可读性，文章段落类比。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252340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777E4-9677-9C6A-DEA2-C842B6F9F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DEAB7CD-F4B8-7010-7355-03B68BA353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D59F745-73B4-D85D-35B6-C56F6C215E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函数也可以没有返回值与参数。</a:t>
            </a:r>
            <a:endParaRPr lang="en-US" altLang="zh-CN" dirty="0">
              <a:solidFill>
                <a:srgbClr val="333333"/>
              </a:solidFill>
              <a:latin typeface="+mn-ea"/>
              <a:ea typeface="+mn-ea"/>
            </a:endParaRPr>
          </a:p>
          <a:p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函数提高程序可读性，文章段落类比。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416697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E79B7-AA6B-B3A4-B1BB-3106C8755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5018E3C-78EB-5715-8952-104D1F9A1A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FD3FDEB-5B20-2E23-0BA0-0CBA79EE5D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65123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14C3F-C5F3-376D-0F0F-BDE3C28FA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1639994-5536-2EB5-A169-9BB488A5E1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0E137D7-0561-2996-0397-6D1C6D3E37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788325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7D390-849D-CDDA-7553-BD5D34A42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C3778F4-D56B-8637-85AD-F9962869D3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ACDAE5E-C9EB-18ED-89A8-B807217FE6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544359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507DB-D99B-1D48-7106-EA3CC41B2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ECC89CF-96A5-4666-56EF-815CD2DCA0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B3372F-FF67-742E-F6E1-638D4510E4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275785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56505-7061-46DA-41BC-E001DF002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99664E1-4B13-1A47-ADFB-8870BF00BA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B79B938-84C3-A2A6-FCAC-1C2B1506A5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570466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41E2E-D236-0F84-7704-E2DB43DC2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C61A98B-E45F-1EF2-4B4B-C2398F2419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7B1264B-1121-CAC5-D61F-0E18986AD2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738912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7BC85-094F-83CB-3179-CAA1B02B8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6A7B485-B1CD-D406-4DF2-C6A6B77E48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33BB245-17A4-FF81-2343-E70A174B98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125956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55554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9E18C-5440-8F88-91D0-EE686E9EF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42EF0D3-2517-48CE-1289-210D307372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D1A99FA-8CF9-C866-E01B-0C8542F7A7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707343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797688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package0</a:t>
            </a:r>
            <a:r>
              <a:rPr lang="zh-CN" altLang="en-US" dirty="0"/>
              <a:t>中加</a:t>
            </a:r>
            <a:r>
              <a:rPr lang="en-US" altLang="zh-CN" dirty="0"/>
              <a:t>__</a:t>
            </a:r>
            <a:r>
              <a:rPr lang="en-US" altLang="zh-CN" dirty="0" err="1"/>
              <a:t>init</a:t>
            </a:r>
            <a:r>
              <a:rPr lang="en-US" altLang="zh-CN" dirty="0"/>
              <a:t>__.</a:t>
            </a:r>
            <a:r>
              <a:rPr lang="en-US" altLang="zh-CN" dirty="0" err="1"/>
              <a:t>py</a:t>
            </a:r>
            <a:r>
              <a:rPr lang="zh-CN" altLang="en-US" dirty="0"/>
              <a:t>不讲，感兴趣自行学习。</a:t>
            </a:r>
          </a:p>
        </p:txBody>
      </p:sp>
    </p:spTree>
    <p:extLst>
      <p:ext uri="{BB962C8B-B14F-4D97-AF65-F5344CB8AC3E}">
        <p14:creationId xmlns:p14="http://schemas.microsoft.com/office/powerpoint/2010/main" val="34838271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64B01-E098-DB32-574A-4A5B592FE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2E7EDAB-980F-67B4-62EB-C6586D906E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6F1717B-7FBF-E3FF-2E60-2BDD2D9FA1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4253973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157065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36917-8DBE-626B-3823-D49C74071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33866F9-6CFF-63A4-850C-AF47AE8F0C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4498654-4561-8F5B-F275-62948034C2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324420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8538F-A32C-5859-F928-F70921E0B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504B06F-9C28-98BF-68BF-C5389818A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696564E-1866-5211-32B5-9D82992212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7458286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C03CC-76E3-DDF5-68AF-C67D1501B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7B9D23F-FA6C-44F6-0828-B8671F91EE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8FA34C1-ED15-49CC-61A5-A5D544410C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815618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B3E48-4FE0-323B-BF49-2B871D74E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7BA8899-142E-EBDA-E290-C15A22142C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515F90-0CD1-583B-8200-9994A54579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9643587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85EE1-20A6-B84A-DE8A-6446A68E6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57012A0-04FC-DEAB-A63B-228D473B86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B542019-AA03-CC0E-20B0-1C4A732B46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7998980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332621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174D8-6A28-C8E3-1C21-02AFB0809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897E9F-012B-C372-40C0-176255E5E2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1EB4E98-EF28-6EE4-04E1-2BD7E0634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29363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>
            <a:spLocks noChangeArrowheads="1"/>
          </p:cNvSpPr>
          <p:nvPr userDrawn="1"/>
        </p:nvSpPr>
        <p:spPr bwMode="auto">
          <a:xfrm>
            <a:off x="0" y="2276475"/>
            <a:ext cx="12192000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5" name="矩形 4"/>
          <p:cNvSpPr>
            <a:spLocks noChangeArrowheads="1"/>
          </p:cNvSpPr>
          <p:nvPr userDrawn="1"/>
        </p:nvSpPr>
        <p:spPr bwMode="auto">
          <a:xfrm>
            <a:off x="0" y="2203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 userDrawn="1"/>
        </p:nvSpPr>
        <p:spPr bwMode="auto">
          <a:xfrm>
            <a:off x="0" y="4870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32860" name="Rectangle 92"/>
          <p:cNvSpPr>
            <a:spLocks noGrp="1" noChangeArrowheads="1"/>
          </p:cNvSpPr>
          <p:nvPr>
            <p:ph type="ctrTitle"/>
          </p:nvPr>
        </p:nvSpPr>
        <p:spPr>
          <a:xfrm>
            <a:off x="2438400" y="1828800"/>
            <a:ext cx="9245600" cy="236220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2861" name="Rectangle 93"/>
          <p:cNvSpPr>
            <a:spLocks noGrp="1" noChangeArrowheads="1"/>
          </p:cNvSpPr>
          <p:nvPr>
            <p:ph type="subTitle" idx="1"/>
          </p:nvPr>
        </p:nvSpPr>
        <p:spPr>
          <a:xfrm>
            <a:off x="2438400" y="4572000"/>
            <a:ext cx="9245600" cy="12954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2436137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292966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653096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83453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114205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737418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87389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83168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2014974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8887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192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192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1798699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0" y="-26988"/>
            <a:ext cx="12192000" cy="6192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823186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914400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4297495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900904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73" name="Picture 1" descr="D:\5万更新包奖PPT\张嘉\PPT用图\2.整饰相关\整饰 周老师改\5 31整饰-1副本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58001"/>
          </a:xfrm>
          <a:prstGeom prst="rect">
            <a:avLst/>
          </a:prstGeom>
          <a:noFill/>
        </p:spPr>
      </p:pic>
      <p:sp>
        <p:nvSpPr>
          <p:cNvPr id="2" name="大标题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71546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36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53477105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gradFill rotWithShape="1">
          <a:gsLst>
            <a:gs pos="0">
              <a:schemeClr val="bg1">
                <a:tint val="80000"/>
                <a:satMod val="300000"/>
              </a:schemeClr>
            </a:gs>
            <a:gs pos="100000">
              <a:schemeClr val="bg1">
                <a:lumMod val="9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8659729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130869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309685" y="6467405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>
            <a:off x="0" y="6395396"/>
            <a:ext cx="12192000" cy="0"/>
          </a:xfrm>
          <a:custGeom>
            <a:avLst/>
            <a:gdLst>
              <a:gd name="connsiteX0" fmla="*/ 0 w 9144000"/>
              <a:gd name="connsiteY0" fmla="*/ 0 h 0"/>
              <a:gd name="connsiteX1" fmla="*/ 9144000 w 914400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144000">
                <a:moveTo>
                  <a:pt x="0" y="0"/>
                </a:moveTo>
                <a:lnTo>
                  <a:pt x="9144000" y="0"/>
                </a:lnTo>
              </a:path>
            </a:pathLst>
          </a:cu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>
              <a:solidFill>
                <a:prstClr val="white"/>
              </a:solidFill>
            </a:endParaRP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56853612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609398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629FCA-9BCC-4D94-BCF1-50AA18210C8D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9554218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480EE588-B514-4B83-883F-1A90AE4C4A85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249880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3945235"/>
            <a:ext cx="10363200" cy="461665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0523AAF6-DDDF-4D98-B1C8-197F7B964DB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4115387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33918" y="1087439"/>
            <a:ext cx="5369983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07100" y="1087439"/>
            <a:ext cx="5369984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DAC03A7A-4C91-400B-8A5E-521C0E46A7D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6905"/>
      </p:ext>
    </p:extLst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39344"/>
            <a:ext cx="5386917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639344"/>
            <a:ext cx="5389033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CE4B736F-8802-4601-81EF-2D08228E192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2782090"/>
      </p:ext>
    </p:extLst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94C19E30-39C3-491E-99F3-94FA9B6A4A6B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1323634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5CB6EDE-C31E-48F8-B56E-C83A2C11E3A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0110239"/>
      </p:ext>
    </p:extLst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266534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AB753CBF-8E7A-41BE-9CDE-C113C4033482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75091782"/>
      </p:ext>
    </p:extLst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68326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D5458A-7C4D-4972-829E-0613074E0F8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6758884"/>
      </p:ext>
    </p:extLst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917676" y="1087439"/>
            <a:ext cx="3459409" cy="2332946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B72497E-EDC7-4CBF-BBB7-C88B46A92B8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8231793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676218" y="115889"/>
            <a:ext cx="2891367" cy="32416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530674" y="115889"/>
            <a:ext cx="2942344" cy="32416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86B5A12F-F1D3-4E67-A43C-D26EBF5447F7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756141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4380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9" name="同侧圆角矩形 8"/>
          <p:cNvSpPr/>
          <p:nvPr userDrawn="1"/>
        </p:nvSpPr>
        <p:spPr>
          <a:xfrm rot="5400000">
            <a:off x="6030021" y="-5257469"/>
            <a:ext cx="72000" cy="12132043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10" name="同侧圆角矩形 9"/>
          <p:cNvSpPr/>
          <p:nvPr userDrawn="1"/>
        </p:nvSpPr>
        <p:spPr>
          <a:xfrm rot="5400000" flipH="1">
            <a:off x="11385532" y="38088"/>
            <a:ext cx="72000" cy="1540935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4774" r:id="rId1"/>
    <p:sldLayoutId id="2147484775" r:id="rId2"/>
    <p:sldLayoutId id="2147484776" r:id="rId3"/>
    <p:sldLayoutId id="2147484777" r:id="rId4"/>
    <p:sldLayoutId id="2147484778" r:id="rId5"/>
    <p:sldLayoutId id="2147484779" r:id="rId6"/>
    <p:sldLayoutId id="2147484780" r:id="rId7"/>
    <p:sldLayoutId id="2147484781" r:id="rId8"/>
    <p:sldLayoutId id="2147484782" r:id="rId9"/>
    <p:sldLayoutId id="2147484783" r:id="rId10"/>
    <p:sldLayoutId id="2147484784" r:id="rId11"/>
    <p:sldLayoutId id="2147484785" r:id="rId12"/>
    <p:sldLayoutId id="2147484786" r:id="rId13"/>
    <p:sldLayoutId id="2147484787" r:id="rId14"/>
    <p:sldLayoutId id="2147484788" r:id="rId15"/>
    <p:sldLayoutId id="2147484789" r:id="rId16"/>
    <p:sldLayoutId id="2147484790" r:id="rId17"/>
    <p:sldLayoutId id="2147484954" r:id="rId18"/>
  </p:sldLayoutIdLst>
  <p:transition>
    <p:fade/>
  </p:transition>
  <p:hf hdr="0" ftr="0" dt="0"/>
  <p:txStyles>
    <p:titleStyle>
      <a:lvl1pPr marL="0" indent="88900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+mj-lt"/>
          <a:ea typeface="+mj-ea"/>
          <a:cs typeface="微软雅黑" charset="0"/>
        </a:defRPr>
      </a:lvl1pPr>
      <a:lvl2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2pPr>
      <a:lvl3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3pPr>
      <a:lvl4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4pPr>
      <a:lvl5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80000"/>
        <a:buChar char="•"/>
        <a:defRPr kumimoji="1" sz="2800">
          <a:solidFill>
            <a:schemeClr val="bg2"/>
          </a:solidFill>
          <a:latin typeface="+mn-lt"/>
          <a:ea typeface="+mn-ea"/>
          <a:cs typeface="微软雅黑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75000"/>
        <a:buChar char="–"/>
        <a:defRPr kumimoji="1" sz="2400">
          <a:solidFill>
            <a:schemeClr val="bg2"/>
          </a:solidFill>
          <a:latin typeface="+mn-lt"/>
          <a:ea typeface="+mn-ea"/>
          <a:cs typeface="微软雅黑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Char char="•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Char char="»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12" descr="bg3-LINE"/>
          <p:cNvPicPr>
            <a:picLocks noChangeAspect="1" noChangeArrowheads="1"/>
          </p:cNvPicPr>
          <p:nvPr userDrawn="1"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1" y="1"/>
            <a:ext cx="12189884" cy="6856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43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0" y="115889"/>
            <a:ext cx="11567584" cy="649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标题文本样式：黑体</a:t>
            </a:r>
            <a:r>
              <a:rPr lang="en-US" altLang="zh-CN"/>
              <a:t>/34</a:t>
            </a:r>
            <a:r>
              <a:rPr lang="zh-CN" altLang="en-US"/>
              <a:t>号  </a:t>
            </a:r>
            <a:r>
              <a:rPr lang="en-US" altLang="zh-CN"/>
              <a:t>Arial/34pt</a:t>
            </a:r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3918" y="1087439"/>
            <a:ext cx="10943167" cy="233294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>
            <a:spAutoFit/>
          </a:bodyPr>
          <a:lstStyle/>
          <a:p>
            <a:pPr lvl="0"/>
            <a:r>
              <a:rPr lang="zh-CN" altLang="en-US"/>
              <a:t>第一级内容文本样式：黑体</a:t>
            </a:r>
            <a:r>
              <a:rPr lang="en-US" altLang="zh-CN"/>
              <a:t>/28</a:t>
            </a:r>
            <a:r>
              <a:rPr lang="zh-CN" altLang="en-US"/>
              <a:t>号  </a:t>
            </a:r>
            <a:r>
              <a:rPr lang="en-US" altLang="zh-CN"/>
              <a:t>Arial/28pt</a:t>
            </a:r>
          </a:p>
          <a:p>
            <a:pPr lvl="1"/>
            <a:r>
              <a:rPr lang="zh-CN" altLang="en-US"/>
              <a:t>第二级内容文本样式：黑体</a:t>
            </a:r>
            <a:r>
              <a:rPr lang="en-US" altLang="zh-CN"/>
              <a:t>/24</a:t>
            </a:r>
            <a:r>
              <a:rPr lang="zh-CN" altLang="en-US"/>
              <a:t>号  </a:t>
            </a:r>
            <a:r>
              <a:rPr lang="en-US" altLang="zh-CN"/>
              <a:t>Arial/24pt</a:t>
            </a:r>
          </a:p>
          <a:p>
            <a:pPr lvl="2"/>
            <a:r>
              <a:rPr lang="zh-CN" altLang="en-US"/>
              <a:t>第三级内容文本样式：黑体</a:t>
            </a:r>
            <a:r>
              <a:rPr lang="en-US" altLang="zh-CN"/>
              <a:t>/20</a:t>
            </a:r>
            <a:r>
              <a:rPr lang="zh-CN" altLang="en-US"/>
              <a:t>号  </a:t>
            </a:r>
            <a:r>
              <a:rPr lang="en-US" altLang="zh-CN"/>
              <a:t>Arial/20pt</a:t>
            </a:r>
          </a:p>
          <a:p>
            <a:pPr lvl="3"/>
            <a:r>
              <a:rPr lang="zh-CN" altLang="en-US"/>
              <a:t>第四级内容文本样式：黑体</a:t>
            </a:r>
            <a:r>
              <a:rPr lang="en-US" altLang="zh-CN"/>
              <a:t>/18</a:t>
            </a:r>
            <a:r>
              <a:rPr lang="zh-CN" altLang="en-US"/>
              <a:t>号  </a:t>
            </a:r>
            <a:r>
              <a:rPr lang="en-US" altLang="zh-CN"/>
              <a:t>Arial/18pt</a:t>
            </a:r>
          </a:p>
          <a:p>
            <a:pPr lvl="4"/>
            <a:r>
              <a:rPr lang="zh-CN" altLang="en-US"/>
              <a:t>第五级内容文本样式：黑体</a:t>
            </a:r>
            <a:r>
              <a:rPr lang="en-US" altLang="zh-CN"/>
              <a:t>/16</a:t>
            </a:r>
            <a:r>
              <a:rPr lang="zh-CN" altLang="en-US"/>
              <a:t>号  </a:t>
            </a:r>
            <a:r>
              <a:rPr lang="en-US" altLang="zh-CN"/>
              <a:t>Arial/16pt</a:t>
            </a:r>
          </a:p>
        </p:txBody>
      </p:sp>
      <p:sp>
        <p:nvSpPr>
          <p:cNvPr id="306181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03267" y="6499226"/>
            <a:ext cx="2844800" cy="2127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0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r>
              <a:rPr lang="en-US" altLang="zh-CN"/>
              <a:t> </a:t>
            </a:r>
            <a:fld id="{0FF7CBF9-F9A5-4695-8B7F-69B64C2D809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46206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87" r:id="rId1"/>
    <p:sldLayoutId id="2147484988" r:id="rId2"/>
    <p:sldLayoutId id="2147484989" r:id="rId3"/>
    <p:sldLayoutId id="2147484990" r:id="rId4"/>
    <p:sldLayoutId id="2147484991" r:id="rId5"/>
    <p:sldLayoutId id="2147484992" r:id="rId6"/>
    <p:sldLayoutId id="2147484993" r:id="rId7"/>
    <p:sldLayoutId id="2147484994" r:id="rId8"/>
    <p:sldLayoutId id="2147484995" r:id="rId9"/>
    <p:sldLayoutId id="2147484996" r:id="rId10"/>
    <p:sldLayoutId id="2147484997" r:id="rId11"/>
  </p:sldLayoutIdLst>
  <p:transition/>
  <p:hf hdr="0" ftr="0" dt="0"/>
  <p:txStyles>
    <p:titleStyle>
      <a:lvl1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+mj-lt"/>
          <a:ea typeface="+mj-ea"/>
          <a:cs typeface="+mj-cs"/>
        </a:defRPr>
      </a:lvl1pPr>
      <a:lvl2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2pPr>
      <a:lvl3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3pPr>
      <a:lvl4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4pPr>
      <a:lvl5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5pPr>
      <a:lvl6pPr marL="8191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6pPr>
      <a:lvl7pPr marL="12763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7pPr>
      <a:lvl8pPr marL="17335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8pPr>
      <a:lvl9pPr marL="21907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9pPr>
    </p:titleStyle>
    <p:bodyStyle>
      <a:lvl1pPr marL="180975" indent="-180975" algn="l" rtl="0" eaLnBrk="0" fontAlgn="ctr" hangingPunct="0">
        <a:lnSpc>
          <a:spcPct val="120000"/>
        </a:lnSpc>
        <a:spcBef>
          <a:spcPct val="50000"/>
        </a:spcBef>
        <a:spcAft>
          <a:spcPct val="0"/>
        </a:spcAft>
        <a:buClr>
          <a:srgbClr val="00246C"/>
        </a:buClr>
        <a:buSzPct val="80000"/>
        <a:buFont typeface="Wingdings" panose="05000000000000000000" pitchFamily="2" charset="2"/>
        <a:buChar char="n"/>
        <a:defRPr sz="2800" b="1">
          <a:solidFill>
            <a:srgbClr val="00246C"/>
          </a:solidFill>
          <a:latin typeface="+mn-lt"/>
          <a:ea typeface="+mn-ea"/>
          <a:cs typeface="+mn-cs"/>
        </a:defRPr>
      </a:lvl1pPr>
      <a:lvl2pPr marL="541655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00CC"/>
        </a:buClr>
        <a:buSzPct val="80000"/>
        <a:buFont typeface="Wingdings" panose="05000000000000000000" pitchFamily="2" charset="2"/>
        <a:buChar char="n"/>
        <a:defRPr sz="2400" b="1">
          <a:solidFill>
            <a:srgbClr val="0000CC"/>
          </a:solidFill>
          <a:latin typeface="+mn-lt"/>
          <a:ea typeface="+mn-ea"/>
        </a:defRPr>
      </a:lvl2pPr>
      <a:lvl3pPr marL="895350" indent="-17462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3333FF"/>
        </a:buClr>
        <a:buSzPct val="80000"/>
        <a:buFont typeface="Wingdings" panose="05000000000000000000" pitchFamily="2" charset="2"/>
        <a:buChar char="n"/>
        <a:defRPr sz="2000">
          <a:solidFill>
            <a:srgbClr val="3333FF"/>
          </a:solidFill>
          <a:latin typeface="+mn-lt"/>
          <a:ea typeface="+mn-ea"/>
        </a:defRPr>
      </a:lvl3pPr>
      <a:lvl4pPr marL="1256030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6699FF"/>
        </a:buClr>
        <a:buSzPct val="80000"/>
        <a:buFont typeface="Wingdings" panose="05000000000000000000" pitchFamily="2" charset="2"/>
        <a:buChar char="n"/>
        <a:defRPr sz="2000">
          <a:solidFill>
            <a:srgbClr val="6699FF"/>
          </a:solidFill>
          <a:latin typeface="+mn-lt"/>
          <a:ea typeface="+mn-ea"/>
        </a:defRPr>
      </a:lvl4pPr>
      <a:lvl5pPr marL="1619250" indent="-184150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5pPr>
      <a:lvl6pPr marL="20764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6pPr>
      <a:lvl7pPr marL="25336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7pPr>
      <a:lvl8pPr marL="29908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8pPr>
      <a:lvl9pPr marL="34480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ChangeArrowheads="1"/>
          </p:cNvSpPr>
          <p:nvPr/>
        </p:nvSpPr>
        <p:spPr bwMode="auto">
          <a:xfrm>
            <a:off x="1843693" y="1685332"/>
            <a:ext cx="8501204" cy="1917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>
              <a:defRPr/>
            </a:pPr>
            <a:r>
              <a:rPr lang="zh-CN" altLang="en-US" sz="4800" b="1" dirty="0">
                <a:solidFill>
                  <a:srgbClr val="FF0000"/>
                </a:solidFill>
                <a:latin typeface="微软雅黑"/>
                <a:ea typeface="微软雅黑"/>
              </a:rPr>
              <a:t>第四章 函数与模块化编程</a:t>
            </a:r>
            <a:endParaRPr lang="zh-CN" altLang="zh-CN" sz="4800" b="1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25" name="Rectangle 8"/>
          <p:cNvSpPr>
            <a:spLocks noChangeArrowheads="1"/>
          </p:cNvSpPr>
          <p:nvPr/>
        </p:nvSpPr>
        <p:spPr bwMode="auto">
          <a:xfrm>
            <a:off x="1677909" y="3931738"/>
            <a:ext cx="8809022" cy="1439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b="1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罗 新</a:t>
            </a:r>
            <a:endParaRPr lang="en-US" altLang="zh-CN" b="1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b="1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云南大学 地球科学学院</a:t>
            </a:r>
            <a:endParaRPr lang="en-US" altLang="zh-CN" b="1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endParaRPr lang="zh-CN" altLang="en-US" sz="2800" b="1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180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</p:txBody>
      </p:sp>
      <p:sp>
        <p:nvSpPr>
          <p:cNvPr id="54" name="矩形 53"/>
          <p:cNvSpPr/>
          <p:nvPr/>
        </p:nvSpPr>
        <p:spPr>
          <a:xfrm flipV="1">
            <a:off x="2316000" y="3614405"/>
            <a:ext cx="7560000" cy="45719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lumMod val="0"/>
                  <a:lumOff val="100000"/>
                  <a:alpha val="0"/>
                </a:schemeClr>
              </a:gs>
              <a:gs pos="50000">
                <a:schemeClr val="accent1"/>
              </a:gs>
              <a:gs pos="100000">
                <a:schemeClr val="accent1">
                  <a:tint val="23500"/>
                  <a:satMod val="160000"/>
                  <a:lumMod val="0"/>
                  <a:lumOff val="100000"/>
                  <a:alpha val="0"/>
                </a:schemeClr>
              </a:gs>
            </a:gsLst>
            <a:lin ang="10800000" scaled="1"/>
            <a:tileRect/>
          </a:gradFill>
        </p:spPr>
        <p:txBody>
          <a:bodyPr wrap="square" lIns="0" rtlCol="0" anchor="ctr">
            <a:noAutofit/>
          </a:bodyPr>
          <a:lstStyle/>
          <a:p>
            <a:pPr algn="l">
              <a:defRPr/>
            </a:pPr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515BE6-09AD-694B-8839-0C2DC98FAD34}"/>
              </a:ext>
            </a:extLst>
          </p:cNvPr>
          <p:cNvSpPr/>
          <p:nvPr/>
        </p:nvSpPr>
        <p:spPr>
          <a:xfrm>
            <a:off x="1831819" y="5474698"/>
            <a:ext cx="8627953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solidFill>
                  <a:prstClr val="black"/>
                </a:solidFill>
                <a:latin typeface="微软雅黑"/>
                <a:ea typeface="微软雅黑"/>
              </a:rPr>
              <a:t>邮箱</a:t>
            </a:r>
            <a:r>
              <a:rPr lang="en-CN" sz="1800">
                <a:solidFill>
                  <a:prstClr val="black"/>
                </a:solidFill>
                <a:latin typeface="微软雅黑"/>
                <a:ea typeface="微软雅黑"/>
              </a:rPr>
              <a:t>: xinluo_xin@ynu.edu.cn</a:t>
            </a:r>
          </a:p>
          <a:p>
            <a:pPr>
              <a:defRPr/>
            </a:pPr>
            <a:r>
              <a:rPr lang="en-CN" sz="1800">
                <a:solidFill>
                  <a:prstClr val="black"/>
                </a:solidFill>
                <a:latin typeface="微软雅黑"/>
                <a:ea typeface="微软雅黑"/>
              </a:rPr>
              <a:t>地址</a:t>
            </a:r>
            <a:r>
              <a:rPr lang="zh-CN" altLang="en-US" sz="1800">
                <a:solidFill>
                  <a:prstClr val="black"/>
                </a:solidFill>
                <a:latin typeface="微软雅黑"/>
                <a:ea typeface="微软雅黑"/>
              </a:rPr>
              <a:t>：地球科学学院</a:t>
            </a:r>
            <a:r>
              <a:rPr lang="en-US" altLang="zh-CN" sz="1800">
                <a:solidFill>
                  <a:prstClr val="black"/>
                </a:solidFill>
                <a:latin typeface="微软雅黑"/>
                <a:ea typeface="微软雅黑"/>
              </a:rPr>
              <a:t>1327</a:t>
            </a:r>
            <a:r>
              <a:rPr lang="zh-CN" altLang="en-US" sz="1800">
                <a:solidFill>
                  <a:prstClr val="black"/>
                </a:solidFill>
                <a:latin typeface="微软雅黑"/>
                <a:ea typeface="微软雅黑"/>
              </a:rPr>
              <a:t>办公室</a:t>
            </a:r>
            <a:endParaRPr lang="en-CN" sz="180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A20417-E7CA-C285-EB98-9BD26873E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694" y="243145"/>
            <a:ext cx="2866773" cy="10126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9EB157-7CF0-C636-5797-94C0A73AF8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262" y="6259528"/>
            <a:ext cx="2996979" cy="6229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75549C-74EF-2C8F-6432-2C52B803FB1B}"/>
              </a:ext>
            </a:extLst>
          </p:cNvPr>
          <p:cNvSpPr txBox="1"/>
          <p:nvPr/>
        </p:nvSpPr>
        <p:spPr>
          <a:xfrm>
            <a:off x="6512862" y="243144"/>
            <a:ext cx="4177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云南大学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《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 </a:t>
            </a:r>
            <a:r>
              <a:rPr lang="zh-CN" altLang="en-US" sz="1800" b="1">
                <a:solidFill>
                  <a:schemeClr val="bg2"/>
                </a:solidFill>
                <a:latin typeface="+mn-ea"/>
                <a:ea typeface="+mn-ea"/>
              </a:rPr>
              <a:t>地学</a:t>
            </a:r>
            <a:r>
              <a:rPr lang="en-CN" sz="1800" b="1">
                <a:solidFill>
                  <a:schemeClr val="bg2"/>
                </a:solidFill>
                <a:latin typeface="+mn-ea"/>
                <a:ea typeface="+mn-ea"/>
              </a:rPr>
              <a:t>编程基础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》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课程第</a:t>
            </a:r>
            <a:r>
              <a:rPr lang="zh-CN" altLang="en-US" sz="1800" b="1" dirty="0">
                <a:solidFill>
                  <a:schemeClr val="bg2"/>
                </a:solidFill>
                <a:latin typeface="+mn-ea"/>
                <a:ea typeface="+mn-ea"/>
              </a:rPr>
              <a:t>四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章</a:t>
            </a:r>
          </a:p>
        </p:txBody>
      </p:sp>
    </p:spTree>
    <p:extLst>
      <p:ext uri="{BB962C8B-B14F-4D97-AF65-F5344CB8AC3E}">
        <p14:creationId xmlns:p14="http://schemas.microsoft.com/office/powerpoint/2010/main" val="165860717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36495" y="0"/>
            <a:ext cx="1835696" cy="6858000"/>
          </a:xfrm>
          <a:prstGeom prst="rect">
            <a:avLst/>
          </a:prstGeom>
          <a:solidFill>
            <a:srgbClr val="00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/>
              </a:solidFill>
              <a:latin typeface="Calibri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4B9B8D5-4BCC-CDFF-1E13-B005060A8BDF}"/>
              </a:ext>
            </a:extLst>
          </p:cNvPr>
          <p:cNvGrpSpPr/>
          <p:nvPr/>
        </p:nvGrpSpPr>
        <p:grpSpPr>
          <a:xfrm>
            <a:off x="1941801" y="4583174"/>
            <a:ext cx="6916338" cy="772176"/>
            <a:chOff x="2121802" y="2115450"/>
            <a:chExt cx="5430801" cy="576000"/>
          </a:xfrm>
        </p:grpSpPr>
        <p:sp>
          <p:nvSpPr>
            <p:cNvPr id="10" name="椭圆 9"/>
            <p:cNvSpPr/>
            <p:nvPr/>
          </p:nvSpPr>
          <p:spPr>
            <a:xfrm>
              <a:off x="2121802" y="2115450"/>
              <a:ext cx="576000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三</a:t>
              </a:r>
            </a:p>
          </p:txBody>
        </p:sp>
        <p:sp>
          <p:nvSpPr>
            <p:cNvPr id="12" name="矩形 11"/>
            <p:cNvSpPr/>
            <p:nvPr/>
          </p:nvSpPr>
          <p:spPr>
            <a:xfrm>
              <a:off x="2697802" y="2173517"/>
              <a:ext cx="4854801" cy="43620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Python</a:t>
              </a:r>
              <a:r>
                <a:rPr lang="zh-CN" altLang="en-US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标准库以及第三方库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2ED16A1-79B8-7DB1-1CC1-250B051BAD58}"/>
              </a:ext>
            </a:extLst>
          </p:cNvPr>
          <p:cNvGrpSpPr/>
          <p:nvPr/>
        </p:nvGrpSpPr>
        <p:grpSpPr>
          <a:xfrm>
            <a:off x="1941802" y="3327048"/>
            <a:ext cx="6403721" cy="717997"/>
            <a:chOff x="2121801" y="3511390"/>
            <a:chExt cx="5718901" cy="576000"/>
          </a:xfrm>
        </p:grpSpPr>
        <p:sp>
          <p:nvSpPr>
            <p:cNvPr id="13" name="椭圆 12"/>
            <p:cNvSpPr/>
            <p:nvPr/>
          </p:nvSpPr>
          <p:spPr>
            <a:xfrm>
              <a:off x="2121801" y="3511390"/>
              <a:ext cx="655111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二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2777899" y="3560440"/>
              <a:ext cx="5062803" cy="469125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Python</a:t>
              </a:r>
              <a:r>
                <a:rPr lang="zh-CN" altLang="en-US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模块与</a:t>
              </a:r>
              <a:r>
                <a:rPr lang="zh-CN" altLang="en-CN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包</a:t>
              </a:r>
              <a:endParaRPr lang="en-US" altLang="zh-CN" sz="3200" b="1" dirty="0">
                <a:solidFill>
                  <a:schemeClr val="accent1"/>
                </a:solidFill>
                <a:highlight>
                  <a:srgbClr val="FFFFFF"/>
                </a:highlight>
                <a:latin typeface="Arial"/>
                <a:ea typeface="微软雅黑"/>
              </a:endParaRP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8696373" y="260648"/>
            <a:ext cx="16081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5400" b="1">
                <a:solidFill>
                  <a:schemeClr val="accent1"/>
                </a:solidFill>
                <a:latin typeface="Arial"/>
                <a:ea typeface="微软雅黑"/>
              </a:rPr>
              <a:t>目录</a:t>
            </a:r>
            <a:endParaRPr lang="en-US" altLang="zh-CN" sz="5400" b="1">
              <a:solidFill>
                <a:schemeClr val="accent1"/>
              </a:solidFill>
              <a:latin typeface="Arial"/>
              <a:ea typeface="微软雅黑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FCAA61D-767A-24EA-9072-7425684288BB}"/>
              </a:ext>
            </a:extLst>
          </p:cNvPr>
          <p:cNvGrpSpPr/>
          <p:nvPr/>
        </p:nvGrpSpPr>
        <p:grpSpPr>
          <a:xfrm>
            <a:off x="1941802" y="2040781"/>
            <a:ext cx="6649827" cy="772176"/>
            <a:chOff x="2121802" y="2115450"/>
            <a:chExt cx="5221533" cy="576000"/>
          </a:xfrm>
        </p:grpSpPr>
        <p:sp>
          <p:nvSpPr>
            <p:cNvPr id="4" name="椭圆 9">
              <a:extLst>
                <a:ext uri="{FF2B5EF4-FFF2-40B4-BE49-F238E27FC236}">
                  <a16:creationId xmlns:a16="http://schemas.microsoft.com/office/drawing/2014/main" id="{E22E439B-4B3F-A527-61D0-3ED55D24E856}"/>
                </a:ext>
              </a:extLst>
            </p:cNvPr>
            <p:cNvSpPr/>
            <p:nvPr/>
          </p:nvSpPr>
          <p:spPr>
            <a:xfrm>
              <a:off x="2121802" y="2115450"/>
              <a:ext cx="576000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一</a:t>
              </a:r>
            </a:p>
          </p:txBody>
        </p:sp>
        <p:sp>
          <p:nvSpPr>
            <p:cNvPr id="5" name="矩形 11">
              <a:extLst>
                <a:ext uri="{FF2B5EF4-FFF2-40B4-BE49-F238E27FC236}">
                  <a16:creationId xmlns:a16="http://schemas.microsoft.com/office/drawing/2014/main" id="{494DAA55-5621-28DB-D255-E0EBB6C6477B}"/>
                </a:ext>
              </a:extLst>
            </p:cNvPr>
            <p:cNvSpPr/>
            <p:nvPr/>
          </p:nvSpPr>
          <p:spPr>
            <a:xfrm>
              <a:off x="2697802" y="2173516"/>
              <a:ext cx="4645533" cy="43620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Python</a:t>
              </a:r>
              <a:r>
                <a:rPr lang="zh-CN" altLang="en-US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函数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612036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3" y="3868892"/>
            <a:ext cx="10211900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一、</a:t>
            </a:r>
            <a:r>
              <a:rPr lang="en-US" altLang="zh-CN" sz="4400" b="1" dirty="0">
                <a:latin typeface="微软雅黑" pitchFamily="34" charset="-122"/>
                <a:ea typeface="微软雅黑" pitchFamily="34" charset="-122"/>
              </a:rPr>
              <a:t>Python</a:t>
            </a: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函数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590120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96592" y="846749"/>
            <a:ext cx="599940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just">
              <a:buAutoNum type="arabicPeriod"/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函数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200" dirty="0">
                <a:solidFill>
                  <a:srgbClr val="333333"/>
                </a:solidFill>
                <a:latin typeface="+mn-ea"/>
                <a:ea typeface="+mn-ea"/>
              </a:rPr>
              <a:t>为什么要有函数？</a:t>
            </a:r>
            <a:endParaRPr lang="en-US" altLang="zh-CN" sz="32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F05599-F767-1D4A-7A1E-F5482318851B}"/>
              </a:ext>
            </a:extLst>
          </p:cNvPr>
          <p:cNvSpPr txBox="1"/>
          <p:nvPr/>
        </p:nvSpPr>
        <p:spPr>
          <a:xfrm>
            <a:off x="167425" y="2393799"/>
            <a:ext cx="6326681" cy="3032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代码复用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zh-CN" altLang="en-US" sz="2800" u="sng" dirty="0">
                <a:solidFill>
                  <a:schemeClr val="bg2"/>
                </a:solidFill>
                <a:latin typeface="+mn-ea"/>
                <a:ea typeface="+mn-ea"/>
              </a:rPr>
              <a:t>避免重复代码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（对比有无函数的代码量）</a:t>
            </a:r>
          </a:p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逻辑封装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：隐藏实现细节，提升可读性</a:t>
            </a:r>
          </a:p>
          <a:p>
            <a:pPr algn="l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模块化设计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：分治思想解决复杂问题</a:t>
            </a:r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7E18CFE-79D6-6452-B9AD-80E68D47A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8226" y="1268794"/>
            <a:ext cx="5076380" cy="5076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350483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BCA41-C79F-D50F-5BDF-59F372C1C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B0054C84-A7DB-95A0-368B-8468B05EEE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7F650C-D6A5-2A28-2193-4BDEAA5F1FAE}"/>
              </a:ext>
            </a:extLst>
          </p:cNvPr>
          <p:cNvSpPr txBox="1"/>
          <p:nvPr/>
        </p:nvSpPr>
        <p:spPr>
          <a:xfrm>
            <a:off x="328412" y="1679426"/>
            <a:ext cx="6265572" cy="3698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dirty="0">
                <a:solidFill>
                  <a:srgbClr val="333333"/>
                </a:solidFill>
                <a:latin typeface="+mn-ea"/>
                <a:ea typeface="+mn-ea"/>
              </a:rPr>
              <a:t>函数是组织好的，可重复使用的，用来实现单一，或相关联功能的代码块。函数包括声明</a:t>
            </a:r>
            <a:r>
              <a:rPr lang="zh-CN" altLang="en-US" sz="3200" b="1" u="sng" dirty="0">
                <a:solidFill>
                  <a:srgbClr val="FF0000"/>
                </a:solidFill>
                <a:latin typeface="+mn-ea"/>
                <a:ea typeface="+mn-ea"/>
              </a:rPr>
              <a:t>关键字、函数名、函数体、返回值、参数</a:t>
            </a:r>
            <a:r>
              <a:rPr lang="zh-CN" altLang="en-US" sz="3200" dirty="0">
                <a:solidFill>
                  <a:srgbClr val="333333"/>
                </a:solidFill>
                <a:latin typeface="+mn-ea"/>
                <a:ea typeface="+mn-ea"/>
              </a:rPr>
              <a:t>五部分。</a:t>
            </a:r>
            <a:endParaRPr lang="en-US" altLang="zh-CN" sz="32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07EA321-7060-7FBC-0110-A92F708D84F4}"/>
              </a:ext>
            </a:extLst>
          </p:cNvPr>
          <p:cNvSpPr txBox="1"/>
          <p:nvPr/>
        </p:nvSpPr>
        <p:spPr>
          <a:xfrm>
            <a:off x="1144193" y="5622394"/>
            <a:ext cx="9903614" cy="662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作用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：函数能提高我们程序的模块性与代码的重复利用率。</a:t>
            </a:r>
          </a:p>
        </p:txBody>
      </p:sp>
      <p:pic>
        <p:nvPicPr>
          <p:cNvPr id="6" name="Picture 5" descr="A black background with white and green writing&#10;&#10;AI-generated content may be incorrect.">
            <a:extLst>
              <a:ext uri="{FF2B5EF4-FFF2-40B4-BE49-F238E27FC236}">
                <a16:creationId xmlns:a16="http://schemas.microsoft.com/office/drawing/2014/main" id="{DCF3723A-4CCC-F4E4-4E30-039450E8E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1522" y="2199824"/>
            <a:ext cx="5162066" cy="2797179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3BBA420E-12F9-A29E-14CB-E950F779FCD8}"/>
              </a:ext>
            </a:extLst>
          </p:cNvPr>
          <p:cNvSpPr txBox="1"/>
          <p:nvPr/>
        </p:nvSpPr>
        <p:spPr>
          <a:xfrm>
            <a:off x="328412" y="854007"/>
            <a:ext cx="6150428" cy="8254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chemeClr val="accent2"/>
                </a:solidFill>
                <a:latin typeface="+mn-ea"/>
                <a:ea typeface="+mn-ea"/>
              </a:rPr>
              <a:t>函数概念</a:t>
            </a:r>
            <a:endParaRPr lang="en-US" altLang="zh-CN" sz="36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91734053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B99966-F7ED-7573-90EF-6727525E9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2D528DEB-0FCF-9476-B7A2-CC8A243F95C6}"/>
              </a:ext>
            </a:extLst>
          </p:cNvPr>
          <p:cNvSpPr/>
          <p:nvPr/>
        </p:nvSpPr>
        <p:spPr>
          <a:xfrm>
            <a:off x="482210" y="4818742"/>
            <a:ext cx="11445600" cy="1952172"/>
          </a:xfrm>
          <a:prstGeom prst="rect">
            <a:avLst/>
          </a:prstGeom>
          <a:solidFill>
            <a:schemeClr val="tx1"/>
          </a:solidFill>
          <a:ln w="38100">
            <a:solidFill>
              <a:srgbClr val="0000CC"/>
            </a:solidFill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2D7EB2F9-C23A-907E-D597-2E60696DC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213B40-C84C-2F60-4479-4A9B587DE96A}"/>
              </a:ext>
            </a:extLst>
          </p:cNvPr>
          <p:cNvSpPr txBox="1"/>
          <p:nvPr/>
        </p:nvSpPr>
        <p:spPr>
          <a:xfrm>
            <a:off x="264018" y="933832"/>
            <a:ext cx="35481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函数参数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C232443-C70F-2CA6-EEAE-FE6DF71B40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2027333"/>
              </p:ext>
            </p:extLst>
          </p:nvPr>
        </p:nvGraphicFramePr>
        <p:xfrm>
          <a:off x="3023239" y="1706146"/>
          <a:ext cx="8904571" cy="3017107"/>
        </p:xfrm>
        <a:graphic>
          <a:graphicData uri="http://schemas.openxmlformats.org/drawingml/2006/table">
            <a:tbl>
              <a:tblPr/>
              <a:tblGrid>
                <a:gridCol w="1813733">
                  <a:extLst>
                    <a:ext uri="{9D8B030D-6E8A-4147-A177-3AD203B41FA5}">
                      <a16:colId xmlns:a16="http://schemas.microsoft.com/office/drawing/2014/main" val="3675882594"/>
                    </a:ext>
                  </a:extLst>
                </a:gridCol>
                <a:gridCol w="3657663">
                  <a:extLst>
                    <a:ext uri="{9D8B030D-6E8A-4147-A177-3AD203B41FA5}">
                      <a16:colId xmlns:a16="http://schemas.microsoft.com/office/drawing/2014/main" val="3818600901"/>
                    </a:ext>
                  </a:extLst>
                </a:gridCol>
                <a:gridCol w="3433175">
                  <a:extLst>
                    <a:ext uri="{9D8B030D-6E8A-4147-A177-3AD203B41FA5}">
                      <a16:colId xmlns:a16="http://schemas.microsoft.com/office/drawing/2014/main" val="1558079673"/>
                    </a:ext>
                  </a:extLst>
                </a:gridCol>
              </a:tblGrid>
              <a:tr h="47425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</a:rPr>
                        <a:t>类型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</a:rPr>
                        <a:t>语法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400" b="1" dirty="0">
                          <a:solidFill>
                            <a:schemeClr val="bg2"/>
                          </a:solidFill>
                          <a:effectLst/>
                        </a:rPr>
                        <a:t>示例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6580310"/>
                  </a:ext>
                </a:extLst>
              </a:tr>
              <a:tr h="47425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位置参数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func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(a, b, </a:t>
                      </a:r>
                      <a:r>
                        <a:rPr lang="en-US" sz="2400" b="1" dirty="0">
                          <a:solidFill>
                            <a:schemeClr val="accent2"/>
                          </a:solidFill>
                          <a:effectLst/>
                        </a:rPr>
                        <a:t>/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subs(3, 5)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565303"/>
                  </a:ext>
                </a:extLst>
              </a:tr>
              <a:tr h="47425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关键字参数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func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(a, b)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subs(b=5, a=3)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4422408"/>
                  </a:ext>
                </a:extLst>
              </a:tr>
              <a:tr h="47425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默认参数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func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(a=3, b=5)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add() (默认参数为</a:t>
                      </a:r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</a:rPr>
                        <a:t>3</a:t>
                      </a: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和</a:t>
                      </a:r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</a:rPr>
                        <a:t>5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6104481"/>
                  </a:ext>
                </a:extLst>
              </a:tr>
              <a:tr h="11200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可变参数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*</a:t>
                      </a: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args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 (</a:t>
                      </a: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位置参数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) / **</a:t>
                      </a: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kwargs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(</a:t>
                      </a: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关键字参数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sum(*numbers)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2773536"/>
                  </a:ext>
                </a:extLst>
              </a:tr>
            </a:tbl>
          </a:graphicData>
        </a:graphic>
      </p:graphicFrame>
      <p:sp>
        <p:nvSpPr>
          <p:cNvPr id="6" name="文本框 5">
            <a:extLst>
              <a:ext uri="{FF2B5EF4-FFF2-40B4-BE49-F238E27FC236}">
                <a16:creationId xmlns:a16="http://schemas.microsoft.com/office/drawing/2014/main" id="{E88DE62E-DE01-15B7-8441-DA6ADE444AF2}"/>
              </a:ext>
            </a:extLst>
          </p:cNvPr>
          <p:cNvSpPr txBox="1"/>
          <p:nvPr/>
        </p:nvSpPr>
        <p:spPr>
          <a:xfrm>
            <a:off x="482210" y="2008608"/>
            <a:ext cx="1706449" cy="9837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参数传递机制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7" name="箭头: 右 6">
            <a:extLst>
              <a:ext uri="{FF2B5EF4-FFF2-40B4-BE49-F238E27FC236}">
                <a16:creationId xmlns:a16="http://schemas.microsoft.com/office/drawing/2014/main" id="{BC4DA50D-4C81-B299-C95D-050983ED566E}"/>
              </a:ext>
            </a:extLst>
          </p:cNvPr>
          <p:cNvSpPr/>
          <p:nvPr/>
        </p:nvSpPr>
        <p:spPr>
          <a:xfrm>
            <a:off x="2294527" y="2212314"/>
            <a:ext cx="622844" cy="576330"/>
          </a:xfrm>
          <a:prstGeom prst="rightArrow">
            <a:avLst/>
          </a:prstGeom>
          <a:solidFill>
            <a:schemeClr val="bg2">
              <a:lumMod val="85000"/>
              <a:lumOff val="15000"/>
            </a:schemeClr>
          </a:solidFill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9B77980-A6A3-2B7D-0DD7-01B9336AD27A}"/>
              </a:ext>
            </a:extLst>
          </p:cNvPr>
          <p:cNvSpPr txBox="1"/>
          <p:nvPr/>
        </p:nvSpPr>
        <p:spPr>
          <a:xfrm>
            <a:off x="482210" y="3567777"/>
            <a:ext cx="1760247" cy="5232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示例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9" name="箭头: 右 8">
            <a:extLst>
              <a:ext uri="{FF2B5EF4-FFF2-40B4-BE49-F238E27FC236}">
                <a16:creationId xmlns:a16="http://schemas.microsoft.com/office/drawing/2014/main" id="{B4CCEDF6-DBFA-D0EA-CB24-B16A74D2300C}"/>
              </a:ext>
            </a:extLst>
          </p:cNvPr>
          <p:cNvSpPr/>
          <p:nvPr/>
        </p:nvSpPr>
        <p:spPr>
          <a:xfrm rot="5400000">
            <a:off x="1056941" y="4186398"/>
            <a:ext cx="556985" cy="576330"/>
          </a:xfrm>
          <a:prstGeom prst="rightArrow">
            <a:avLst/>
          </a:prstGeom>
          <a:solidFill>
            <a:schemeClr val="bg2">
              <a:lumMod val="85000"/>
              <a:lumOff val="15000"/>
            </a:schemeClr>
          </a:solidFill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BE21500D-3A4C-7D68-1E54-25CB4BE4E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510" y="4910099"/>
            <a:ext cx="3245349" cy="1765327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F131BBFB-3E68-2DD4-7C59-67D6078434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0679" y="4910098"/>
            <a:ext cx="2978147" cy="1765327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E1071D53-1A24-D887-4CDD-EBBF8B4685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2435" y="4910099"/>
            <a:ext cx="4286548" cy="1765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74075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C2770-CE6B-F4B4-9D85-ADFDE1084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297984B-D4B1-BEE2-FA9A-5C3A65B77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38329C-6B09-8210-DCDA-259B2AEEE7E0}"/>
              </a:ext>
            </a:extLst>
          </p:cNvPr>
          <p:cNvSpPr txBox="1"/>
          <p:nvPr/>
        </p:nvSpPr>
        <p:spPr>
          <a:xfrm>
            <a:off x="515257" y="1094418"/>
            <a:ext cx="7380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600" b="1" dirty="0">
                <a:solidFill>
                  <a:schemeClr val="accent2"/>
                </a:solidFill>
                <a:latin typeface="+mn-ea"/>
                <a:ea typeface="+mn-ea"/>
              </a:rPr>
              <a:t>函数返回值</a:t>
            </a:r>
            <a:endParaRPr lang="en-US" altLang="zh-CN" sz="36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63F480-B000-E3AE-A0E6-A842326BE159}"/>
              </a:ext>
            </a:extLst>
          </p:cNvPr>
          <p:cNvSpPr txBox="1"/>
          <p:nvPr/>
        </p:nvSpPr>
        <p:spPr>
          <a:xfrm>
            <a:off x="515257" y="1903247"/>
            <a:ext cx="1098954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单返回值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return result</a:t>
            </a:r>
          </a:p>
          <a:p>
            <a:pPr algn="l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多返回值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：返回元组，自动解包</a:t>
            </a:r>
          </a:p>
        </p:txBody>
      </p:sp>
      <p:pic>
        <p:nvPicPr>
          <p:cNvPr id="10" name="Picture 9" descr="A black background with white text and numbers&#10;&#10;AI-generated content may be incorrect.">
            <a:extLst>
              <a:ext uri="{FF2B5EF4-FFF2-40B4-BE49-F238E27FC236}">
                <a16:creationId xmlns:a16="http://schemas.microsoft.com/office/drawing/2014/main" id="{9EE211B1-E2D1-536C-EBDE-F1BD66BCB2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502" y="3429000"/>
            <a:ext cx="11362995" cy="2756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286210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C903E-7671-17FA-9F15-C03F7BDE1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FC5526F9-E76C-9D68-3BF6-42099A202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06F831-395E-A588-0658-D31DD7974716}"/>
              </a:ext>
            </a:extLst>
          </p:cNvPr>
          <p:cNvSpPr txBox="1"/>
          <p:nvPr/>
        </p:nvSpPr>
        <p:spPr>
          <a:xfrm>
            <a:off x="463393" y="1024795"/>
            <a:ext cx="80207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600" b="1" dirty="0">
                <a:solidFill>
                  <a:schemeClr val="accent2"/>
                </a:solidFill>
                <a:latin typeface="+mn-ea"/>
                <a:ea typeface="+mn-ea"/>
              </a:rPr>
              <a:t>匿名函数</a:t>
            </a:r>
            <a:endParaRPr lang="en-US" altLang="zh-CN" sz="36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9A9660-8245-9219-CA05-0260E20BC25A}"/>
              </a:ext>
            </a:extLst>
          </p:cNvPr>
          <p:cNvSpPr txBox="1"/>
          <p:nvPr/>
        </p:nvSpPr>
        <p:spPr>
          <a:xfrm>
            <a:off x="463393" y="1855449"/>
            <a:ext cx="957323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语法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lambda 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参数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: 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表达式</a:t>
            </a:r>
          </a:p>
          <a:p>
            <a:pPr algn="l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适用场景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：简单逻辑、高阶函数参数</a:t>
            </a:r>
          </a:p>
        </p:txBody>
      </p:sp>
      <p:pic>
        <p:nvPicPr>
          <p:cNvPr id="5" name="Picture 4" descr="A black background with green and white text&#10;&#10;AI-generated content may be incorrect.">
            <a:extLst>
              <a:ext uri="{FF2B5EF4-FFF2-40B4-BE49-F238E27FC236}">
                <a16:creationId xmlns:a16="http://schemas.microsoft.com/office/drawing/2014/main" id="{22C37E78-90FB-E7C1-723C-6FEAC9AE2E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052" y="3290757"/>
            <a:ext cx="10000634" cy="3105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118410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2A592-614A-C0AD-7841-91D0CD440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58E7B7A-0ADF-9CF8-5B9C-00EB26E2FB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526"/>
            <a:ext cx="12191999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5BDA0A-CB6D-C7AF-C978-8BF4C2F3B344}"/>
              </a:ext>
            </a:extLst>
          </p:cNvPr>
          <p:cNvSpPr txBox="1"/>
          <p:nvPr/>
        </p:nvSpPr>
        <p:spPr>
          <a:xfrm>
            <a:off x="369052" y="967638"/>
            <a:ext cx="80207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600" b="1" dirty="0">
                <a:solidFill>
                  <a:schemeClr val="accent2"/>
                </a:solidFill>
                <a:latin typeface="+mn-ea"/>
                <a:ea typeface="+mn-ea"/>
              </a:rPr>
              <a:t>递归函数：</a:t>
            </a:r>
            <a:r>
              <a:rPr lang="zh-CN" altLang="en-US" sz="3600" dirty="0">
                <a:solidFill>
                  <a:schemeClr val="bg2"/>
                </a:solidFill>
                <a:latin typeface="+mn-ea"/>
                <a:ea typeface="+mn-ea"/>
              </a:rPr>
              <a:t>调用自身函数的方法</a:t>
            </a:r>
            <a:endParaRPr lang="en-US" altLang="zh-CN" sz="36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29ECC1-FD08-5BCA-D032-F62CB02D7C14}"/>
              </a:ext>
            </a:extLst>
          </p:cNvPr>
          <p:cNvSpPr txBox="1"/>
          <p:nvPr/>
        </p:nvSpPr>
        <p:spPr>
          <a:xfrm>
            <a:off x="369052" y="1833285"/>
            <a:ext cx="7045675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600" b="1" dirty="0">
                <a:solidFill>
                  <a:schemeClr val="bg2"/>
                </a:solidFill>
                <a:latin typeface="+mn-ea"/>
                <a:ea typeface="+mn-ea"/>
              </a:rPr>
              <a:t>递归函数主要包含两部分</a:t>
            </a:r>
            <a:r>
              <a:rPr lang="zh-CN" altLang="en-US" sz="36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6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基线条件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：递归终止的条件；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递归条件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：函数调用自身的条件。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03E551BF-445A-D584-949B-C493CA6D96D7}"/>
              </a:ext>
            </a:extLst>
          </p:cNvPr>
          <p:cNvGrpSpPr/>
          <p:nvPr/>
        </p:nvGrpSpPr>
        <p:grpSpPr>
          <a:xfrm>
            <a:off x="5023574" y="4327058"/>
            <a:ext cx="7045675" cy="2223053"/>
            <a:chOff x="5023574" y="4327058"/>
            <a:chExt cx="7045675" cy="2223053"/>
          </a:xfrm>
        </p:grpSpPr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4B41D3B2-CEF9-0AA1-E774-E15C0C79DAA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23574" y="4327058"/>
              <a:ext cx="7045675" cy="2223053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28DB233-A4B3-AE96-02A1-7398870AF2BF}"/>
                </a:ext>
              </a:extLst>
            </p:cNvPr>
            <p:cNvSpPr/>
            <p:nvPr/>
          </p:nvSpPr>
          <p:spPr>
            <a:xfrm>
              <a:off x="5457372" y="5039270"/>
              <a:ext cx="2155372" cy="461664"/>
            </a:xfrm>
            <a:prstGeom prst="rect">
              <a:avLst/>
            </a:prstGeom>
            <a:noFill/>
            <a:ln w="38100">
              <a:solidFill>
                <a:srgbClr val="FF00DF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rgbClr val="FF0000"/>
                </a:solidFill>
                <a:latin typeface="+mj-ea"/>
                <a:ea typeface="+mj-ea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B200A41-1CA0-AF5C-77E7-C987B042295D}"/>
                </a:ext>
              </a:extLst>
            </p:cNvPr>
            <p:cNvSpPr txBox="1"/>
            <p:nvPr/>
          </p:nvSpPr>
          <p:spPr>
            <a:xfrm>
              <a:off x="8008006" y="5011656"/>
              <a:ext cx="16629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CN" dirty="0">
                  <a:solidFill>
                    <a:srgbClr val="FF00DF"/>
                  </a:solidFill>
                  <a:latin typeface="+mj-ea"/>
                  <a:ea typeface="+mj-ea"/>
                </a:rPr>
                <a:t>基线条件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8D492B7-FE46-F4F0-804E-338BD5233C5E}"/>
                </a:ext>
              </a:extLst>
            </p:cNvPr>
            <p:cNvSpPr txBox="1"/>
            <p:nvPr/>
          </p:nvSpPr>
          <p:spPr>
            <a:xfrm>
              <a:off x="7104156" y="5786629"/>
              <a:ext cx="175681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CN" dirty="0">
                  <a:solidFill>
                    <a:srgbClr val="00B050"/>
                  </a:solidFill>
                  <a:latin typeface="+mj-ea"/>
                  <a:ea typeface="+mj-ea"/>
                </a:rPr>
                <a:t>递归条件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FE8CC5E-3AF7-5F91-A9AD-BE35862F1672}"/>
                </a:ext>
              </a:extLst>
            </p:cNvPr>
            <p:cNvSpPr/>
            <p:nvPr/>
          </p:nvSpPr>
          <p:spPr>
            <a:xfrm>
              <a:off x="5457894" y="5757601"/>
              <a:ext cx="1436915" cy="477786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chemeClr val="accent3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7" name="文本框 6">
            <a:extLst>
              <a:ext uri="{FF2B5EF4-FFF2-40B4-BE49-F238E27FC236}">
                <a16:creationId xmlns:a16="http://schemas.microsoft.com/office/drawing/2014/main" id="{67C743E6-15AF-4BE7-B76F-142392CC441C}"/>
              </a:ext>
            </a:extLst>
          </p:cNvPr>
          <p:cNvSpPr txBox="1"/>
          <p:nvPr/>
        </p:nvSpPr>
        <p:spPr>
          <a:xfrm>
            <a:off x="389629" y="4376212"/>
            <a:ext cx="3506249" cy="2123658"/>
          </a:xfrm>
          <a:prstGeom prst="rect">
            <a:avLst/>
          </a:prstGeom>
          <a:noFill/>
          <a:ln w="28575">
            <a:solidFill>
              <a:srgbClr val="0000CC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zh-CN" altLang="en-US" b="1" dirty="0">
                <a:solidFill>
                  <a:srgbClr val="FF0000"/>
                </a:solidFill>
                <a:latin typeface="+mn-ea"/>
                <a:ea typeface="+mn-ea"/>
              </a:rPr>
              <a:t>斐波那契数列：</a:t>
            </a:r>
            <a:endParaRPr lang="en-US" altLang="zh-CN" b="1" dirty="0">
              <a:solidFill>
                <a:srgbClr val="FF0000"/>
              </a:solidFill>
              <a:latin typeface="+mn-ea"/>
              <a:ea typeface="+mn-ea"/>
            </a:endParaRPr>
          </a:p>
          <a:p>
            <a:pPr algn="l"/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F(0) = 0</a:t>
            </a:r>
          </a:p>
          <a:p>
            <a:pPr algn="l"/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F(1) = 1</a:t>
            </a:r>
          </a:p>
          <a:p>
            <a:pPr algn="l"/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F(n) = F(n-1) + F(n-2)</a:t>
            </a:r>
            <a:endParaRPr lang="zh-CN" altLang="en-US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9" name="箭头: 右 8">
            <a:extLst>
              <a:ext uri="{FF2B5EF4-FFF2-40B4-BE49-F238E27FC236}">
                <a16:creationId xmlns:a16="http://schemas.microsoft.com/office/drawing/2014/main" id="{6380F129-0556-78F3-66AD-B40B8C9F9040}"/>
              </a:ext>
            </a:extLst>
          </p:cNvPr>
          <p:cNvSpPr/>
          <p:nvPr/>
        </p:nvSpPr>
        <p:spPr>
          <a:xfrm>
            <a:off x="4013199" y="5140339"/>
            <a:ext cx="926379" cy="595405"/>
          </a:xfrm>
          <a:prstGeom prst="rightArrow">
            <a:avLst/>
          </a:prstGeom>
          <a:noFill/>
          <a:ln w="28575">
            <a:solidFill>
              <a:srgbClr val="FF00DF"/>
            </a:solidFill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24830660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538CF-5453-C971-C110-4D74AC609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8C3C4E0-E845-62E0-EDE3-DB4CB7CDC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一、</a:t>
            </a:r>
            <a:r>
              <a:rPr lang="en-US" altLang="zh-CN" sz="4000" dirty="0">
                <a:latin typeface="+mn-ea"/>
              </a:rPr>
              <a:t>Python</a:t>
            </a:r>
            <a:r>
              <a:rPr lang="zh-CN" altLang="en-US" sz="4000" dirty="0">
                <a:latin typeface="微软雅黑" pitchFamily="34" charset="-122"/>
                <a:ea typeface="微软雅黑" pitchFamily="34" charset="-122"/>
              </a:rPr>
              <a:t>函数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15386D-7324-4F34-CC8B-0F504A25F80A}"/>
              </a:ext>
            </a:extLst>
          </p:cNvPr>
          <p:cNvSpPr txBox="1"/>
          <p:nvPr/>
        </p:nvSpPr>
        <p:spPr>
          <a:xfrm>
            <a:off x="246741" y="938418"/>
            <a:ext cx="6381450" cy="4518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4000" b="1" dirty="0">
                <a:solidFill>
                  <a:schemeClr val="accent2"/>
                </a:solidFill>
                <a:latin typeface="+mn-ea"/>
                <a:ea typeface="+mn-ea"/>
              </a:rPr>
              <a:t>函数的装饰器语法</a:t>
            </a:r>
            <a:endParaRPr lang="en-US" altLang="zh-CN" sz="4000" b="1" dirty="0">
              <a:solidFill>
                <a:schemeClr val="accent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600" dirty="0">
                <a:solidFill>
                  <a:schemeClr val="bg2"/>
                </a:solidFill>
                <a:latin typeface="+mn-ea"/>
                <a:ea typeface="+mn-ea"/>
              </a:rPr>
              <a:t>装饰器是</a:t>
            </a:r>
            <a:r>
              <a:rPr lang="zh-CN" altLang="en-US" sz="3600" b="1" dirty="0">
                <a:solidFill>
                  <a:schemeClr val="bg2"/>
                </a:solidFill>
                <a:latin typeface="+mn-ea"/>
                <a:ea typeface="+mn-ea"/>
              </a:rPr>
              <a:t>修改或扩展函数功能</a:t>
            </a:r>
            <a:r>
              <a:rPr lang="zh-CN" altLang="en-US" sz="3600" dirty="0">
                <a:solidFill>
                  <a:schemeClr val="bg2"/>
                </a:solidFill>
                <a:latin typeface="+mn-ea"/>
                <a:ea typeface="+mn-ea"/>
              </a:rPr>
              <a:t>的一种方式，通常用于增强代码的可读性和复用性、日志记录、权限控制等任务。</a:t>
            </a:r>
            <a:endParaRPr lang="en-US" altLang="zh-CN" sz="36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AE08F48-E5E7-FD81-A97D-4663E29C11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8191" y="938418"/>
            <a:ext cx="5317553" cy="1807776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E371BD0E-9C61-DCD6-9362-4BBAEC1566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7955" y="2800023"/>
            <a:ext cx="4850100" cy="1909123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21981528-DCC3-298E-CFF7-2B3D20D9BC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7955" y="4752688"/>
            <a:ext cx="4850100" cy="1990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366588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57B4E3-FC76-3BD7-FB86-4E588AF0E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6BFABF4-A7E4-19A0-E8ED-C81944248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20C777-DB56-581F-2E86-B3DA95296857}"/>
              </a:ext>
            </a:extLst>
          </p:cNvPr>
          <p:cNvSpPr txBox="1"/>
          <p:nvPr/>
        </p:nvSpPr>
        <p:spPr>
          <a:xfrm>
            <a:off x="283029" y="914125"/>
            <a:ext cx="5355771" cy="5643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600" b="1" dirty="0">
                <a:solidFill>
                  <a:schemeClr val="accent2"/>
                </a:solidFill>
                <a:latin typeface="+mn-ea"/>
                <a:ea typeface="+mn-ea"/>
              </a:rPr>
              <a:t>特殊类型函数：生成器</a:t>
            </a:r>
            <a:endParaRPr lang="en-US" altLang="zh-CN" sz="3600" b="1" dirty="0">
              <a:solidFill>
                <a:schemeClr val="accent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当需要处理大量列表元素，</a:t>
            </a:r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为了节省内存占用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，我们不会将所有元素进行一次性生成，而是通过算法在需要使用时才生成特定元素。这种边循环边计算的机制，称为生成器（</a:t>
            </a:r>
            <a:r>
              <a:rPr lang="en-US" sz="3000" dirty="0">
                <a:solidFill>
                  <a:schemeClr val="bg2"/>
                </a:solidFill>
                <a:latin typeface="+mn-ea"/>
                <a:ea typeface="+mn-ea"/>
              </a:rPr>
              <a:t>generator）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。</a:t>
            </a:r>
            <a:endParaRPr lang="en-CN" sz="30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DD77E1-C5F6-F01F-B127-E4F9C1C751E4}"/>
              </a:ext>
            </a:extLst>
          </p:cNvPr>
          <p:cNvSpPr txBox="1"/>
          <p:nvPr/>
        </p:nvSpPr>
        <p:spPr>
          <a:xfrm>
            <a:off x="5871029" y="5740399"/>
            <a:ext cx="6103256" cy="1048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200" dirty="0">
                <a:solidFill>
                  <a:srgbClr val="404040"/>
                </a:solidFill>
                <a:latin typeface="+mn-ea"/>
                <a:ea typeface="+mn-ea"/>
              </a:rPr>
              <a:t>生成器通常由两种方式生成，用小括号</a:t>
            </a:r>
            <a:r>
              <a:rPr lang="en-US" altLang="zh-CN" sz="2200" dirty="0">
                <a:solidFill>
                  <a:srgbClr val="404040"/>
                </a:solidFill>
                <a:latin typeface="+mn-ea"/>
                <a:ea typeface="+mn-ea"/>
              </a:rPr>
              <a:t>()</a:t>
            </a:r>
            <a:r>
              <a:rPr lang="zh-CN" altLang="en-US" sz="2200" dirty="0">
                <a:solidFill>
                  <a:srgbClr val="404040"/>
                </a:solidFill>
                <a:latin typeface="+mn-ea"/>
                <a:ea typeface="+mn-ea"/>
              </a:rPr>
              <a:t>表示的生成器表达式和生成器关键字</a:t>
            </a:r>
            <a:r>
              <a:rPr lang="en-US" altLang="zh-CN" sz="2200" dirty="0">
                <a:solidFill>
                  <a:srgbClr val="404040"/>
                </a:solidFill>
                <a:latin typeface="+mn-ea"/>
                <a:ea typeface="+mn-ea"/>
              </a:rPr>
              <a:t>yield</a:t>
            </a:r>
            <a:r>
              <a:rPr lang="en-US" sz="2200" dirty="0">
                <a:solidFill>
                  <a:srgbClr val="404040"/>
                </a:solidFill>
                <a:latin typeface="+mn-ea"/>
                <a:ea typeface="+mn-ea"/>
              </a:rPr>
              <a:t>。</a:t>
            </a:r>
            <a:endParaRPr lang="en-CN" sz="2200" dirty="0">
              <a:latin typeface="+mn-ea"/>
              <a:ea typeface="+mn-ea"/>
            </a:endParaRPr>
          </a:p>
        </p:txBody>
      </p:sp>
      <p:pic>
        <p:nvPicPr>
          <p:cNvPr id="8" name="Picture 7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9AFB11A3-C433-2E9A-0AED-67F76F996F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0686" y="1344956"/>
            <a:ext cx="5479143" cy="4261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6963904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1C16E-EDB4-E193-2C7D-5F81CE5C7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63F6E130-41A8-D5C5-30C0-18A02127E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函数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B8FC523-CC19-B56A-03E8-4B1295A5B44F}"/>
              </a:ext>
            </a:extLst>
          </p:cNvPr>
          <p:cNvSpPr txBox="1"/>
          <p:nvPr/>
        </p:nvSpPr>
        <p:spPr>
          <a:xfrm>
            <a:off x="438671" y="1215683"/>
            <a:ext cx="53557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zh-CN" sz="3600" b="1" dirty="0">
                <a:solidFill>
                  <a:schemeClr val="accent2"/>
                </a:solidFill>
                <a:latin typeface="+mn-ea"/>
                <a:ea typeface="+mn-ea"/>
              </a:rPr>
              <a:t>Python</a:t>
            </a:r>
            <a:r>
              <a:rPr lang="zh-CN" altLang="en-US" sz="3600" b="1" dirty="0">
                <a:solidFill>
                  <a:schemeClr val="accent2"/>
                </a:solidFill>
                <a:latin typeface="+mn-ea"/>
                <a:ea typeface="+mn-ea"/>
              </a:rPr>
              <a:t>内置函数</a:t>
            </a:r>
            <a:endParaRPr lang="en-US" altLang="zh-CN" sz="36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6767467-845C-C150-F7FD-964D2DBA8DF2}"/>
              </a:ext>
            </a:extLst>
          </p:cNvPr>
          <p:cNvSpPr txBox="1"/>
          <p:nvPr/>
        </p:nvSpPr>
        <p:spPr>
          <a:xfrm>
            <a:off x="928179" y="2277009"/>
            <a:ext cx="10850163" cy="336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4000" b="1" dirty="0">
                <a:solidFill>
                  <a:schemeClr val="bg1"/>
                </a:solidFill>
                <a:latin typeface="+mn-ea"/>
                <a:ea typeface="+mn-ea"/>
              </a:rPr>
              <a:t>print(),</a:t>
            </a:r>
            <a:r>
              <a:rPr lang="zh-CN" altLang="en-US" sz="4000" b="1" dirty="0">
                <a:solidFill>
                  <a:schemeClr val="bg1"/>
                </a:solidFill>
                <a:latin typeface="+mn-ea"/>
                <a:ea typeface="+mn-ea"/>
              </a:rPr>
              <a:t>   </a:t>
            </a:r>
            <a:r>
              <a:rPr lang="en-US" altLang="zh-CN" sz="4000" b="1" dirty="0">
                <a:solidFill>
                  <a:schemeClr val="bg1"/>
                </a:solidFill>
                <a:latin typeface="+mn-ea"/>
                <a:ea typeface="+mn-ea"/>
              </a:rPr>
              <a:t>Input(),</a:t>
            </a:r>
            <a:r>
              <a:rPr lang="zh-CN" altLang="en-US" sz="4000" b="1" dirty="0">
                <a:solidFill>
                  <a:schemeClr val="bg1"/>
                </a:solidFill>
                <a:latin typeface="+mn-ea"/>
                <a:ea typeface="+mn-ea"/>
              </a:rPr>
              <a:t>  </a:t>
            </a:r>
            <a:r>
              <a:rPr lang="en-US" altLang="zh-CN" sz="4000" b="1" dirty="0">
                <a:solidFill>
                  <a:schemeClr val="bg1"/>
                </a:solidFill>
                <a:latin typeface="+mn-ea"/>
                <a:ea typeface="+mn-ea"/>
              </a:rPr>
              <a:t>range(),         type()</a:t>
            </a:r>
            <a:r>
              <a:rPr lang="zh-CN" altLang="en-US" sz="4000" b="1" dirty="0">
                <a:solidFill>
                  <a:schemeClr val="bg1"/>
                </a:solidFill>
                <a:latin typeface="+mn-ea"/>
                <a:ea typeface="+mn-ea"/>
              </a:rPr>
              <a:t>， </a:t>
            </a:r>
            <a:endParaRPr lang="en-US" altLang="zh-CN" sz="4000" b="1" dirty="0">
              <a:solidFill>
                <a:schemeClr val="bg1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altLang="zh-CN" sz="4000" b="1" dirty="0">
                <a:solidFill>
                  <a:schemeClr val="bg1"/>
                </a:solidFill>
                <a:latin typeface="+mn-ea"/>
                <a:ea typeface="+mn-ea"/>
              </a:rPr>
              <a:t>float(),   int(),       enumerate(), list(), </a:t>
            </a:r>
          </a:p>
          <a:p>
            <a:pPr algn="just">
              <a:lnSpc>
                <a:spcPct val="150000"/>
              </a:lnSpc>
            </a:pPr>
            <a:r>
              <a:rPr lang="en-US" altLang="zh-CN" sz="4000" b="1" dirty="0" err="1">
                <a:solidFill>
                  <a:schemeClr val="bg1"/>
                </a:solidFill>
                <a:latin typeface="+mn-ea"/>
                <a:ea typeface="+mn-ea"/>
              </a:rPr>
              <a:t>len</a:t>
            </a:r>
            <a:r>
              <a:rPr lang="en-US" altLang="zh-CN" sz="4000" b="1" dirty="0">
                <a:solidFill>
                  <a:schemeClr val="bg1"/>
                </a:solidFill>
                <a:latin typeface="+mn-ea"/>
                <a:ea typeface="+mn-ea"/>
              </a:rPr>
              <a:t>(),      abs(),      round(),        zip()</a:t>
            </a:r>
            <a:endParaRPr lang="en-CN" altLang="zh-CN" sz="4000" b="1" dirty="0">
              <a:solidFill>
                <a:schemeClr val="bg1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90331161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2" y="3868892"/>
            <a:ext cx="11670743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二、</a:t>
            </a:r>
            <a:r>
              <a:rPr lang="en-US" altLang="zh-CN" sz="4400" b="1" dirty="0">
                <a:latin typeface="微软雅黑" pitchFamily="34" charset="-122"/>
                <a:ea typeface="微软雅黑" pitchFamily="34" charset="-122"/>
              </a:rPr>
              <a:t>Python</a:t>
            </a: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模块与包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81122590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CD30D-0F5D-EF46-4DE7-92C4B826D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F43785E7-C92C-7536-CEE1-325362310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二、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模块与包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D9B7FF-E4E2-4679-CAF2-ED6C24B5BA13}"/>
              </a:ext>
            </a:extLst>
          </p:cNvPr>
          <p:cNvSpPr txBox="1"/>
          <p:nvPr/>
        </p:nvSpPr>
        <p:spPr>
          <a:xfrm>
            <a:off x="300396" y="1112586"/>
            <a:ext cx="6358388" cy="5539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模块概念</a:t>
            </a:r>
            <a:r>
              <a:rPr lang="zh-CN" altLang="en-US" sz="3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lang="zh-CN" altLang="en-US" sz="34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为了编写可重复使用的代码，通常把代码按功能分类，分别放在不同的</a:t>
            </a:r>
            <a:r>
              <a:rPr lang="en-US" altLang="zh-CN" sz="34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.</a:t>
            </a:r>
            <a:r>
              <a:rPr lang="en-US" altLang="zh-CN" sz="3400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</a:t>
            </a:r>
            <a:r>
              <a:rPr lang="zh-CN" altLang="en-US" sz="34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文件里，使得单个文件中代码相对较少。该</a:t>
            </a:r>
            <a:r>
              <a:rPr lang="en-US" altLang="zh-CN" sz="34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.</a:t>
            </a:r>
            <a:r>
              <a:rPr lang="en-US" sz="3400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</a:t>
            </a:r>
            <a:r>
              <a:rPr lang="zh-CN" altLang="en-US" sz="34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文件就称之为一个模块 （</a:t>
            </a:r>
            <a:r>
              <a:rPr lang="en-US" sz="34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module）。</a:t>
            </a:r>
            <a:r>
              <a:rPr lang="zh-CN" altLang="en-US" sz="34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模块可包含函数，类和变量。</a:t>
            </a:r>
            <a:endParaRPr lang="en-US" altLang="zh-CN" sz="3400" b="1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B634F49E-FF07-A664-8A5E-05AFA1967718}"/>
              </a:ext>
            </a:extLst>
          </p:cNvPr>
          <p:cNvGrpSpPr/>
          <p:nvPr/>
        </p:nvGrpSpPr>
        <p:grpSpPr>
          <a:xfrm>
            <a:off x="6661146" y="1389628"/>
            <a:ext cx="5380549" cy="5075343"/>
            <a:chOff x="6980461" y="1346085"/>
            <a:chExt cx="5380549" cy="5075343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0218578E-CA0A-9C5C-9F91-A4863967C81D}"/>
                </a:ext>
              </a:extLst>
            </p:cNvPr>
            <p:cNvGrpSpPr/>
            <p:nvPr/>
          </p:nvGrpSpPr>
          <p:grpSpPr>
            <a:xfrm>
              <a:off x="7097485" y="1346085"/>
              <a:ext cx="5172526" cy="4581270"/>
              <a:chOff x="4911219" y="2293825"/>
              <a:chExt cx="4220421" cy="4255083"/>
            </a:xfrm>
          </p:grpSpPr>
          <p:grpSp>
            <p:nvGrpSpPr>
              <p:cNvPr id="5" name="组合 4">
                <a:extLst>
                  <a:ext uri="{FF2B5EF4-FFF2-40B4-BE49-F238E27FC236}">
                    <a16:creationId xmlns:a16="http://schemas.microsoft.com/office/drawing/2014/main" id="{9ABBEE5A-6CE2-4962-BB31-CCA22F395E97}"/>
                  </a:ext>
                </a:extLst>
              </p:cNvPr>
              <p:cNvGrpSpPr/>
              <p:nvPr/>
            </p:nvGrpSpPr>
            <p:grpSpPr>
              <a:xfrm>
                <a:off x="4911219" y="2293825"/>
                <a:ext cx="1227786" cy="880817"/>
                <a:chOff x="4916892" y="2293825"/>
                <a:chExt cx="1521854" cy="1030310"/>
              </a:xfrm>
            </p:grpSpPr>
            <p:sp>
              <p:nvSpPr>
                <p:cNvPr id="22" name="流程图: 文档 21">
                  <a:extLst>
                    <a:ext uri="{FF2B5EF4-FFF2-40B4-BE49-F238E27FC236}">
                      <a16:creationId xmlns:a16="http://schemas.microsoft.com/office/drawing/2014/main" id="{F50E73A3-1F20-2D86-ADE6-7E1017055533}"/>
                    </a:ext>
                  </a:extLst>
                </p:cNvPr>
                <p:cNvSpPr/>
                <p:nvPr/>
              </p:nvSpPr>
              <p:spPr>
                <a:xfrm>
                  <a:off x="4916892" y="2293825"/>
                  <a:ext cx="1521854" cy="1030310"/>
                </a:xfrm>
                <a:prstGeom prst="flowChartDocument">
                  <a:avLst/>
                </a:prstGeom>
                <a:solidFill>
                  <a:schemeClr val="accent6"/>
                </a:solidFill>
              </p:spPr>
              <p:txBody>
                <a:bodyPr wrap="square" lIns="0" rtlCol="0" anchor="ctr">
                  <a:noAutofit/>
                </a:bodyPr>
                <a:lstStyle/>
                <a:p>
                  <a:pPr algn="l"/>
                  <a:endParaRPr lang="zh-CN" altLang="en-US" b="1" dirty="0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23" name="椭圆 22">
                  <a:extLst>
                    <a:ext uri="{FF2B5EF4-FFF2-40B4-BE49-F238E27FC236}">
                      <a16:creationId xmlns:a16="http://schemas.microsoft.com/office/drawing/2014/main" id="{4CF56CF6-6A7D-3B73-080A-D134C1C9B8CA}"/>
                    </a:ext>
                  </a:extLst>
                </p:cNvPr>
                <p:cNvSpPr/>
                <p:nvPr/>
              </p:nvSpPr>
              <p:spPr>
                <a:xfrm>
                  <a:off x="5158376" y="2467689"/>
                  <a:ext cx="1143911" cy="57311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8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函数</a:t>
                  </a:r>
                </a:p>
              </p:txBody>
            </p:sp>
          </p:grpSp>
          <p:grpSp>
            <p:nvGrpSpPr>
              <p:cNvPr id="6" name="组合 5">
                <a:extLst>
                  <a:ext uri="{FF2B5EF4-FFF2-40B4-BE49-F238E27FC236}">
                    <a16:creationId xmlns:a16="http://schemas.microsoft.com/office/drawing/2014/main" id="{6C7C3C16-1634-399C-A158-2AF39E25395B}"/>
                  </a:ext>
                </a:extLst>
              </p:cNvPr>
              <p:cNvGrpSpPr/>
              <p:nvPr/>
            </p:nvGrpSpPr>
            <p:grpSpPr>
              <a:xfrm>
                <a:off x="6398654" y="2293825"/>
                <a:ext cx="1227786" cy="880817"/>
                <a:chOff x="6591837" y="2293825"/>
                <a:chExt cx="1521854" cy="1030310"/>
              </a:xfrm>
            </p:grpSpPr>
            <p:sp>
              <p:nvSpPr>
                <p:cNvPr id="20" name="流程图: 文档 19">
                  <a:extLst>
                    <a:ext uri="{FF2B5EF4-FFF2-40B4-BE49-F238E27FC236}">
                      <a16:creationId xmlns:a16="http://schemas.microsoft.com/office/drawing/2014/main" id="{7F594C22-1E69-C6FF-C971-030A01134E8F}"/>
                    </a:ext>
                  </a:extLst>
                </p:cNvPr>
                <p:cNvSpPr/>
                <p:nvPr/>
              </p:nvSpPr>
              <p:spPr>
                <a:xfrm>
                  <a:off x="6591837" y="2293825"/>
                  <a:ext cx="1521854" cy="1030310"/>
                </a:xfrm>
                <a:prstGeom prst="flowChartDocument">
                  <a:avLst/>
                </a:prstGeom>
                <a:solidFill>
                  <a:schemeClr val="accent6"/>
                </a:solidFill>
              </p:spPr>
              <p:txBody>
                <a:bodyPr wrap="square" lIns="0" rtlCol="0" anchor="ctr">
                  <a:noAutofit/>
                </a:bodyPr>
                <a:lstStyle/>
                <a:p>
                  <a:pPr algn="l"/>
                  <a:endParaRPr lang="zh-CN" altLang="en-US" sz="1800" b="1" dirty="0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21" name="椭圆 20">
                  <a:extLst>
                    <a:ext uri="{FF2B5EF4-FFF2-40B4-BE49-F238E27FC236}">
                      <a16:creationId xmlns:a16="http://schemas.microsoft.com/office/drawing/2014/main" id="{54D9E802-8090-B795-1453-44B9C42E0CDF}"/>
                    </a:ext>
                  </a:extLst>
                </p:cNvPr>
                <p:cNvSpPr/>
                <p:nvPr/>
              </p:nvSpPr>
              <p:spPr>
                <a:xfrm>
                  <a:off x="6793407" y="2467688"/>
                  <a:ext cx="1143911" cy="573111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8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类</a:t>
                  </a:r>
                </a:p>
              </p:txBody>
            </p:sp>
          </p:grpSp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F45E1923-FDA7-108C-C0A5-2582A420C899}"/>
                  </a:ext>
                </a:extLst>
              </p:cNvPr>
              <p:cNvGrpSpPr/>
              <p:nvPr/>
            </p:nvGrpSpPr>
            <p:grpSpPr>
              <a:xfrm>
                <a:off x="7903854" y="2293825"/>
                <a:ext cx="1227786" cy="880817"/>
                <a:chOff x="8288803" y="2295211"/>
                <a:chExt cx="1521854" cy="1030310"/>
              </a:xfrm>
            </p:grpSpPr>
            <p:sp>
              <p:nvSpPr>
                <p:cNvPr id="18" name="流程图: 文档 17">
                  <a:extLst>
                    <a:ext uri="{FF2B5EF4-FFF2-40B4-BE49-F238E27FC236}">
                      <a16:creationId xmlns:a16="http://schemas.microsoft.com/office/drawing/2014/main" id="{A2D47F6F-91A8-3219-1715-B91FB82BCE89}"/>
                    </a:ext>
                  </a:extLst>
                </p:cNvPr>
                <p:cNvSpPr/>
                <p:nvPr/>
              </p:nvSpPr>
              <p:spPr>
                <a:xfrm>
                  <a:off x="8288803" y="2295211"/>
                  <a:ext cx="1521854" cy="1030310"/>
                </a:xfrm>
                <a:prstGeom prst="flowChartDocument">
                  <a:avLst/>
                </a:prstGeom>
                <a:solidFill>
                  <a:schemeClr val="accent6"/>
                </a:solidFill>
              </p:spPr>
              <p:txBody>
                <a:bodyPr wrap="square" lIns="0" rtlCol="0" anchor="ctr">
                  <a:noAutofit/>
                </a:bodyPr>
                <a:lstStyle/>
                <a:p>
                  <a:pPr algn="l"/>
                  <a:endParaRPr lang="zh-CN" altLang="en-US" b="1" dirty="0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19" name="椭圆 18">
                  <a:extLst>
                    <a:ext uri="{FF2B5EF4-FFF2-40B4-BE49-F238E27FC236}">
                      <a16:creationId xmlns:a16="http://schemas.microsoft.com/office/drawing/2014/main" id="{91DD97E5-157B-5283-21CE-A6AD47AE44EC}"/>
                    </a:ext>
                  </a:extLst>
                </p:cNvPr>
                <p:cNvSpPr/>
                <p:nvPr/>
              </p:nvSpPr>
              <p:spPr>
                <a:xfrm>
                  <a:off x="8530281" y="2469075"/>
                  <a:ext cx="1143911" cy="573111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4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其他代码</a:t>
                  </a:r>
                </a:p>
              </p:txBody>
            </p:sp>
          </p:grp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1E20D218-04C8-2A08-5326-E60F3BAF69C6}"/>
                  </a:ext>
                </a:extLst>
              </p:cNvPr>
              <p:cNvGrpSpPr/>
              <p:nvPr/>
            </p:nvGrpSpPr>
            <p:grpSpPr>
              <a:xfrm>
                <a:off x="5661467" y="3715556"/>
                <a:ext cx="2702160" cy="2833352"/>
                <a:chOff x="5546758" y="3683359"/>
                <a:chExt cx="2702160" cy="2833352"/>
              </a:xfrm>
            </p:grpSpPr>
            <p:sp>
              <p:nvSpPr>
                <p:cNvPr id="13" name="流程图: 文档 12">
                  <a:extLst>
                    <a:ext uri="{FF2B5EF4-FFF2-40B4-BE49-F238E27FC236}">
                      <a16:creationId xmlns:a16="http://schemas.microsoft.com/office/drawing/2014/main" id="{7D9CE801-4E55-0E88-8BE8-7A27AB6C1D22}"/>
                    </a:ext>
                  </a:extLst>
                </p:cNvPr>
                <p:cNvSpPr/>
                <p:nvPr/>
              </p:nvSpPr>
              <p:spPr>
                <a:xfrm>
                  <a:off x="5546758" y="3683359"/>
                  <a:ext cx="2702160" cy="2833352"/>
                </a:xfrm>
                <a:prstGeom prst="flowChartDocument">
                  <a:avLst/>
                </a:prstGeom>
                <a:solidFill>
                  <a:srgbClr val="C3E8CC"/>
                </a:solidFill>
              </p:spPr>
              <p:txBody>
                <a:bodyPr wrap="square" lIns="0" rtlCol="0" anchor="ctr">
                  <a:noAutofit/>
                </a:bodyPr>
                <a:lstStyle/>
                <a:p>
                  <a:pPr algn="l"/>
                  <a:endParaRPr lang="zh-CN" altLang="en-US" b="1" dirty="0">
                    <a:solidFill>
                      <a:srgbClr val="FF0000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14" name="椭圆 13">
                  <a:extLst>
                    <a:ext uri="{FF2B5EF4-FFF2-40B4-BE49-F238E27FC236}">
                      <a16:creationId xmlns:a16="http://schemas.microsoft.com/office/drawing/2014/main" id="{68AC5394-1485-277F-71D0-95BBD078DFA2}"/>
                    </a:ext>
                  </a:extLst>
                </p:cNvPr>
                <p:cNvSpPr/>
                <p:nvPr/>
              </p:nvSpPr>
              <p:spPr>
                <a:xfrm>
                  <a:off x="6421321" y="4159649"/>
                  <a:ext cx="985552" cy="586542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8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函数</a:t>
                  </a:r>
                </a:p>
              </p:txBody>
            </p:sp>
            <p:sp>
              <p:nvSpPr>
                <p:cNvPr id="15" name="椭圆 14">
                  <a:extLst>
                    <a:ext uri="{FF2B5EF4-FFF2-40B4-BE49-F238E27FC236}">
                      <a16:creationId xmlns:a16="http://schemas.microsoft.com/office/drawing/2014/main" id="{EDE924F0-FEEE-A8DD-C9EC-6855861DCF68}"/>
                    </a:ext>
                  </a:extLst>
                </p:cNvPr>
                <p:cNvSpPr/>
                <p:nvPr/>
              </p:nvSpPr>
              <p:spPr>
                <a:xfrm>
                  <a:off x="6422841" y="4835348"/>
                  <a:ext cx="985552" cy="586542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8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类</a:t>
                  </a:r>
                </a:p>
              </p:txBody>
            </p:sp>
            <p:sp>
              <p:nvSpPr>
                <p:cNvPr id="16" name="椭圆 15">
                  <a:extLst>
                    <a:ext uri="{FF2B5EF4-FFF2-40B4-BE49-F238E27FC236}">
                      <a16:creationId xmlns:a16="http://schemas.microsoft.com/office/drawing/2014/main" id="{709B5B47-7F00-81C7-130A-B475271FAD63}"/>
                    </a:ext>
                  </a:extLst>
                </p:cNvPr>
                <p:cNvSpPr/>
                <p:nvPr/>
              </p:nvSpPr>
              <p:spPr>
                <a:xfrm>
                  <a:off x="6421320" y="5512160"/>
                  <a:ext cx="985552" cy="586542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6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其他代码</a:t>
                  </a:r>
                </a:p>
              </p:txBody>
            </p:sp>
          </p:grp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77102147-8B5B-CF9F-B29D-B40751FA2949}"/>
                  </a:ext>
                </a:extLst>
              </p:cNvPr>
              <p:cNvSpPr/>
              <p:nvPr/>
            </p:nvSpPr>
            <p:spPr>
              <a:xfrm>
                <a:off x="5661467" y="3715556"/>
                <a:ext cx="2702160" cy="398918"/>
              </a:xfrm>
              <a:prstGeom prst="rect">
                <a:avLst/>
              </a:prstGeom>
              <a:solidFill>
                <a:srgbClr val="FFCC99"/>
              </a:solidFill>
            </p:spPr>
            <p:txBody>
              <a:bodyPr wrap="square" lIns="0" rtlCol="0" anchor="ctr">
                <a:noAutofit/>
              </a:bodyPr>
              <a:lstStyle/>
              <a:p>
                <a:pPr algn="l"/>
                <a:r>
                  <a:rPr lang="zh-CN" altLang="en-US" sz="2000" b="1" dirty="0">
                    <a:solidFill>
                      <a:schemeClr val="bg2"/>
                    </a:solidFill>
                    <a:latin typeface="微软雅黑" pitchFamily="34" charset="-122"/>
                    <a:ea typeface="微软雅黑" pitchFamily="34" charset="-122"/>
                  </a:rPr>
                  <a:t> 模块</a:t>
                </a:r>
                <a:r>
                  <a:rPr lang="en-US" altLang="zh-CN" sz="2000" b="1" dirty="0">
                    <a:solidFill>
                      <a:schemeClr val="bg2"/>
                    </a:solidFill>
                    <a:latin typeface="微软雅黑" pitchFamily="34" charset="-122"/>
                    <a:ea typeface="微软雅黑" pitchFamily="34" charset="-122"/>
                  </a:rPr>
                  <a:t>.</a:t>
                </a:r>
                <a:r>
                  <a:rPr lang="en-US" altLang="zh-CN" sz="2000" b="1" dirty="0" err="1">
                    <a:solidFill>
                      <a:schemeClr val="bg2"/>
                    </a:solidFill>
                    <a:latin typeface="微软雅黑" pitchFamily="34" charset="-122"/>
                    <a:ea typeface="微软雅黑" pitchFamily="34" charset="-122"/>
                  </a:rPr>
                  <a:t>py</a:t>
                </a:r>
                <a:endParaRPr lang="zh-CN" altLang="en-US" sz="2000" b="1" dirty="0">
                  <a:solidFill>
                    <a:schemeClr val="bg2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cxnSp>
            <p:nvCxnSpPr>
              <p:cNvPr id="10" name="连接符: 肘形 9">
                <a:extLst>
                  <a:ext uri="{FF2B5EF4-FFF2-40B4-BE49-F238E27FC236}">
                    <a16:creationId xmlns:a16="http://schemas.microsoft.com/office/drawing/2014/main" id="{47304888-2486-09E8-70AA-498193C0CCB4}"/>
                  </a:ext>
                </a:extLst>
              </p:cNvPr>
              <p:cNvCxnSpPr>
                <a:stCxn id="22" idx="2"/>
                <a:endCxn id="9" idx="0"/>
              </p:cNvCxnSpPr>
              <p:nvPr/>
            </p:nvCxnSpPr>
            <p:spPr bwMode="auto">
              <a:xfrm rot="16200000" flipH="1">
                <a:off x="5969257" y="2672264"/>
                <a:ext cx="599146" cy="1487435"/>
              </a:xfrm>
              <a:prstGeom prst="bentConnector3">
                <a:avLst/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cxnSp>
            <p:nvCxnSpPr>
              <p:cNvPr id="11" name="连接符: 肘形 10">
                <a:extLst>
                  <a:ext uri="{FF2B5EF4-FFF2-40B4-BE49-F238E27FC236}">
                    <a16:creationId xmlns:a16="http://schemas.microsoft.com/office/drawing/2014/main" id="{DBD0C748-C8AB-3591-B5D0-F8DE2BD1AEF2}"/>
                  </a:ext>
                </a:extLst>
              </p:cNvPr>
              <p:cNvCxnSpPr>
                <a:cxnSpLocks/>
                <a:stCxn id="18" idx="2"/>
                <a:endCxn id="9" idx="0"/>
              </p:cNvCxnSpPr>
              <p:nvPr/>
            </p:nvCxnSpPr>
            <p:spPr bwMode="auto">
              <a:xfrm rot="5400000">
                <a:off x="7465575" y="2663383"/>
                <a:ext cx="599146" cy="1505200"/>
              </a:xfrm>
              <a:prstGeom prst="bentConnector3">
                <a:avLst>
                  <a:gd name="adj1" fmla="val 50000"/>
                </a:avLst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cxnSp>
            <p:nvCxnSpPr>
              <p:cNvPr id="12" name="直接箭头连接符 11">
                <a:extLst>
                  <a:ext uri="{FF2B5EF4-FFF2-40B4-BE49-F238E27FC236}">
                    <a16:creationId xmlns:a16="http://schemas.microsoft.com/office/drawing/2014/main" id="{3DE5FB91-349B-1B36-9DC9-806DBF4E5DD1}"/>
                  </a:ext>
                </a:extLst>
              </p:cNvPr>
              <p:cNvCxnSpPr>
                <a:cxnSpLocks/>
                <a:stCxn id="20" idx="2"/>
                <a:endCxn id="9" idx="0"/>
              </p:cNvCxnSpPr>
              <p:nvPr/>
            </p:nvCxnSpPr>
            <p:spPr bwMode="auto">
              <a:xfrm>
                <a:off x="7012547" y="3116410"/>
                <a:ext cx="0" cy="599146"/>
              </a:xfrm>
              <a:prstGeom prst="straightConnector1">
                <a:avLst/>
              </a:prstGeom>
              <a:ln w="28575">
                <a:headEnd type="none" w="med" len="med"/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80DC41D9-A2F2-65A5-880A-BB4A8E0091F0}"/>
                </a:ext>
              </a:extLst>
            </p:cNvPr>
            <p:cNvSpPr txBox="1"/>
            <p:nvPr/>
          </p:nvSpPr>
          <p:spPr>
            <a:xfrm>
              <a:off x="6980461" y="5959763"/>
              <a:ext cx="538054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>
                  <a:solidFill>
                    <a:schemeClr val="accent2"/>
                  </a:solidFill>
                  <a:latin typeface="+mn-ea"/>
                  <a:ea typeface="+mn-ea"/>
                </a:rPr>
                <a:t>函数、类与模块之间关系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82024960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二、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模块与包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05FFCA-3371-AF5C-381D-71D984055F5A}"/>
              </a:ext>
            </a:extLst>
          </p:cNvPr>
          <p:cNvSpPr txBox="1"/>
          <p:nvPr/>
        </p:nvSpPr>
        <p:spPr>
          <a:xfrm>
            <a:off x="182665" y="942358"/>
            <a:ext cx="6572800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zh-CN" altLang="en-US" sz="3600" b="1" dirty="0">
                <a:solidFill>
                  <a:schemeClr val="accent2"/>
                </a:solidFill>
                <a:latin typeface="+mn-ea"/>
                <a:ea typeface="+mn-ea"/>
              </a:rPr>
              <a:t>模块化优势</a:t>
            </a:r>
            <a:r>
              <a:rPr lang="zh-CN" altLang="en-US" sz="36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6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600" dirty="0">
                <a:solidFill>
                  <a:schemeClr val="bg2"/>
                </a:solidFill>
                <a:latin typeface="+mn-ea"/>
                <a:ea typeface="+mn-ea"/>
              </a:rPr>
              <a:t>代码可维护性、团队协作、功能隔离与测试</a:t>
            </a:r>
            <a:endParaRPr lang="en-US" altLang="zh-CN" sz="36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600" b="1" dirty="0">
                <a:solidFill>
                  <a:schemeClr val="accent2"/>
                </a:solidFill>
                <a:latin typeface="+mn-ea"/>
                <a:ea typeface="+mn-ea"/>
              </a:rPr>
              <a:t>模块化层次</a:t>
            </a:r>
            <a:r>
              <a:rPr lang="zh-CN" altLang="en-US" sz="3600" b="1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6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600" dirty="0">
                <a:solidFill>
                  <a:schemeClr val="bg2"/>
                </a:solidFill>
                <a:latin typeface="+mn-ea"/>
                <a:ea typeface="+mn-ea"/>
              </a:rPr>
              <a:t>函数 </a:t>
            </a:r>
            <a:r>
              <a:rPr lang="en-US" altLang="zh-CN" sz="3600" dirty="0">
                <a:solidFill>
                  <a:schemeClr val="bg2"/>
                </a:solidFill>
                <a:latin typeface="+mn-ea"/>
                <a:ea typeface="+mn-ea"/>
              </a:rPr>
              <a:t>-&gt;</a:t>
            </a:r>
            <a:r>
              <a:rPr lang="zh-CN" altLang="en-US" sz="3600" dirty="0">
                <a:solidFill>
                  <a:schemeClr val="bg2"/>
                </a:solidFill>
                <a:latin typeface="+mn-ea"/>
                <a:ea typeface="+mn-ea"/>
              </a:rPr>
              <a:t> 模块 </a:t>
            </a:r>
            <a:r>
              <a:rPr lang="en-US" altLang="zh-CN" sz="3600" dirty="0">
                <a:solidFill>
                  <a:schemeClr val="bg2"/>
                </a:solidFill>
                <a:latin typeface="+mn-ea"/>
              </a:rPr>
              <a:t>-&gt; </a:t>
            </a:r>
            <a:r>
              <a:rPr lang="zh-CN" altLang="en-US" sz="3600" dirty="0">
                <a:solidFill>
                  <a:schemeClr val="bg2"/>
                </a:solidFill>
                <a:latin typeface="+mn-ea"/>
                <a:ea typeface="+mn-ea"/>
              </a:rPr>
              <a:t>包</a:t>
            </a:r>
            <a:endParaRPr lang="en-US" altLang="zh-CN" sz="3600" dirty="0">
              <a:solidFill>
                <a:schemeClr val="bg2"/>
              </a:solidFill>
              <a:latin typeface="+mn-ea"/>
              <a:ea typeface="+mn-ea"/>
            </a:endParaRPr>
          </a:p>
          <a:p>
            <a:pPr marL="0" marR="0" lvl="0" indent="0" algn="just" defTabSz="914400" rtl="0" eaLnBrk="1" fontAlgn="base" latinLnBrk="0" hangingPunct="1"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/>
                <a:ea typeface="微软雅黑"/>
              </a:rPr>
              <a:t>模块导入</a:t>
            </a: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</a:rPr>
              <a:t>：</a:t>
            </a:r>
            <a:endParaRPr kumimoji="0" lang="en-US" altLang="zh-CN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/>
              <a:ea typeface="微软雅黑"/>
            </a:endParaRPr>
          </a:p>
          <a:p>
            <a:pPr algn="just"/>
            <a:r>
              <a:rPr lang="en-US" altLang="zh-CN" sz="4000" dirty="0">
                <a:solidFill>
                  <a:schemeClr val="bg2"/>
                </a:solidFill>
                <a:latin typeface="+mn-ea"/>
                <a:ea typeface="+mn-ea"/>
              </a:rPr>
              <a:t>import</a:t>
            </a:r>
            <a:r>
              <a:rPr lang="zh-CN" altLang="en-US" sz="4000" dirty="0">
                <a:solidFill>
                  <a:schemeClr val="bg2"/>
                </a:solidFill>
                <a:latin typeface="+mn-ea"/>
                <a:ea typeface="+mn-ea"/>
              </a:rPr>
              <a:t>，或</a:t>
            </a:r>
            <a:r>
              <a:rPr lang="en-US" altLang="zh-CN" sz="4000" dirty="0">
                <a:solidFill>
                  <a:schemeClr val="bg2"/>
                </a:solidFill>
                <a:latin typeface="+mn-ea"/>
                <a:ea typeface="+mn-ea"/>
              </a:rPr>
              <a:t>from…import…</a:t>
            </a:r>
            <a:endParaRPr lang="zh-CN" altLang="en-US" sz="40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00052C8D-EB36-DD6A-6A88-54EDEEACFAA8}"/>
              </a:ext>
            </a:extLst>
          </p:cNvPr>
          <p:cNvGrpSpPr/>
          <p:nvPr/>
        </p:nvGrpSpPr>
        <p:grpSpPr>
          <a:xfrm>
            <a:off x="6755486" y="1142886"/>
            <a:ext cx="5380549" cy="5075343"/>
            <a:chOff x="6980461" y="1346085"/>
            <a:chExt cx="5380549" cy="5075343"/>
          </a:xfrm>
        </p:grpSpPr>
        <p:grpSp>
          <p:nvGrpSpPr>
            <p:cNvPr id="26" name="组合 25">
              <a:extLst>
                <a:ext uri="{FF2B5EF4-FFF2-40B4-BE49-F238E27FC236}">
                  <a16:creationId xmlns:a16="http://schemas.microsoft.com/office/drawing/2014/main" id="{FBB9AAD5-C9FB-4435-771E-8D5CFF918E5E}"/>
                </a:ext>
              </a:extLst>
            </p:cNvPr>
            <p:cNvGrpSpPr/>
            <p:nvPr/>
          </p:nvGrpSpPr>
          <p:grpSpPr>
            <a:xfrm>
              <a:off x="7097485" y="1346085"/>
              <a:ext cx="5172526" cy="4581270"/>
              <a:chOff x="4911219" y="2293825"/>
              <a:chExt cx="4220421" cy="4255083"/>
            </a:xfrm>
          </p:grpSpPr>
          <p:grpSp>
            <p:nvGrpSpPr>
              <p:cNvPr id="28" name="组合 27">
                <a:extLst>
                  <a:ext uri="{FF2B5EF4-FFF2-40B4-BE49-F238E27FC236}">
                    <a16:creationId xmlns:a16="http://schemas.microsoft.com/office/drawing/2014/main" id="{D4DA87C5-4C9B-1D60-B8EF-ED741EEEC25E}"/>
                  </a:ext>
                </a:extLst>
              </p:cNvPr>
              <p:cNvGrpSpPr/>
              <p:nvPr/>
            </p:nvGrpSpPr>
            <p:grpSpPr>
              <a:xfrm>
                <a:off x="4911219" y="2293825"/>
                <a:ext cx="1227786" cy="880817"/>
                <a:chOff x="4916892" y="2293825"/>
                <a:chExt cx="1521854" cy="1030310"/>
              </a:xfrm>
            </p:grpSpPr>
            <p:sp>
              <p:nvSpPr>
                <p:cNvPr id="44" name="流程图: 文档 43">
                  <a:extLst>
                    <a:ext uri="{FF2B5EF4-FFF2-40B4-BE49-F238E27FC236}">
                      <a16:creationId xmlns:a16="http://schemas.microsoft.com/office/drawing/2014/main" id="{8F66112F-CE1C-C66A-4631-CBD24E87028C}"/>
                    </a:ext>
                  </a:extLst>
                </p:cNvPr>
                <p:cNvSpPr/>
                <p:nvPr/>
              </p:nvSpPr>
              <p:spPr>
                <a:xfrm>
                  <a:off x="4916892" y="2293825"/>
                  <a:ext cx="1521854" cy="1030310"/>
                </a:xfrm>
                <a:prstGeom prst="flowChartDocument">
                  <a:avLst/>
                </a:prstGeom>
                <a:solidFill>
                  <a:schemeClr val="accent6"/>
                </a:solidFill>
              </p:spPr>
              <p:txBody>
                <a:bodyPr wrap="square" lIns="0" rtlCol="0" anchor="ctr">
                  <a:noAutofit/>
                </a:bodyPr>
                <a:lstStyle/>
                <a:p>
                  <a:pPr algn="l"/>
                  <a:endParaRPr lang="zh-CN" altLang="en-US" b="1" dirty="0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45" name="椭圆 44">
                  <a:extLst>
                    <a:ext uri="{FF2B5EF4-FFF2-40B4-BE49-F238E27FC236}">
                      <a16:creationId xmlns:a16="http://schemas.microsoft.com/office/drawing/2014/main" id="{529B8D39-2371-E183-D1F4-EE1528E1D8E6}"/>
                    </a:ext>
                  </a:extLst>
                </p:cNvPr>
                <p:cNvSpPr/>
                <p:nvPr/>
              </p:nvSpPr>
              <p:spPr>
                <a:xfrm>
                  <a:off x="5158376" y="2467689"/>
                  <a:ext cx="1143911" cy="57311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8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函数</a:t>
                  </a:r>
                </a:p>
              </p:txBody>
            </p:sp>
          </p:grpSp>
          <p:grpSp>
            <p:nvGrpSpPr>
              <p:cNvPr id="29" name="组合 28">
                <a:extLst>
                  <a:ext uri="{FF2B5EF4-FFF2-40B4-BE49-F238E27FC236}">
                    <a16:creationId xmlns:a16="http://schemas.microsoft.com/office/drawing/2014/main" id="{0F3BB020-D06F-9231-8569-18F6D7829F51}"/>
                  </a:ext>
                </a:extLst>
              </p:cNvPr>
              <p:cNvGrpSpPr/>
              <p:nvPr/>
            </p:nvGrpSpPr>
            <p:grpSpPr>
              <a:xfrm>
                <a:off x="6398654" y="2293825"/>
                <a:ext cx="1227786" cy="880817"/>
                <a:chOff x="6591837" y="2293825"/>
                <a:chExt cx="1521854" cy="1030310"/>
              </a:xfrm>
            </p:grpSpPr>
            <p:sp>
              <p:nvSpPr>
                <p:cNvPr id="42" name="流程图: 文档 41">
                  <a:extLst>
                    <a:ext uri="{FF2B5EF4-FFF2-40B4-BE49-F238E27FC236}">
                      <a16:creationId xmlns:a16="http://schemas.microsoft.com/office/drawing/2014/main" id="{9D6ED68E-EC33-0ABD-67CD-6477508939AB}"/>
                    </a:ext>
                  </a:extLst>
                </p:cNvPr>
                <p:cNvSpPr/>
                <p:nvPr/>
              </p:nvSpPr>
              <p:spPr>
                <a:xfrm>
                  <a:off x="6591837" y="2293825"/>
                  <a:ext cx="1521854" cy="1030310"/>
                </a:xfrm>
                <a:prstGeom prst="flowChartDocument">
                  <a:avLst/>
                </a:prstGeom>
                <a:solidFill>
                  <a:schemeClr val="accent6"/>
                </a:solidFill>
              </p:spPr>
              <p:txBody>
                <a:bodyPr wrap="square" lIns="0" rtlCol="0" anchor="ctr">
                  <a:noAutofit/>
                </a:bodyPr>
                <a:lstStyle/>
                <a:p>
                  <a:pPr algn="l"/>
                  <a:endParaRPr lang="zh-CN" altLang="en-US" sz="1800" b="1" dirty="0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43" name="椭圆 42">
                  <a:extLst>
                    <a:ext uri="{FF2B5EF4-FFF2-40B4-BE49-F238E27FC236}">
                      <a16:creationId xmlns:a16="http://schemas.microsoft.com/office/drawing/2014/main" id="{FE7D08E2-E3AB-2245-E140-683E9B287A5A}"/>
                    </a:ext>
                  </a:extLst>
                </p:cNvPr>
                <p:cNvSpPr/>
                <p:nvPr/>
              </p:nvSpPr>
              <p:spPr>
                <a:xfrm>
                  <a:off x="6793407" y="2467688"/>
                  <a:ext cx="1143911" cy="573111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8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类</a:t>
                  </a:r>
                </a:p>
              </p:txBody>
            </p:sp>
          </p:grpSp>
          <p:grpSp>
            <p:nvGrpSpPr>
              <p:cNvPr id="30" name="组合 29">
                <a:extLst>
                  <a:ext uri="{FF2B5EF4-FFF2-40B4-BE49-F238E27FC236}">
                    <a16:creationId xmlns:a16="http://schemas.microsoft.com/office/drawing/2014/main" id="{DDA003A7-4C93-B4A1-D48E-C5CABD072166}"/>
                  </a:ext>
                </a:extLst>
              </p:cNvPr>
              <p:cNvGrpSpPr/>
              <p:nvPr/>
            </p:nvGrpSpPr>
            <p:grpSpPr>
              <a:xfrm>
                <a:off x="7903854" y="2293825"/>
                <a:ext cx="1227786" cy="880817"/>
                <a:chOff x="8288803" y="2295211"/>
                <a:chExt cx="1521854" cy="1030310"/>
              </a:xfrm>
            </p:grpSpPr>
            <p:sp>
              <p:nvSpPr>
                <p:cNvPr id="40" name="流程图: 文档 39">
                  <a:extLst>
                    <a:ext uri="{FF2B5EF4-FFF2-40B4-BE49-F238E27FC236}">
                      <a16:creationId xmlns:a16="http://schemas.microsoft.com/office/drawing/2014/main" id="{8D478ED2-E8DD-9488-EAD9-3722CF453FB6}"/>
                    </a:ext>
                  </a:extLst>
                </p:cNvPr>
                <p:cNvSpPr/>
                <p:nvPr/>
              </p:nvSpPr>
              <p:spPr>
                <a:xfrm>
                  <a:off x="8288803" y="2295211"/>
                  <a:ext cx="1521854" cy="1030310"/>
                </a:xfrm>
                <a:prstGeom prst="flowChartDocument">
                  <a:avLst/>
                </a:prstGeom>
                <a:solidFill>
                  <a:schemeClr val="accent6"/>
                </a:solidFill>
              </p:spPr>
              <p:txBody>
                <a:bodyPr wrap="square" lIns="0" rtlCol="0" anchor="ctr">
                  <a:noAutofit/>
                </a:bodyPr>
                <a:lstStyle/>
                <a:p>
                  <a:pPr algn="l"/>
                  <a:endParaRPr lang="zh-CN" altLang="en-US" b="1" dirty="0">
                    <a:solidFill>
                      <a:srgbClr val="0000CC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41" name="椭圆 40">
                  <a:extLst>
                    <a:ext uri="{FF2B5EF4-FFF2-40B4-BE49-F238E27FC236}">
                      <a16:creationId xmlns:a16="http://schemas.microsoft.com/office/drawing/2014/main" id="{080A0433-6150-9E81-E89F-64BF77CD24C2}"/>
                    </a:ext>
                  </a:extLst>
                </p:cNvPr>
                <p:cNvSpPr/>
                <p:nvPr/>
              </p:nvSpPr>
              <p:spPr>
                <a:xfrm>
                  <a:off x="8530281" y="2469075"/>
                  <a:ext cx="1143911" cy="573111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4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其他代码</a:t>
                  </a:r>
                </a:p>
              </p:txBody>
            </p:sp>
          </p:grpSp>
          <p:grpSp>
            <p:nvGrpSpPr>
              <p:cNvPr id="31" name="组合 30">
                <a:extLst>
                  <a:ext uri="{FF2B5EF4-FFF2-40B4-BE49-F238E27FC236}">
                    <a16:creationId xmlns:a16="http://schemas.microsoft.com/office/drawing/2014/main" id="{672B1762-3509-8909-2474-1C6FE073E659}"/>
                  </a:ext>
                </a:extLst>
              </p:cNvPr>
              <p:cNvGrpSpPr/>
              <p:nvPr/>
            </p:nvGrpSpPr>
            <p:grpSpPr>
              <a:xfrm>
                <a:off x="5661467" y="3715556"/>
                <a:ext cx="2702160" cy="2833352"/>
                <a:chOff x="5546758" y="3683359"/>
                <a:chExt cx="2702160" cy="2833352"/>
              </a:xfrm>
            </p:grpSpPr>
            <p:sp>
              <p:nvSpPr>
                <p:cNvPr id="36" name="流程图: 文档 35">
                  <a:extLst>
                    <a:ext uri="{FF2B5EF4-FFF2-40B4-BE49-F238E27FC236}">
                      <a16:creationId xmlns:a16="http://schemas.microsoft.com/office/drawing/2014/main" id="{0C8CA267-147A-F541-A704-65BC3E87DF41}"/>
                    </a:ext>
                  </a:extLst>
                </p:cNvPr>
                <p:cNvSpPr/>
                <p:nvPr/>
              </p:nvSpPr>
              <p:spPr>
                <a:xfrm>
                  <a:off x="5546758" y="3683359"/>
                  <a:ext cx="2702160" cy="2833352"/>
                </a:xfrm>
                <a:prstGeom prst="flowChartDocument">
                  <a:avLst/>
                </a:prstGeom>
                <a:solidFill>
                  <a:srgbClr val="C3E8CC"/>
                </a:solidFill>
              </p:spPr>
              <p:txBody>
                <a:bodyPr wrap="square" lIns="0" rtlCol="0" anchor="ctr">
                  <a:noAutofit/>
                </a:bodyPr>
                <a:lstStyle/>
                <a:p>
                  <a:pPr algn="l"/>
                  <a:endParaRPr lang="zh-CN" altLang="en-US" b="1" dirty="0">
                    <a:solidFill>
                      <a:srgbClr val="FF0000"/>
                    </a:solidFill>
                    <a:latin typeface="微软雅黑" pitchFamily="34" charset="-122"/>
                    <a:ea typeface="微软雅黑" pitchFamily="34" charset="-122"/>
                  </a:endParaRPr>
                </a:p>
              </p:txBody>
            </p:sp>
            <p:sp>
              <p:nvSpPr>
                <p:cNvPr id="37" name="椭圆 36">
                  <a:extLst>
                    <a:ext uri="{FF2B5EF4-FFF2-40B4-BE49-F238E27FC236}">
                      <a16:creationId xmlns:a16="http://schemas.microsoft.com/office/drawing/2014/main" id="{B2F10CAA-FE0D-35E7-8AAF-8909F26A533E}"/>
                    </a:ext>
                  </a:extLst>
                </p:cNvPr>
                <p:cNvSpPr/>
                <p:nvPr/>
              </p:nvSpPr>
              <p:spPr>
                <a:xfrm>
                  <a:off x="6421321" y="4159649"/>
                  <a:ext cx="985552" cy="586542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8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函数</a:t>
                  </a:r>
                </a:p>
              </p:txBody>
            </p:sp>
            <p:sp>
              <p:nvSpPr>
                <p:cNvPr id="38" name="椭圆 37">
                  <a:extLst>
                    <a:ext uri="{FF2B5EF4-FFF2-40B4-BE49-F238E27FC236}">
                      <a16:creationId xmlns:a16="http://schemas.microsoft.com/office/drawing/2014/main" id="{E434F634-6D8B-270C-3299-A5D2231027EB}"/>
                    </a:ext>
                  </a:extLst>
                </p:cNvPr>
                <p:cNvSpPr/>
                <p:nvPr/>
              </p:nvSpPr>
              <p:spPr>
                <a:xfrm>
                  <a:off x="6422841" y="4835348"/>
                  <a:ext cx="985552" cy="586542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8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类</a:t>
                  </a:r>
                </a:p>
              </p:txBody>
            </p:sp>
            <p:sp>
              <p:nvSpPr>
                <p:cNvPr id="39" name="椭圆 38">
                  <a:extLst>
                    <a:ext uri="{FF2B5EF4-FFF2-40B4-BE49-F238E27FC236}">
                      <a16:creationId xmlns:a16="http://schemas.microsoft.com/office/drawing/2014/main" id="{7A1C17FB-BA62-7BD7-DDB9-DE0EFC768C06}"/>
                    </a:ext>
                  </a:extLst>
                </p:cNvPr>
                <p:cNvSpPr/>
                <p:nvPr/>
              </p:nvSpPr>
              <p:spPr>
                <a:xfrm>
                  <a:off x="6421320" y="5512160"/>
                  <a:ext cx="985552" cy="586542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bg2"/>
                  </a:solidFill>
                </a:ln>
              </p:spPr>
              <p:txBody>
                <a:bodyPr wrap="square" lIns="0" rtlCol="0" anchor="ctr">
                  <a:noAutofit/>
                </a:bodyPr>
                <a:lstStyle/>
                <a:p>
                  <a:r>
                    <a:rPr lang="zh-CN" altLang="en-US" sz="1600" b="1" dirty="0">
                      <a:solidFill>
                        <a:srgbClr val="0000CC"/>
                      </a:solidFill>
                      <a:latin typeface="微软雅黑" pitchFamily="34" charset="-122"/>
                      <a:ea typeface="微软雅黑" pitchFamily="34" charset="-122"/>
                    </a:rPr>
                    <a:t> 其他代码</a:t>
                  </a:r>
                </a:p>
              </p:txBody>
            </p:sp>
          </p:grpSp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6B54B125-EB19-0981-BE87-A70EBD8D8BE4}"/>
                  </a:ext>
                </a:extLst>
              </p:cNvPr>
              <p:cNvSpPr/>
              <p:nvPr/>
            </p:nvSpPr>
            <p:spPr>
              <a:xfrm>
                <a:off x="5661467" y="3715556"/>
                <a:ext cx="2702160" cy="398918"/>
              </a:xfrm>
              <a:prstGeom prst="rect">
                <a:avLst/>
              </a:prstGeom>
              <a:solidFill>
                <a:srgbClr val="FFCC99"/>
              </a:solidFill>
            </p:spPr>
            <p:txBody>
              <a:bodyPr wrap="square" lIns="0" rtlCol="0" anchor="ctr">
                <a:noAutofit/>
              </a:bodyPr>
              <a:lstStyle/>
              <a:p>
                <a:pPr algn="l"/>
                <a:r>
                  <a:rPr lang="zh-CN" altLang="en-US" sz="2000" b="1" dirty="0">
                    <a:solidFill>
                      <a:schemeClr val="bg2"/>
                    </a:solidFill>
                    <a:latin typeface="微软雅黑" pitchFamily="34" charset="-122"/>
                    <a:ea typeface="微软雅黑" pitchFamily="34" charset="-122"/>
                  </a:rPr>
                  <a:t> 模块</a:t>
                </a:r>
                <a:r>
                  <a:rPr lang="en-US" altLang="zh-CN" sz="2000" b="1" dirty="0">
                    <a:solidFill>
                      <a:schemeClr val="bg2"/>
                    </a:solidFill>
                    <a:latin typeface="微软雅黑" pitchFamily="34" charset="-122"/>
                    <a:ea typeface="微软雅黑" pitchFamily="34" charset="-122"/>
                  </a:rPr>
                  <a:t>.</a:t>
                </a:r>
                <a:r>
                  <a:rPr lang="en-US" altLang="zh-CN" sz="2000" b="1" dirty="0" err="1">
                    <a:solidFill>
                      <a:schemeClr val="bg2"/>
                    </a:solidFill>
                    <a:latin typeface="微软雅黑" pitchFamily="34" charset="-122"/>
                    <a:ea typeface="微软雅黑" pitchFamily="34" charset="-122"/>
                  </a:rPr>
                  <a:t>py</a:t>
                </a:r>
                <a:endParaRPr lang="zh-CN" altLang="en-US" sz="2000" b="1" dirty="0">
                  <a:solidFill>
                    <a:schemeClr val="bg2"/>
                  </a:solidFill>
                  <a:latin typeface="微软雅黑" pitchFamily="34" charset="-122"/>
                  <a:ea typeface="微软雅黑" pitchFamily="34" charset="-122"/>
                </a:endParaRPr>
              </a:p>
            </p:txBody>
          </p:sp>
          <p:cxnSp>
            <p:nvCxnSpPr>
              <p:cNvPr id="33" name="连接符: 肘形 32">
                <a:extLst>
                  <a:ext uri="{FF2B5EF4-FFF2-40B4-BE49-F238E27FC236}">
                    <a16:creationId xmlns:a16="http://schemas.microsoft.com/office/drawing/2014/main" id="{0CEF2548-9402-3D39-B33D-367652A16062}"/>
                  </a:ext>
                </a:extLst>
              </p:cNvPr>
              <p:cNvCxnSpPr>
                <a:stCxn id="44" idx="2"/>
                <a:endCxn id="32" idx="0"/>
              </p:cNvCxnSpPr>
              <p:nvPr/>
            </p:nvCxnSpPr>
            <p:spPr bwMode="auto">
              <a:xfrm rot="16200000" flipH="1">
                <a:off x="5969257" y="2672264"/>
                <a:ext cx="599146" cy="1487435"/>
              </a:xfrm>
              <a:prstGeom prst="bentConnector3">
                <a:avLst/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cxnSp>
            <p:nvCxnSpPr>
              <p:cNvPr id="34" name="连接符: 肘形 33">
                <a:extLst>
                  <a:ext uri="{FF2B5EF4-FFF2-40B4-BE49-F238E27FC236}">
                    <a16:creationId xmlns:a16="http://schemas.microsoft.com/office/drawing/2014/main" id="{21A801DA-CA8C-511E-C72C-5E64068990EF}"/>
                  </a:ext>
                </a:extLst>
              </p:cNvPr>
              <p:cNvCxnSpPr>
                <a:cxnSpLocks/>
                <a:stCxn id="40" idx="2"/>
                <a:endCxn id="32" idx="0"/>
              </p:cNvCxnSpPr>
              <p:nvPr/>
            </p:nvCxnSpPr>
            <p:spPr bwMode="auto">
              <a:xfrm rot="5400000">
                <a:off x="7465575" y="2663383"/>
                <a:ext cx="599146" cy="1505200"/>
              </a:xfrm>
              <a:prstGeom prst="bentConnector3">
                <a:avLst>
                  <a:gd name="adj1" fmla="val 50000"/>
                </a:avLst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cxnSp>
            <p:nvCxnSpPr>
              <p:cNvPr id="35" name="直接箭头连接符 34">
                <a:extLst>
                  <a:ext uri="{FF2B5EF4-FFF2-40B4-BE49-F238E27FC236}">
                    <a16:creationId xmlns:a16="http://schemas.microsoft.com/office/drawing/2014/main" id="{69BD08FB-2AF4-8CE5-302D-14B4C4989415}"/>
                  </a:ext>
                </a:extLst>
              </p:cNvPr>
              <p:cNvCxnSpPr>
                <a:cxnSpLocks/>
                <a:stCxn id="42" idx="2"/>
                <a:endCxn id="32" idx="0"/>
              </p:cNvCxnSpPr>
              <p:nvPr/>
            </p:nvCxnSpPr>
            <p:spPr bwMode="auto">
              <a:xfrm>
                <a:off x="7012547" y="3116410"/>
                <a:ext cx="0" cy="599146"/>
              </a:xfrm>
              <a:prstGeom prst="straightConnector1">
                <a:avLst/>
              </a:prstGeom>
              <a:ln w="28575">
                <a:headEnd type="none" w="med" len="med"/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D4DF6BB6-D573-FCEF-313C-4A0784BFE78E}"/>
                </a:ext>
              </a:extLst>
            </p:cNvPr>
            <p:cNvSpPr txBox="1"/>
            <p:nvPr/>
          </p:nvSpPr>
          <p:spPr>
            <a:xfrm>
              <a:off x="6980461" y="5959763"/>
              <a:ext cx="538054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>
                  <a:solidFill>
                    <a:schemeClr val="accent2"/>
                  </a:solidFill>
                  <a:latin typeface="+mn-ea"/>
                  <a:ea typeface="+mn-ea"/>
                </a:rPr>
                <a:t>函数、类与模块之间关系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5114206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E05FFCA-3371-AF5C-381D-71D984055F5A}"/>
              </a:ext>
            </a:extLst>
          </p:cNvPr>
          <p:cNvSpPr txBox="1"/>
          <p:nvPr/>
        </p:nvSpPr>
        <p:spPr>
          <a:xfrm>
            <a:off x="341087" y="717714"/>
            <a:ext cx="11633200" cy="2898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base" latinLnBrk="0" hangingPunct="1">
              <a:lnSpc>
                <a:spcPct val="2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32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lang="zh-CN" altLang="en-US" sz="32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包概念</a:t>
            </a:r>
            <a:r>
              <a:rPr lang="zh-CN" altLang="en-US" sz="32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软雅黑"/>
                <a:ea typeface="微软雅黑"/>
              </a:rPr>
              <a:t>在实际的编码环境中，已经存在大量模块，并且新模块还在不停被创建，为了避免模块名冲突，</a:t>
            </a: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软雅黑"/>
                <a:ea typeface="微软雅黑"/>
              </a:rPr>
              <a:t>Python </a:t>
            </a: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软雅黑"/>
                <a:ea typeface="微软雅黑"/>
              </a:rPr>
              <a:t>又引入了按目录来组织模块的方法，称为包（</a:t>
            </a: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软雅黑"/>
                <a:ea typeface="微软雅黑"/>
              </a:rPr>
              <a:t>Package</a:t>
            </a: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软雅黑"/>
                <a:ea typeface="微软雅黑"/>
              </a:rPr>
              <a:t>）。</a:t>
            </a: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微软雅黑"/>
              <a:ea typeface="微软雅黑"/>
            </a:endParaRPr>
          </a:p>
        </p:txBody>
      </p:sp>
      <p:pic>
        <p:nvPicPr>
          <p:cNvPr id="5" name="Picture 4" descr="A close-up of a computer code&#10;&#10;Description automatically generated">
            <a:extLst>
              <a:ext uri="{FF2B5EF4-FFF2-40B4-BE49-F238E27FC236}">
                <a16:creationId xmlns:a16="http://schemas.microsoft.com/office/drawing/2014/main" id="{BCF1F0B0-16D2-2BC1-5DE7-519643BE3E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1489" y="3775007"/>
            <a:ext cx="3987037" cy="2845966"/>
          </a:xfrm>
          <a:prstGeom prst="rect">
            <a:avLst/>
          </a:prstGeom>
        </p:spPr>
      </p:pic>
      <p:grpSp>
        <p:nvGrpSpPr>
          <p:cNvPr id="6" name="组合 5">
            <a:extLst>
              <a:ext uri="{FF2B5EF4-FFF2-40B4-BE49-F238E27FC236}">
                <a16:creationId xmlns:a16="http://schemas.microsoft.com/office/drawing/2014/main" id="{4E575C3B-C235-2015-55FF-94E5DB6D7A8D}"/>
              </a:ext>
            </a:extLst>
          </p:cNvPr>
          <p:cNvGrpSpPr/>
          <p:nvPr/>
        </p:nvGrpSpPr>
        <p:grpSpPr>
          <a:xfrm>
            <a:off x="5634476" y="4016852"/>
            <a:ext cx="4991149" cy="2393663"/>
            <a:chOff x="5634476" y="4016852"/>
            <a:chExt cx="4991149" cy="2393663"/>
          </a:xfrm>
        </p:grpSpPr>
        <p:pic>
          <p:nvPicPr>
            <p:cNvPr id="7" name="Picture 6" descr="A close-up of a computer code&#10;&#10;Description automatically generated">
              <a:extLst>
                <a:ext uri="{FF2B5EF4-FFF2-40B4-BE49-F238E27FC236}">
                  <a16:creationId xmlns:a16="http://schemas.microsoft.com/office/drawing/2014/main" id="{415CAAA2-61AF-5EEF-FC1A-C471C43FC66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34476" y="4510270"/>
              <a:ext cx="4991149" cy="1900245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F2ED4A9-13D1-D01E-580E-7AEEB4ACE2AD}"/>
                </a:ext>
              </a:extLst>
            </p:cNvPr>
            <p:cNvSpPr txBox="1"/>
            <p:nvPr/>
          </p:nvSpPr>
          <p:spPr>
            <a:xfrm>
              <a:off x="5634476" y="4016852"/>
              <a:ext cx="499114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1">
                  <a:solidFill>
                    <a:srgbClr val="333333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包的导入</a:t>
              </a:r>
              <a:endParaRPr lang="en-CN" b="1"/>
            </a:p>
          </p:txBody>
        </p:sp>
      </p:grpSp>
      <p:sp>
        <p:nvSpPr>
          <p:cNvPr id="4" name="标题 3">
            <a:extLst>
              <a:ext uri="{FF2B5EF4-FFF2-40B4-BE49-F238E27FC236}">
                <a16:creationId xmlns:a16="http://schemas.microsoft.com/office/drawing/2014/main" id="{5C4B760B-DA80-39FC-EA0E-1A45B57FA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模块与包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23723600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0DD5C-6ED2-CF6E-349F-CA4CF378F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2AE568CC-643F-8904-0795-959C88590FD1}"/>
              </a:ext>
            </a:extLst>
          </p:cNvPr>
          <p:cNvSpPr txBox="1"/>
          <p:nvPr/>
        </p:nvSpPr>
        <p:spPr>
          <a:xfrm>
            <a:off x="312057" y="942669"/>
            <a:ext cx="11756572" cy="2688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3600" b="1" dirty="0">
                <a:solidFill>
                  <a:schemeClr val="accent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模块或包导入</a:t>
            </a:r>
            <a:r>
              <a:rPr lang="zh-CN" altLang="en-US" sz="32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lang="zh-CN" altLang="en-US" sz="3000" u="sng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通过</a:t>
            </a:r>
            <a:r>
              <a:rPr lang="en-US" altLang="zh-CN" sz="3000" u="sng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import</a:t>
            </a:r>
            <a:r>
              <a:rPr lang="zh-CN" altLang="en-US" sz="3000" u="sng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语句，或</a:t>
            </a:r>
            <a:r>
              <a:rPr lang="en-US" altLang="zh-CN" sz="3000" u="sng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from…import…</a:t>
            </a:r>
            <a:r>
              <a:rPr lang="zh-CN" altLang="en-US" sz="3000" u="sng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语句。</a:t>
            </a:r>
            <a:endParaRPr lang="en-US" altLang="zh-CN" sz="3000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一条 </a:t>
            </a:r>
            <a:r>
              <a:rPr lang="en-US" sz="30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import </a:t>
            </a:r>
            <a:r>
              <a:rPr lang="zh-CN" altLang="en-US" sz="30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语句可以同时导入多个包</a:t>
            </a:r>
            <a:r>
              <a:rPr lang="en-US" altLang="zh-CN" sz="30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3000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模块，以逗号</a:t>
            </a:r>
            <a:r>
              <a:rPr lang="zh-CN" altLang="en-US" sz="30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分隔；</a:t>
            </a:r>
            <a:endParaRPr lang="en-US" altLang="zh-CN" sz="30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zh-CN" altLang="en-US" sz="30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通过</a:t>
            </a:r>
            <a:r>
              <a:rPr lang="en-US" altLang="zh-CN" sz="30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from…import…</a:t>
            </a:r>
            <a:r>
              <a:rPr lang="zh-CN" altLang="en-US" sz="30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可以指定导入包</a:t>
            </a:r>
            <a:r>
              <a:rPr lang="en-US" altLang="zh-CN" sz="30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30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模块中具体的变量和函数。</a:t>
            </a:r>
            <a:endParaRPr lang="en-US" altLang="zh-CN" sz="30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148489C8-4C4A-7521-188F-74BBEE8499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699751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模块与包</a:t>
            </a:r>
            <a:endParaRPr lang="zh-CN" altLang="en-US" dirty="0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9DD68E93-070B-8592-A589-56B42BFCC7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4054159"/>
            <a:ext cx="11033580" cy="2124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556518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3" y="3868893"/>
            <a:ext cx="9920291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三、</a:t>
            </a:r>
            <a:r>
              <a:rPr lang="en-US" altLang="zh-CN" sz="4400" b="1" dirty="0">
                <a:latin typeface="微软雅黑" pitchFamily="34" charset="-122"/>
                <a:ea typeface="微软雅黑" pitchFamily="34" charset="-122"/>
              </a:rPr>
              <a:t>Python</a:t>
            </a: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标准库与第三方库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72163772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3F87F-3929-D8AB-33A3-491A9B546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BF173EEA-7681-0EBA-CDCA-244EF572D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+mn-ea"/>
              </a:rPr>
              <a:t>标准库与第三方库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031BFD-CCE6-389F-63DA-67B18599B458}"/>
              </a:ext>
            </a:extLst>
          </p:cNvPr>
          <p:cNvSpPr txBox="1"/>
          <p:nvPr/>
        </p:nvSpPr>
        <p:spPr>
          <a:xfrm>
            <a:off x="174171" y="855532"/>
            <a:ext cx="11850914" cy="3206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Python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标准库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Python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语言内置的库，例如</a:t>
            </a:r>
            <a:r>
              <a:rPr lang="en-US" sz="3200" dirty="0" err="1">
                <a:solidFill>
                  <a:schemeClr val="bg2"/>
                </a:solidFill>
                <a:latin typeface="+mn-ea"/>
                <a:ea typeface="+mn-ea"/>
              </a:rPr>
              <a:t>os、sys、time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等，它们无需额外安装即可使用。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sz="3200" b="1" dirty="0" err="1">
                <a:solidFill>
                  <a:schemeClr val="accent2"/>
                </a:solidFill>
                <a:latin typeface="+mn-ea"/>
                <a:ea typeface="+mn-ea"/>
              </a:rPr>
              <a:t>第三方库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Python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开发志愿者贡献，需手动安装的库，如</a:t>
            </a:r>
            <a:r>
              <a:rPr lang="en-US" altLang="zh-CN" sz="3200" dirty="0" err="1">
                <a:solidFill>
                  <a:schemeClr val="bg2"/>
                </a:solidFill>
                <a:latin typeface="+mn-ea"/>
                <a:ea typeface="+mn-ea"/>
              </a:rPr>
              <a:t>numpy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pandas, matplotlib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等。</a:t>
            </a:r>
            <a:endParaRPr lang="en-US" sz="32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8ABDF9C-631A-E69C-3FB8-0947C36A01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7250885"/>
              </p:ext>
            </p:extLst>
          </p:nvPr>
        </p:nvGraphicFramePr>
        <p:xfrm>
          <a:off x="661481" y="4098015"/>
          <a:ext cx="11138634" cy="2578556"/>
        </p:xfrm>
        <a:graphic>
          <a:graphicData uri="http://schemas.openxmlformats.org/drawingml/2006/table">
            <a:tbl>
              <a:tblPr/>
              <a:tblGrid>
                <a:gridCol w="3712878">
                  <a:extLst>
                    <a:ext uri="{9D8B030D-6E8A-4147-A177-3AD203B41FA5}">
                      <a16:colId xmlns:a16="http://schemas.microsoft.com/office/drawing/2014/main" val="3675882594"/>
                    </a:ext>
                  </a:extLst>
                </a:gridCol>
                <a:gridCol w="3712878">
                  <a:extLst>
                    <a:ext uri="{9D8B030D-6E8A-4147-A177-3AD203B41FA5}">
                      <a16:colId xmlns:a16="http://schemas.microsoft.com/office/drawing/2014/main" val="3818600901"/>
                    </a:ext>
                  </a:extLst>
                </a:gridCol>
                <a:gridCol w="3712878">
                  <a:extLst>
                    <a:ext uri="{9D8B030D-6E8A-4147-A177-3AD203B41FA5}">
                      <a16:colId xmlns:a16="http://schemas.microsoft.com/office/drawing/2014/main" val="1558079673"/>
                    </a:ext>
                  </a:extLst>
                </a:gridCol>
              </a:tblGrid>
              <a:tr h="54225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</a:rPr>
                        <a:t>特性</a:t>
                      </a:r>
                      <a:endParaRPr lang="zh-CN" altLang="en-US" sz="2800" b="1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</a:rPr>
                        <a:t>标准库</a:t>
                      </a:r>
                      <a:endParaRPr lang="zh-CN" altLang="en-US" sz="2800" b="1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</a:rPr>
                        <a:t>第三方库</a:t>
                      </a:r>
                      <a:endParaRPr lang="zh-CN" altLang="en-US" sz="2800" b="1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6580310"/>
                  </a:ext>
                </a:extLst>
              </a:tr>
              <a:tr h="85600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0" dirty="0">
                          <a:solidFill>
                            <a:schemeClr val="bg2"/>
                          </a:solidFill>
                          <a:effectLst/>
                        </a:rPr>
                        <a:t>安装方式</a:t>
                      </a:r>
                      <a:endParaRPr lang="zh-CN" altLang="en-US" sz="2800" b="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0" dirty="0">
                          <a:solidFill>
                            <a:schemeClr val="bg2"/>
                          </a:solidFill>
                          <a:effectLst/>
                        </a:rPr>
                        <a:t>内置</a:t>
                      </a:r>
                      <a:endParaRPr lang="zh-CN" altLang="en-US" sz="2800" b="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 dirty="0">
                          <a:solidFill>
                            <a:schemeClr val="bg2"/>
                          </a:solidFill>
                          <a:effectLst/>
                        </a:rPr>
                        <a:t>pip/conda install</a:t>
                      </a:r>
                      <a:endParaRPr lang="en-US" sz="2800" b="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565303"/>
                  </a:ext>
                </a:extLst>
              </a:tr>
              <a:tr h="54225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0" dirty="0">
                          <a:solidFill>
                            <a:schemeClr val="bg2"/>
                          </a:solidFill>
                          <a:effectLst/>
                        </a:rPr>
                        <a:t>维护者</a:t>
                      </a:r>
                      <a:endParaRPr lang="zh-CN" altLang="en-US" sz="2800" b="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0">
                          <a:solidFill>
                            <a:schemeClr val="bg2"/>
                          </a:solidFill>
                          <a:effectLst/>
                        </a:rPr>
                        <a:t>Python</a:t>
                      </a:r>
                      <a:r>
                        <a:rPr lang="zh-CN" altLang="en-US" sz="2800" b="0">
                          <a:solidFill>
                            <a:schemeClr val="bg2"/>
                          </a:solidFill>
                          <a:effectLst/>
                        </a:rPr>
                        <a:t>官方</a:t>
                      </a:r>
                      <a:endParaRPr lang="zh-CN" altLang="en-US" sz="2800" b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0" dirty="0">
                          <a:solidFill>
                            <a:schemeClr val="bg2"/>
                          </a:solidFill>
                          <a:effectLst/>
                        </a:rPr>
                        <a:t>开源社区</a:t>
                      </a:r>
                      <a:r>
                        <a:rPr lang="en-US" altLang="zh-CN" sz="2800" b="0" dirty="0">
                          <a:solidFill>
                            <a:schemeClr val="bg2"/>
                          </a:solidFill>
                          <a:effectLst/>
                        </a:rPr>
                        <a:t>/</a:t>
                      </a:r>
                      <a:r>
                        <a:rPr lang="zh-CN" altLang="en-US" sz="2800" b="0" dirty="0">
                          <a:solidFill>
                            <a:schemeClr val="bg2"/>
                          </a:solidFill>
                          <a:effectLst/>
                        </a:rPr>
                        <a:t>企业</a:t>
                      </a:r>
                      <a:endParaRPr lang="zh-CN" altLang="en-US" sz="2800" b="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4422408"/>
                  </a:ext>
                </a:extLst>
              </a:tr>
              <a:tr h="63804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0" dirty="0">
                          <a:solidFill>
                            <a:schemeClr val="bg2"/>
                          </a:solidFill>
                          <a:effectLst/>
                        </a:rPr>
                        <a:t>功能范围</a:t>
                      </a:r>
                      <a:endParaRPr lang="zh-CN" altLang="en-US" sz="2800" b="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0" dirty="0">
                          <a:solidFill>
                            <a:schemeClr val="bg2"/>
                          </a:solidFill>
                          <a:effectLst/>
                        </a:rPr>
                        <a:t>基础功能</a:t>
                      </a:r>
                      <a:endParaRPr lang="zh-CN" altLang="en-US" sz="2800" b="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0" dirty="0">
                          <a:solidFill>
                            <a:schemeClr val="bg2"/>
                          </a:solidFill>
                          <a:effectLst/>
                        </a:rPr>
                        <a:t>领域专用</a:t>
                      </a:r>
                      <a:endParaRPr lang="zh-CN" altLang="en-US" sz="2800" b="0" dirty="0">
                        <a:solidFill>
                          <a:schemeClr val="bg2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0" marR="95250" marT="47625" marB="47625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61044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7208711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6F8DE-22C8-E28C-2062-1F93E0AE5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1160987-C948-7425-799C-BBF8BD724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+mn-ea"/>
              </a:rPr>
              <a:t>标准库与第三方库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EF2A28-2750-B996-6CEB-D6FF2B2CB0BD}"/>
              </a:ext>
            </a:extLst>
          </p:cNvPr>
          <p:cNvSpPr txBox="1"/>
          <p:nvPr/>
        </p:nvSpPr>
        <p:spPr>
          <a:xfrm>
            <a:off x="220519" y="831762"/>
            <a:ext cx="5026395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Python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标准库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3CE8E4-A46A-2945-1C5F-ADCF4371A8F1}"/>
              </a:ext>
            </a:extLst>
          </p:cNvPr>
          <p:cNvSpPr txBox="1"/>
          <p:nvPr/>
        </p:nvSpPr>
        <p:spPr>
          <a:xfrm>
            <a:off x="341087" y="1510808"/>
            <a:ext cx="6996574" cy="662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800" b="1" dirty="0" err="1">
                <a:solidFill>
                  <a:schemeClr val="bg2"/>
                </a:solidFill>
                <a:latin typeface="+mn-ea"/>
                <a:ea typeface="+mn-ea"/>
              </a:rPr>
              <a:t>文件与系统操作</a:t>
            </a: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sz="2800" b="1" dirty="0" err="1">
                <a:solidFill>
                  <a:schemeClr val="bg2"/>
                </a:solidFill>
                <a:latin typeface="+mn-ea"/>
                <a:ea typeface="+mn-ea"/>
              </a:rPr>
              <a:t>os、sys</a:t>
            </a:r>
            <a:endParaRPr lang="en-US" sz="2800" b="1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5" name="Picture 4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5AA6FA35-2E65-949A-B069-702F057D29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6270" b="39358"/>
          <a:stretch>
            <a:fillRect/>
          </a:stretch>
        </p:blipFill>
        <p:spPr>
          <a:xfrm>
            <a:off x="635876" y="2337726"/>
            <a:ext cx="3159145" cy="14415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A65D216-D8C9-DEB5-69D5-624B4A66DF46}"/>
              </a:ext>
            </a:extLst>
          </p:cNvPr>
          <p:cNvSpPr txBox="1"/>
          <p:nvPr/>
        </p:nvSpPr>
        <p:spPr>
          <a:xfrm>
            <a:off x="341087" y="3802603"/>
            <a:ext cx="6415313" cy="662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时间处理：</a:t>
            </a:r>
            <a:r>
              <a:rPr lang="en-US" altLang="zh-CN" sz="2800" b="1" dirty="0">
                <a:solidFill>
                  <a:schemeClr val="bg2"/>
                </a:solidFill>
                <a:latin typeface="+mn-ea"/>
                <a:ea typeface="+mn-ea"/>
              </a:rPr>
              <a:t> time</a:t>
            </a:r>
            <a:endParaRPr lang="en-US" sz="2800" b="1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7" name="Picture 6" descr="A group of text on a black background&#10;&#10;AI-generated content may be incorrect.">
            <a:extLst>
              <a:ext uri="{FF2B5EF4-FFF2-40B4-BE49-F238E27FC236}">
                <a16:creationId xmlns:a16="http://schemas.microsoft.com/office/drawing/2014/main" id="{48C70CA8-A9C0-B339-04BE-F3E5BD3B966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7282"/>
          <a:stretch>
            <a:fillRect/>
          </a:stretch>
        </p:blipFill>
        <p:spPr>
          <a:xfrm>
            <a:off x="3915187" y="2354027"/>
            <a:ext cx="7500301" cy="1425204"/>
          </a:xfrm>
          <a:prstGeom prst="rect">
            <a:avLst/>
          </a:prstGeom>
        </p:spPr>
      </p:pic>
      <p:pic>
        <p:nvPicPr>
          <p:cNvPr id="11" name="Picture 10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2018674E-B72C-A98B-DCC7-7675972381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250" y="4572209"/>
            <a:ext cx="10649059" cy="1861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522713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4E9E2-9FB0-1536-CCFA-99C492A2F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403CDF1B-1508-4C42-23C4-EA8317377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+mn-ea"/>
              </a:rPr>
              <a:t>标准库与第三方库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E5CCEE-DC7F-1FC8-8DB4-8242F4A8D6BB}"/>
              </a:ext>
            </a:extLst>
          </p:cNvPr>
          <p:cNvSpPr txBox="1"/>
          <p:nvPr/>
        </p:nvSpPr>
        <p:spPr>
          <a:xfrm>
            <a:off x="123371" y="865884"/>
            <a:ext cx="3193143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2800" b="1" dirty="0">
                <a:solidFill>
                  <a:schemeClr val="accent2"/>
                </a:solidFill>
                <a:latin typeface="+mn-ea"/>
                <a:ea typeface="+mn-ea"/>
              </a:rPr>
              <a:t>Python</a:t>
            </a: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标准库</a:t>
            </a:r>
            <a:endParaRPr lang="en-US" altLang="zh-CN" sz="28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58FFB9-E27C-3ECF-DCAC-1B6170ACB892}"/>
              </a:ext>
            </a:extLst>
          </p:cNvPr>
          <p:cNvSpPr txBox="1"/>
          <p:nvPr/>
        </p:nvSpPr>
        <p:spPr>
          <a:xfrm>
            <a:off x="1886858" y="1480784"/>
            <a:ext cx="8650514" cy="662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数学计算：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math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random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、</a:t>
            </a:r>
            <a:r>
              <a:rPr lang="en-US" altLang="zh-CN" sz="2800" dirty="0" err="1">
                <a:solidFill>
                  <a:schemeClr val="bg2"/>
                </a:solidFill>
                <a:latin typeface="+mn-ea"/>
                <a:ea typeface="+mn-ea"/>
              </a:rPr>
              <a:t>statististics</a:t>
            </a:r>
            <a:endParaRPr lang="en-US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7" name="Picture 6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86853E1D-702F-C361-F636-4710CE8876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6858" y="2213822"/>
            <a:ext cx="8650515" cy="32038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531C763-F5A6-5BE9-BDCC-71160E6619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714" y="5558685"/>
            <a:ext cx="10270693" cy="106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7656408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BD5F3-5F53-5FA9-D2AB-0485D9C1F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0520AA9-5923-C4A3-ACE3-68F3BB8562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+mn-ea"/>
              </a:rPr>
              <a:t>三、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+mn-ea"/>
              </a:rPr>
              <a:t>标准库与第三方库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452499-D372-2FBA-C44F-6EFEA0897549}"/>
              </a:ext>
            </a:extLst>
          </p:cNvPr>
          <p:cNvSpPr txBox="1"/>
          <p:nvPr/>
        </p:nvSpPr>
        <p:spPr>
          <a:xfrm>
            <a:off x="290287" y="902169"/>
            <a:ext cx="7590970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Python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第三方库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EA8241-F27A-BC22-6D1D-C320943718E9}"/>
              </a:ext>
            </a:extLst>
          </p:cNvPr>
          <p:cNvSpPr txBox="1"/>
          <p:nvPr/>
        </p:nvSpPr>
        <p:spPr>
          <a:xfrm>
            <a:off x="471714" y="1646155"/>
            <a:ext cx="9281746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200" dirty="0" err="1">
                <a:solidFill>
                  <a:schemeClr val="bg2"/>
                </a:solidFill>
                <a:latin typeface="+mn-ea"/>
                <a:ea typeface="+mn-ea"/>
              </a:rPr>
              <a:t>数据处理三剑客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sz="3200" dirty="0" err="1">
                <a:solidFill>
                  <a:schemeClr val="bg2"/>
                </a:solidFill>
                <a:latin typeface="+mn-ea"/>
                <a:ea typeface="+mn-ea"/>
              </a:rPr>
              <a:t>Numpy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Pandas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 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Matplotlib</a:t>
            </a:r>
            <a:endParaRPr lang="en-US" sz="32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6DE1E74-7E4B-A6A8-D10F-C49348F57B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094260"/>
              </p:ext>
            </p:extLst>
          </p:nvPr>
        </p:nvGraphicFramePr>
        <p:xfrm>
          <a:off x="758371" y="2448196"/>
          <a:ext cx="10780485" cy="4141289"/>
        </p:xfrm>
        <a:graphic>
          <a:graphicData uri="http://schemas.openxmlformats.org/drawingml/2006/table">
            <a:tbl>
              <a:tblPr/>
              <a:tblGrid>
                <a:gridCol w="1986071">
                  <a:extLst>
                    <a:ext uri="{9D8B030D-6E8A-4147-A177-3AD203B41FA5}">
                      <a16:colId xmlns:a16="http://schemas.microsoft.com/office/drawing/2014/main" val="2283228956"/>
                    </a:ext>
                  </a:extLst>
                </a:gridCol>
                <a:gridCol w="3964815">
                  <a:extLst>
                    <a:ext uri="{9D8B030D-6E8A-4147-A177-3AD203B41FA5}">
                      <a16:colId xmlns:a16="http://schemas.microsoft.com/office/drawing/2014/main" val="1378140691"/>
                    </a:ext>
                  </a:extLst>
                </a:gridCol>
                <a:gridCol w="4829599">
                  <a:extLst>
                    <a:ext uri="{9D8B030D-6E8A-4147-A177-3AD203B41FA5}">
                      <a16:colId xmlns:a16="http://schemas.microsoft.com/office/drawing/2014/main" val="4108045389"/>
                    </a:ext>
                  </a:extLst>
                </a:gridCol>
              </a:tblGrid>
              <a:tr h="831149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3200" b="1" dirty="0">
                          <a:solidFill>
                            <a:schemeClr val="bg2"/>
                          </a:solidFill>
                          <a:effectLst/>
                        </a:rPr>
                        <a:t>库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3200" b="1">
                          <a:solidFill>
                            <a:schemeClr val="bg2"/>
                          </a:solidFill>
                          <a:effectLst/>
                        </a:rPr>
                        <a:t>核心功能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3200" b="1">
                          <a:solidFill>
                            <a:schemeClr val="bg2"/>
                          </a:solidFill>
                          <a:effectLst/>
                        </a:rPr>
                        <a:t>优势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9920418"/>
                  </a:ext>
                </a:extLst>
              </a:tr>
              <a:tr h="936217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3200" dirty="0">
                          <a:solidFill>
                            <a:schemeClr val="bg2"/>
                          </a:solidFill>
                          <a:effectLst/>
                        </a:rPr>
                        <a:t>NumPy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3200">
                          <a:solidFill>
                            <a:schemeClr val="bg2"/>
                          </a:solidFill>
                          <a:effectLst/>
                        </a:rPr>
                        <a:t>多维数组与数学运算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3200">
                          <a:solidFill>
                            <a:schemeClr val="bg2"/>
                          </a:solidFill>
                          <a:effectLst/>
                        </a:rPr>
                        <a:t>高性能数值计算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209642"/>
                  </a:ext>
                </a:extLst>
              </a:tr>
              <a:tr h="154277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3200">
                          <a:solidFill>
                            <a:schemeClr val="bg2"/>
                          </a:solidFill>
                          <a:effectLst/>
                        </a:rPr>
                        <a:t>Pandas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3200" dirty="0">
                          <a:solidFill>
                            <a:schemeClr val="bg2"/>
                          </a:solidFill>
                          <a:effectLst/>
                        </a:rPr>
                        <a:t>结构化数据分析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3200">
                          <a:solidFill>
                            <a:schemeClr val="bg2"/>
                          </a:solidFill>
                          <a:effectLst/>
                        </a:rPr>
                        <a:t>表格数据处理、时间序列分析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289158"/>
                  </a:ext>
                </a:extLst>
              </a:tr>
              <a:tr h="831149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3200" dirty="0">
                          <a:solidFill>
                            <a:schemeClr val="bg2"/>
                          </a:solidFill>
                          <a:effectLst/>
                        </a:rPr>
                        <a:t>Matplotlib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3200" dirty="0">
                          <a:solidFill>
                            <a:schemeClr val="bg2"/>
                          </a:solidFill>
                          <a:effectLst/>
                        </a:rPr>
                        <a:t>数据可视化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3200" dirty="0">
                          <a:solidFill>
                            <a:schemeClr val="bg2"/>
                          </a:solidFill>
                          <a:effectLst/>
                        </a:rPr>
                        <a:t>丰富的图表类型支持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96513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90921164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716D2-86B2-586C-CEC2-99800A4C9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DB89A35B-C430-30E2-F904-5689AF3E52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740" y="2336836"/>
            <a:ext cx="8891066" cy="4409682"/>
          </a:xfrm>
          <a:prstGeom prst="rect">
            <a:avLst/>
          </a:prstGeom>
        </p:spPr>
      </p:pic>
      <p:sp>
        <p:nvSpPr>
          <p:cNvPr id="4" name="标题 3">
            <a:extLst>
              <a:ext uri="{FF2B5EF4-FFF2-40B4-BE49-F238E27FC236}">
                <a16:creationId xmlns:a16="http://schemas.microsoft.com/office/drawing/2014/main" id="{779C29DD-BB7C-8879-D6BA-D003903EF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+mn-ea"/>
              </a:rPr>
              <a:t>三、</a:t>
            </a:r>
            <a:r>
              <a:rPr lang="en-US" altLang="zh-CN" dirty="0">
                <a:latin typeface="+mn-ea"/>
              </a:rPr>
              <a:t>Python</a:t>
            </a:r>
            <a:r>
              <a:rPr lang="zh-CN" altLang="en-US" dirty="0">
                <a:latin typeface="+mn-ea"/>
              </a:rPr>
              <a:t>标准库与第三方库</a:t>
            </a:r>
            <a:endParaRPr lang="zh-CN" altLang="en-US" dirty="0"/>
          </a:p>
        </p:txBody>
      </p:sp>
      <p:sp>
        <p:nvSpPr>
          <p:cNvPr id="6" name="TextBox 1">
            <a:extLst>
              <a:ext uri="{FF2B5EF4-FFF2-40B4-BE49-F238E27FC236}">
                <a16:creationId xmlns:a16="http://schemas.microsoft.com/office/drawing/2014/main" id="{CD452499-D372-2FBA-C44F-6EFEA0897549}"/>
              </a:ext>
            </a:extLst>
          </p:cNvPr>
          <p:cNvSpPr txBox="1"/>
          <p:nvPr/>
        </p:nvSpPr>
        <p:spPr>
          <a:xfrm>
            <a:off x="522513" y="800688"/>
            <a:ext cx="7293497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1pPr>
            <a:lvl2pPr marL="4572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2pPr>
            <a:lvl3pPr marL="9144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3pPr>
            <a:lvl4pPr marL="13716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4pPr>
            <a:lvl5pPr marL="18288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5pPr>
            <a:lvl6pPr marL="22860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6pPr>
            <a:lvl7pPr marL="27432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7pPr>
            <a:lvl8pPr marL="32004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8pPr>
            <a:lvl9pPr marL="36576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Python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第三方库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BAEA8241-F27A-BC22-6D1D-C320943718E9}"/>
              </a:ext>
            </a:extLst>
          </p:cNvPr>
          <p:cNvSpPr txBox="1"/>
          <p:nvPr/>
        </p:nvSpPr>
        <p:spPr>
          <a:xfrm>
            <a:off x="834571" y="1493873"/>
            <a:ext cx="9865180" cy="74398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1pPr>
            <a:lvl2pPr marL="4572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2pPr>
            <a:lvl3pPr marL="9144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3pPr>
            <a:lvl4pPr marL="13716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4pPr>
            <a:lvl5pPr marL="1828800" algn="ctr" rtl="0" fontAlgn="base">
              <a:spcBef>
                <a:spcPct val="5000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5pPr>
            <a:lvl6pPr marL="22860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6pPr>
            <a:lvl7pPr marL="27432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7pPr>
            <a:lvl8pPr marL="32004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8pPr>
            <a:lvl9pPr marL="3657600" algn="l" defTabSz="457200" rtl="0" eaLnBrk="1" latinLnBrk="0" hangingPunct="1">
              <a:defRPr sz="2400" kern="1200">
                <a:solidFill>
                  <a:schemeClr val="tx1"/>
                </a:solidFill>
                <a:latin typeface="Times New Roman" charset="0"/>
                <a:ea typeface="宋体" charset="0"/>
                <a:cs typeface="宋体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3200" dirty="0" err="1">
                <a:solidFill>
                  <a:schemeClr val="bg2"/>
                </a:solidFill>
                <a:latin typeface="+mn-ea"/>
                <a:ea typeface="+mn-ea"/>
              </a:rPr>
              <a:t>数据处理三剑客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sz="3200" dirty="0" err="1">
                <a:solidFill>
                  <a:schemeClr val="bg2"/>
                </a:solidFill>
                <a:latin typeface="+mn-ea"/>
                <a:ea typeface="+mn-ea"/>
              </a:rPr>
              <a:t>Numpy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Pandas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， 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Matplotlib</a:t>
            </a:r>
            <a:endParaRPr lang="en-US" sz="3200" dirty="0">
              <a:solidFill>
                <a:schemeClr val="bg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6747266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第</a:t>
            </a:r>
            <a:r>
              <a:rPr lang="en-US" altLang="zh-CN" sz="4000" dirty="0">
                <a:latin typeface="+mn-ea"/>
              </a:rPr>
              <a:t>4</a:t>
            </a:r>
            <a:r>
              <a:rPr lang="zh-CN" altLang="en-US" sz="4000" dirty="0">
                <a:latin typeface="+mn-ea"/>
              </a:rPr>
              <a:t>章、函数与模块化编程</a:t>
            </a:r>
            <a:endParaRPr lang="zh-CN" altLang="en-US" sz="4000" dirty="0"/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DBE2EB52-1153-547D-4DDB-F105FCA1059C}"/>
              </a:ext>
            </a:extLst>
          </p:cNvPr>
          <p:cNvSpPr txBox="1"/>
          <p:nvPr/>
        </p:nvSpPr>
        <p:spPr>
          <a:xfrm>
            <a:off x="442686" y="908405"/>
            <a:ext cx="10029373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章节实验</a:t>
            </a: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1-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创建函数、模块和包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6" name="TextBox 12">
            <a:extLst>
              <a:ext uri="{FF2B5EF4-FFF2-40B4-BE49-F238E27FC236}">
                <a16:creationId xmlns:a16="http://schemas.microsoft.com/office/drawing/2014/main" id="{68615743-0F76-1E7B-8513-381292D6BC62}"/>
              </a:ext>
            </a:extLst>
          </p:cNvPr>
          <p:cNvSpPr txBox="1"/>
          <p:nvPr/>
        </p:nvSpPr>
        <p:spPr>
          <a:xfrm>
            <a:off x="377373" y="1652391"/>
            <a:ext cx="11611428" cy="484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zh-CN" altLang="en-US" sz="30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实验目标：</a:t>
            </a:r>
            <a:endParaRPr lang="en-US" altLang="zh-CN" sz="30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/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掌握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Python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编程函数、模块和包的创建与使用</a:t>
            </a:r>
            <a:endParaRPr lang="en-US" altLang="zh-CN" sz="26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/>
            <a:r>
              <a:rPr lang="zh-CN" altLang="en-US" sz="30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实验内容及要求：</a:t>
            </a:r>
            <a:endParaRPr lang="en-US" altLang="zh-CN" sz="30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/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）设计以下函数：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(a) 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查询家乡为某省同学的人数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,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altLang="zh-CN" sz="2600" dirty="0">
                <a:solidFill>
                  <a:prstClr val="black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b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查询家乡为某省的同学姓名，</a:t>
            </a:r>
            <a:r>
              <a:rPr lang="en-US" altLang="zh-CN" sz="2600" dirty="0">
                <a:solidFill>
                  <a:prstClr val="black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(c) 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统计一批同学中不同家乡省份的数量，</a:t>
            </a:r>
            <a:r>
              <a:rPr lang="en-US" altLang="zh-CN" sz="2600" dirty="0">
                <a:solidFill>
                  <a:prstClr val="black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(d) 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统计一批同学中不同家乡城市的数量。</a:t>
            </a:r>
            <a:endParaRPr lang="en-US" altLang="zh-CN" sz="26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/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）将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(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)(</a:t>
            </a:r>
            <a:r>
              <a:rPr lang="en-US" altLang="zh-CN" sz="2600" dirty="0">
                <a:solidFill>
                  <a:prstClr val="black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b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)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函数</a:t>
            </a:r>
            <a:r>
              <a:rPr lang="zh-CN" altLang="en-US" sz="2600" dirty="0">
                <a:solidFill>
                  <a:prstClr val="black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保存到模块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module1.py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，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(c)(d)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 函数保存到模块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module2.py.</a:t>
            </a:r>
          </a:p>
          <a:p>
            <a:pPr algn="just"/>
            <a:r>
              <a:rPr lang="zh-CN" altLang="en-US" sz="2600" dirty="0">
                <a:solidFill>
                  <a:prstClr val="black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（</a:t>
            </a:r>
            <a:r>
              <a:rPr lang="en-US" altLang="zh-CN" sz="2600" dirty="0">
                <a:solidFill>
                  <a:prstClr val="black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3</a:t>
            </a:r>
            <a:r>
              <a:rPr lang="zh-CN" altLang="en-US" sz="2600" dirty="0">
                <a:solidFill>
                  <a:prstClr val="black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）将</a:t>
            </a:r>
            <a:r>
              <a:rPr lang="en-US" altLang="zh-CN" sz="2600" dirty="0">
                <a:solidFill>
                  <a:prstClr val="black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module1.py</a:t>
            </a:r>
            <a:r>
              <a:rPr lang="zh-CN" altLang="en-US" sz="2600" dirty="0">
                <a:solidFill>
                  <a:prstClr val="black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和</a:t>
            </a:r>
            <a:r>
              <a:rPr lang="en-US" altLang="zh-CN" sz="2600" dirty="0">
                <a:solidFill>
                  <a:prstClr val="black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module2.py</a:t>
            </a:r>
            <a:r>
              <a:rPr lang="zh-CN" altLang="en-US" sz="2600" dirty="0">
                <a:solidFill>
                  <a:prstClr val="black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保存到一个包中。代码演示通过包的导入使用</a:t>
            </a:r>
            <a:r>
              <a:rPr lang="en-US" altLang="zh-CN" sz="2600" dirty="0">
                <a:solidFill>
                  <a:prstClr val="black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(a)(b)(c)(d)</a:t>
            </a:r>
            <a:r>
              <a:rPr lang="zh-CN" altLang="en-US" sz="2600" dirty="0">
                <a:solidFill>
                  <a:prstClr val="black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 函数。</a:t>
            </a:r>
            <a:r>
              <a:rPr lang="zh-CN" altLang="en-US" sz="2600" u="sng" dirty="0">
                <a:solidFill>
                  <a:prstClr val="black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主要代码及结果发课程群</a:t>
            </a:r>
            <a:r>
              <a:rPr lang="zh-CN" altLang="en-US" sz="2600" dirty="0">
                <a:solidFill>
                  <a:prstClr val="black"/>
                </a:solidFill>
                <a:latin typeface="Times New Roman" panose="02020603050405020304" pitchFamily="18" charset="0"/>
                <a:ea typeface="微软雅黑"/>
                <a:cs typeface="Times New Roman" panose="02020603050405020304" pitchFamily="18" charset="0"/>
              </a:rPr>
              <a:t>。</a:t>
            </a:r>
            <a:endParaRPr lang="en-US" altLang="zh-CN" sz="26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7004688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629C2-4A0E-00DA-0529-323788B07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65D7809-32B9-73D0-DAA2-E70DB954D2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第</a:t>
            </a:r>
            <a:r>
              <a:rPr lang="en-US" altLang="zh-CN" sz="4000" dirty="0">
                <a:latin typeface="+mn-ea"/>
              </a:rPr>
              <a:t>4</a:t>
            </a:r>
            <a:r>
              <a:rPr lang="zh-CN" altLang="en-US" sz="4000" dirty="0">
                <a:latin typeface="+mn-ea"/>
              </a:rPr>
              <a:t>章、函数与模块化编程</a:t>
            </a:r>
            <a:endParaRPr lang="zh-CN" altLang="en-US" sz="4000" dirty="0"/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8F3DC74A-684F-BCDC-C414-D34B1CD8DA72}"/>
              </a:ext>
            </a:extLst>
          </p:cNvPr>
          <p:cNvSpPr txBox="1"/>
          <p:nvPr/>
        </p:nvSpPr>
        <p:spPr>
          <a:xfrm>
            <a:off x="552734" y="908405"/>
            <a:ext cx="9984639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章节实验</a:t>
            </a: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2-Python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内置库与第三方库使用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6" name="TextBox 12">
            <a:extLst>
              <a:ext uri="{FF2B5EF4-FFF2-40B4-BE49-F238E27FC236}">
                <a16:creationId xmlns:a16="http://schemas.microsoft.com/office/drawing/2014/main" id="{F9F7A302-D1A1-746F-E50F-0B2CEC6C7883}"/>
              </a:ext>
            </a:extLst>
          </p:cNvPr>
          <p:cNvSpPr txBox="1"/>
          <p:nvPr/>
        </p:nvSpPr>
        <p:spPr>
          <a:xfrm>
            <a:off x="486228" y="1833820"/>
            <a:ext cx="11705772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zh-C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实验目标：</a:t>
            </a:r>
            <a:endParaRPr lang="en-US" altLang="zh-CN" sz="32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/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掌握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Python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常用内置库与第三方库的使用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/>
            <a:r>
              <a:rPr lang="zh-C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实验内容及要求：</a:t>
            </a:r>
            <a:endParaRPr lang="en-US" altLang="zh-CN" sz="32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/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）学习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Python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常用内置库、第三方库课程代码。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/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）使用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python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第三方库</a:t>
            </a:r>
            <a:r>
              <a:rPr lang="en-US" altLang="zh-CN" sz="2800" dirty="0" err="1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numpy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pandas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matplotlib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，统计不同省份同学数量并绘制折线图。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/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3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）主要代码及结果发课程群。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2764192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189c55888ab0cbd7322514a7fc9bd945c0e60"/>
</p:tagLst>
</file>

<file path=ppt/theme/theme1.xml><?xml version="1.0" encoding="utf-8"?>
<a:theme xmlns:a="http://schemas.openxmlformats.org/drawingml/2006/main" name="2_Global">
  <a:themeElements>
    <a:clrScheme name="自定义 33">
      <a:dk1>
        <a:sysClr val="windowText" lastClr="000000"/>
      </a:dk1>
      <a:lt1>
        <a:sysClr val="window" lastClr="FFFFFF"/>
      </a:lt1>
      <a:dk2>
        <a:srgbClr val="0000CC"/>
      </a:dk2>
      <a:lt2>
        <a:srgbClr val="EEECE1"/>
      </a:lt2>
      <a:accent1>
        <a:srgbClr val="0000CC"/>
      </a:accent1>
      <a:accent2>
        <a:srgbClr val="C00000"/>
      </a:accent2>
      <a:accent3>
        <a:srgbClr val="FF0000"/>
      </a:accent3>
      <a:accent4>
        <a:srgbClr val="FFFF00"/>
      </a:accent4>
      <a:accent5>
        <a:srgbClr val="0000CC"/>
      </a:accent5>
      <a:accent6>
        <a:srgbClr val="CAEAFA"/>
      </a:accent6>
      <a:hlink>
        <a:srgbClr val="0000FF"/>
      </a:hlink>
      <a:folHlink>
        <a:srgbClr val="800080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>
            <a:lumMod val="85000"/>
            <a:lumOff val="15000"/>
          </a:schemeClr>
        </a:solidFill>
      </a:spPr>
      <a:bodyPr wrap="square" lIns="0" rtlCol="0" anchor="ctr">
        <a:noAutofit/>
      </a:bodyPr>
      <a:lstStyle>
        <a:defPPr algn="l">
          <a:defRPr b="1" dirty="0" smtClean="0">
            <a:solidFill>
              <a:srgbClr val="FF0000"/>
            </a:solidFill>
            <a:latin typeface="微软雅黑" pitchFamily="34" charset="-122"/>
            <a:ea typeface="微软雅黑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</a:objectDefaults>
  <a:extraClrSchemeLst>
    <a:extraClrScheme>
      <a:clrScheme name="Global 1">
        <a:dk1>
          <a:srgbClr val="000000"/>
        </a:dk1>
        <a:lt1>
          <a:srgbClr val="FFFFCC"/>
        </a:lt1>
        <a:dk2>
          <a:srgbClr val="4D4D4D"/>
        </a:dk2>
        <a:lt2>
          <a:srgbClr val="FFCC00"/>
        </a:lt2>
        <a:accent1>
          <a:srgbClr val="FF9900"/>
        </a:accent1>
        <a:accent2>
          <a:srgbClr val="CC9900"/>
        </a:accent2>
        <a:accent3>
          <a:srgbClr val="B2B2B2"/>
        </a:accent3>
        <a:accent4>
          <a:srgbClr val="DADAAE"/>
        </a:accent4>
        <a:accent5>
          <a:srgbClr val="FFCAAA"/>
        </a:accent5>
        <a:accent6>
          <a:srgbClr val="B98A00"/>
        </a:accent6>
        <a:hlink>
          <a:srgbClr val="898743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2">
        <a:dk1>
          <a:srgbClr val="000000"/>
        </a:dk1>
        <a:lt1>
          <a:srgbClr val="FFFFFF"/>
        </a:lt1>
        <a:dk2>
          <a:srgbClr val="CC6600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E5D093"/>
        </a:hlink>
        <a:folHlink>
          <a:srgbClr val="CCB3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3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8F8F8"/>
        </a:accent1>
        <a:accent2>
          <a:srgbClr val="969696"/>
        </a:accent2>
        <a:accent3>
          <a:srgbClr val="FFFFFF"/>
        </a:accent3>
        <a:accent4>
          <a:srgbClr val="000000"/>
        </a:accent4>
        <a:accent5>
          <a:srgbClr val="FBFBFB"/>
        </a:accent5>
        <a:accent6>
          <a:srgbClr val="878787"/>
        </a:accent6>
        <a:hlink>
          <a:srgbClr val="DDDDDD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4">
        <a:dk1>
          <a:srgbClr val="000000"/>
        </a:dk1>
        <a:lt1>
          <a:srgbClr val="FFFFFF"/>
        </a:lt1>
        <a:dk2>
          <a:srgbClr val="000066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FDF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5">
        <a:dk1>
          <a:srgbClr val="000000"/>
        </a:dk1>
        <a:lt1>
          <a:srgbClr val="E9E6D9"/>
        </a:lt1>
        <a:dk2>
          <a:srgbClr val="666633"/>
        </a:dk2>
        <a:lt2>
          <a:srgbClr val="CEC7AA"/>
        </a:lt2>
        <a:accent1>
          <a:srgbClr val="FFFFCC"/>
        </a:accent1>
        <a:accent2>
          <a:srgbClr val="B5E0E3"/>
        </a:accent2>
        <a:accent3>
          <a:srgbClr val="F2F0E9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6AB82"/>
        </a:hlink>
        <a:folHlink>
          <a:srgbClr val="A0925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6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93ACC3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7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FFCC"/>
        </a:accent1>
        <a:accent2>
          <a:srgbClr val="FFCC99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E7B98A"/>
        </a:accent6>
        <a:hlink>
          <a:srgbClr val="FF9999"/>
        </a:hlink>
        <a:folHlink>
          <a:srgbClr val="E0636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8">
        <a:dk1>
          <a:srgbClr val="000000"/>
        </a:dk1>
        <a:lt1>
          <a:srgbClr val="EAEAEA"/>
        </a:lt1>
        <a:dk2>
          <a:srgbClr val="17118B"/>
        </a:dk2>
        <a:lt2>
          <a:srgbClr val="FFFFCC"/>
        </a:lt2>
        <a:accent1>
          <a:srgbClr val="B2B2B2"/>
        </a:accent1>
        <a:accent2>
          <a:srgbClr val="54ABB2"/>
        </a:accent2>
        <a:accent3>
          <a:srgbClr val="ABAAC4"/>
        </a:accent3>
        <a:accent4>
          <a:srgbClr val="C8C8C8"/>
        </a:accent4>
        <a:accent5>
          <a:srgbClr val="D5D5D5"/>
        </a:accent5>
        <a:accent6>
          <a:srgbClr val="4B9BA1"/>
        </a:accent6>
        <a:hlink>
          <a:srgbClr val="4F49A3"/>
        </a:hlink>
        <a:folHlink>
          <a:srgbClr val="2E257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9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7897B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0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1">
        <a:dk1>
          <a:srgbClr val="1B3753"/>
        </a:dk1>
        <a:lt1>
          <a:srgbClr val="FFFFFF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DADA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12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D0EB6B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Copyright (c) 2007-2010 NordriDesign™ _light">
  <a:themeElements>
    <a:clrScheme name="1_Copyright (c) 2007-2010 NordriDesign™ _light 1">
      <a:dk1>
        <a:srgbClr val="000000"/>
      </a:dk1>
      <a:lt1>
        <a:srgbClr val="FFFFFF"/>
      </a:lt1>
      <a:dk2>
        <a:srgbClr val="FFFFFF"/>
      </a:dk2>
      <a:lt2>
        <a:srgbClr val="B2B2B2"/>
      </a:lt2>
      <a:accent1>
        <a:srgbClr val="43A1FF"/>
      </a:accent1>
      <a:accent2>
        <a:srgbClr val="00246C"/>
      </a:accent2>
      <a:accent3>
        <a:srgbClr val="FFFFFF"/>
      </a:accent3>
      <a:accent4>
        <a:srgbClr val="000000"/>
      </a:accent4>
      <a:accent5>
        <a:srgbClr val="B0CDFF"/>
      </a:accent5>
      <a:accent6>
        <a:srgbClr val="002061"/>
      </a:accent6>
      <a:hlink>
        <a:srgbClr val="FEA23C"/>
      </a:hlink>
      <a:folHlink>
        <a:srgbClr val="FFFF5B"/>
      </a:folHlink>
    </a:clrScheme>
    <a:fontScheme name="1_Copyright (c) 2007-2010 NordriDesign™ _light">
      <a:majorFont>
        <a:latin typeface="Arial"/>
        <a:ea typeface="黑体"/>
        <a:cs typeface=""/>
      </a:majorFont>
      <a:minorFont>
        <a:latin typeface="Arial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lnDef>
  </a:objectDefaults>
  <a:extraClrSchemeLst>
    <a:extraClrScheme>
      <a:clrScheme name="1_Copyright (c) 2007-2010 NordriDesign™ _light 1">
        <a:dk1>
          <a:srgbClr val="000000"/>
        </a:dk1>
        <a:lt1>
          <a:srgbClr val="FFFFFF"/>
        </a:lt1>
        <a:dk2>
          <a:srgbClr val="FFFFFF"/>
        </a:dk2>
        <a:lt2>
          <a:srgbClr val="B2B2B2"/>
        </a:lt2>
        <a:accent1>
          <a:srgbClr val="43A1FF"/>
        </a:accent1>
        <a:accent2>
          <a:srgbClr val="00246C"/>
        </a:accent2>
        <a:accent3>
          <a:srgbClr val="FFFFFF"/>
        </a:accent3>
        <a:accent4>
          <a:srgbClr val="000000"/>
        </a:accent4>
        <a:accent5>
          <a:srgbClr val="B0CDFF"/>
        </a:accent5>
        <a:accent6>
          <a:srgbClr val="002061"/>
        </a:accent6>
        <a:hlink>
          <a:srgbClr val="FEA23C"/>
        </a:hlink>
        <a:folHlink>
          <a:srgbClr val="FFFF5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1173</TotalTime>
  <Words>1275</Words>
  <Application>Microsoft Office PowerPoint</Application>
  <PresentationFormat>宽屏</PresentationFormat>
  <Paragraphs>171</Paragraphs>
  <Slides>25</Slides>
  <Notes>25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25</vt:i4>
      </vt:variant>
    </vt:vector>
  </HeadingPairs>
  <TitlesOfParts>
    <vt:vector size="34" baseType="lpstr">
      <vt:lpstr>黑体</vt:lpstr>
      <vt:lpstr>Microsoft YaHei</vt:lpstr>
      <vt:lpstr>Microsoft YaHei</vt:lpstr>
      <vt:lpstr>Arial</vt:lpstr>
      <vt:lpstr>Calibri</vt:lpstr>
      <vt:lpstr>Times New Roman</vt:lpstr>
      <vt:lpstr>Wingdings</vt:lpstr>
      <vt:lpstr>2_Global</vt:lpstr>
      <vt:lpstr>1_Copyright (c) 2007-2010 NordriDesign™ _light</vt:lpstr>
      <vt:lpstr>PowerPoint 演示文稿</vt:lpstr>
      <vt:lpstr>PowerPoint 演示文稿</vt:lpstr>
      <vt:lpstr>PowerPoint 演示文稿</vt:lpstr>
      <vt:lpstr>一、Python函数</vt:lpstr>
      <vt:lpstr>一、Python函数</vt:lpstr>
      <vt:lpstr>一、Python函数</vt:lpstr>
      <vt:lpstr>一、Python函数</vt:lpstr>
      <vt:lpstr>一、Python函数</vt:lpstr>
      <vt:lpstr>一、Python函数</vt:lpstr>
      <vt:lpstr>一、Python函数</vt:lpstr>
      <vt:lpstr>一、Python函数</vt:lpstr>
      <vt:lpstr>一、Python函数</vt:lpstr>
      <vt:lpstr>PowerPoint 演示文稿</vt:lpstr>
      <vt:lpstr>二、Python模块与包</vt:lpstr>
      <vt:lpstr>二、Python模块与包</vt:lpstr>
      <vt:lpstr>二、Python模块与包</vt:lpstr>
      <vt:lpstr>二、Python模块与包</vt:lpstr>
      <vt:lpstr>PowerPoint 演示文稿</vt:lpstr>
      <vt:lpstr>三、Python标准库与第三方库</vt:lpstr>
      <vt:lpstr>三、Python标准库与第三方库</vt:lpstr>
      <vt:lpstr>三、Python标准库与第三方库</vt:lpstr>
      <vt:lpstr>三、Python标准库与第三方库</vt:lpstr>
      <vt:lpstr>三、Python标准库与第三方库</vt:lpstr>
      <vt:lpstr>第4章、函数与模块化编程</vt:lpstr>
      <vt:lpstr>第4章、函数与模块化编程</vt:lpstr>
    </vt:vector>
  </TitlesOfParts>
  <Company>tongji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lsb</dc:creator>
  <cp:lastModifiedBy>1327 ynu</cp:lastModifiedBy>
  <cp:revision>19</cp:revision>
  <dcterms:created xsi:type="dcterms:W3CDTF">2004-07-09T11:40:27Z</dcterms:created>
  <dcterms:modified xsi:type="dcterms:W3CDTF">2025-11-05T02:16:31Z</dcterms:modified>
</cp:coreProperties>
</file>