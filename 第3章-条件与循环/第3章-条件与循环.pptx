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21"/>
  </p:notesMasterIdLst>
  <p:handoutMasterIdLst>
    <p:handoutMasterId r:id="rId22"/>
  </p:handoutMasterIdLst>
  <p:sldIdLst>
    <p:sldId id="2708" r:id="rId3"/>
    <p:sldId id="2387" r:id="rId4"/>
    <p:sldId id="2709" r:id="rId5"/>
    <p:sldId id="2761" r:id="rId6"/>
    <p:sldId id="2727" r:id="rId7"/>
    <p:sldId id="2763" r:id="rId8"/>
    <p:sldId id="2764" r:id="rId9"/>
    <p:sldId id="2765" r:id="rId10"/>
    <p:sldId id="2720" r:id="rId11"/>
    <p:sldId id="2728" r:id="rId12"/>
    <p:sldId id="2732" r:id="rId13"/>
    <p:sldId id="2762" r:id="rId14"/>
    <p:sldId id="2766" r:id="rId15"/>
    <p:sldId id="2767" r:id="rId16"/>
    <p:sldId id="2768" r:id="rId17"/>
    <p:sldId id="2771" r:id="rId18"/>
    <p:sldId id="2769" r:id="rId19"/>
    <p:sldId id="2741" r:id="rId20"/>
  </p:sldIdLst>
  <p:sldSz cx="12192000" cy="6858000"/>
  <p:notesSz cx="7099300" cy="10234613"/>
  <p:custDataLst>
    <p:tags r:id="rId23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 userDrawn="1">
          <p15:clr>
            <a:srgbClr val="A4A3A4"/>
          </p15:clr>
        </p15:guide>
        <p15:guide id="2" orient="horz" pos="1412" userDrawn="1">
          <p15:clr>
            <a:srgbClr val="A4A3A4"/>
          </p15:clr>
        </p15:guide>
        <p15:guide id="3" pos="241" userDrawn="1">
          <p15:clr>
            <a:srgbClr val="A4A3A4"/>
          </p15:clr>
        </p15:guide>
        <p15:guide id="4" pos="7408" userDrawn="1">
          <p15:clr>
            <a:srgbClr val="A4A3A4"/>
          </p15:clr>
        </p15:guide>
        <p15:guide id="5" pos="3871" userDrawn="1">
          <p15:clr>
            <a:srgbClr val="A4A3A4"/>
          </p15:clr>
        </p15:guide>
        <p15:guide id="6" orient="horz" pos="700" userDrawn="1">
          <p15:clr>
            <a:srgbClr val="A4A3A4"/>
          </p15:clr>
        </p15:guide>
        <p15:guide id="7" orient="horz" pos="4119" userDrawn="1">
          <p15:clr>
            <a:srgbClr val="A4A3A4"/>
          </p15:clr>
        </p15:guide>
        <p15:guide id="8" pos="415" userDrawn="1">
          <p15:clr>
            <a:srgbClr val="A4A3A4"/>
          </p15:clr>
        </p15:guide>
        <p15:guide id="9" pos="7335" userDrawn="1">
          <p15:clr>
            <a:srgbClr val="A4A3A4"/>
          </p15:clr>
        </p15:guide>
        <p15:guide id="10" orient="horz" pos="462" userDrawn="1">
          <p15:clr>
            <a:srgbClr val="A4A3A4"/>
          </p15:clr>
        </p15:guide>
        <p15:guide id="11" pos="103" userDrawn="1">
          <p15:clr>
            <a:srgbClr val="A4A3A4"/>
          </p15:clr>
        </p15:guide>
        <p15:guide id="12" pos="96" userDrawn="1">
          <p15:clr>
            <a:srgbClr val="A4A3A4"/>
          </p15:clr>
        </p15:guide>
        <p15:guide id="13" orient="horz" pos="2" userDrawn="1">
          <p15:clr>
            <a:srgbClr val="A4A3A4"/>
          </p15:clr>
        </p15:guide>
        <p15:guide id="14" pos="1076" userDrawn="1">
          <p15:clr>
            <a:srgbClr val="A4A3A4"/>
          </p15:clr>
        </p15:guide>
        <p15:guide id="15" pos="1951" userDrawn="1">
          <p15:clr>
            <a:srgbClr val="A4A3A4"/>
          </p15:clr>
        </p15:guide>
        <p15:guide id="16" pos="2772" userDrawn="1">
          <p15:clr>
            <a:srgbClr val="A4A3A4"/>
          </p15:clr>
        </p15:guide>
        <p15:guide id="17" pos="3619" userDrawn="1">
          <p15:clr>
            <a:srgbClr val="A4A3A4"/>
          </p15:clr>
        </p15:guide>
        <p15:guide id="18" pos="4493" userDrawn="1">
          <p15:clr>
            <a:srgbClr val="A4A3A4"/>
          </p15:clr>
        </p15:guide>
        <p15:guide id="19" pos="5313" userDrawn="1">
          <p15:clr>
            <a:srgbClr val="A4A3A4"/>
          </p15:clr>
        </p15:guide>
        <p15:guide id="20" pos="6175" userDrawn="1">
          <p15:clr>
            <a:srgbClr val="A4A3A4"/>
          </p15:clr>
        </p15:guide>
        <p15:guide id="21" orient="horz" pos="581" userDrawn="1">
          <p15:clr>
            <a:srgbClr val="A4A3A4"/>
          </p15:clr>
        </p15:guide>
        <p15:guide id="22" orient="horz" pos="3230" userDrawn="1">
          <p15:clr>
            <a:srgbClr val="A4A3A4"/>
          </p15:clr>
        </p15:guide>
        <p15:guide id="23" orient="horz" pos="1230" userDrawn="1">
          <p15:clr>
            <a:srgbClr val="A4A3A4"/>
          </p15:clr>
        </p15:guide>
        <p15:guide id="24" orient="horz" userDrawn="1">
          <p15:clr>
            <a:srgbClr val="A4A3A4"/>
          </p15:clr>
        </p15:guide>
        <p15:guide id="25" orient="horz" pos="1450" userDrawn="1">
          <p15:clr>
            <a:srgbClr val="A4A3A4"/>
          </p15:clr>
        </p15:guide>
        <p15:guide id="26" pos="375" userDrawn="1">
          <p15:clr>
            <a:srgbClr val="A4A3A4"/>
          </p15:clr>
        </p15:guide>
        <p15:guide id="27" orient="horz" pos="3095" userDrawn="1">
          <p15:clr>
            <a:srgbClr val="A4A3A4"/>
          </p15:clr>
        </p15:guide>
        <p15:guide id="28" orient="horz" pos="2372" userDrawn="1">
          <p15:clr>
            <a:srgbClr val="A4A3A4"/>
          </p15:clr>
        </p15:guide>
        <p15:guide id="29" orient="horz" pos="4159" userDrawn="1">
          <p15:clr>
            <a:srgbClr val="A4A3A4"/>
          </p15:clr>
        </p15:guide>
        <p15:guide id="30" pos="417" userDrawn="1">
          <p15:clr>
            <a:srgbClr val="A4A3A4"/>
          </p15:clr>
        </p15:guide>
        <p15:guide id="31" pos="2207" userDrawn="1">
          <p15:clr>
            <a:srgbClr val="A4A3A4"/>
          </p15:clr>
        </p15:guide>
        <p15:guide id="32" pos="7636" userDrawn="1">
          <p15:clr>
            <a:srgbClr val="A4A3A4"/>
          </p15:clr>
        </p15:guide>
        <p15:guide id="33" orient="horz" pos="632" userDrawn="1">
          <p15:clr>
            <a:srgbClr val="A4A3A4"/>
          </p15:clr>
        </p15:guide>
        <p15:guide id="34" orient="horz" pos="1461" userDrawn="1">
          <p15:clr>
            <a:srgbClr val="A4A3A4"/>
          </p15:clr>
        </p15:guide>
        <p15:guide id="35" orient="horz" pos="2262" userDrawn="1">
          <p15:clr>
            <a:srgbClr val="A4A3A4"/>
          </p15:clr>
        </p15:guide>
        <p15:guide id="36" orient="horz" pos="3072" userDrawn="1">
          <p15:clr>
            <a:srgbClr val="A4A3A4"/>
          </p15:clr>
        </p15:guide>
        <p15:guide id="37" pos="1020" userDrawn="1">
          <p15:clr>
            <a:srgbClr val="A4A3A4"/>
          </p15:clr>
        </p15:guide>
        <p15:guide id="38" pos="7440" userDrawn="1">
          <p15:clr>
            <a:srgbClr val="A4A3A4"/>
          </p15:clr>
        </p15:guide>
        <p15:guide id="39" pos="6719" userDrawn="1">
          <p15:clr>
            <a:srgbClr val="A4A3A4"/>
          </p15:clr>
        </p15:guide>
        <p15:guide id="40" orient="horz" pos="621" userDrawn="1">
          <p15:clr>
            <a:srgbClr val="A4A3A4"/>
          </p15:clr>
        </p15:guide>
        <p15:guide id="41" orient="horz" pos="38" userDrawn="1">
          <p15:clr>
            <a:srgbClr val="A4A3A4"/>
          </p15:clr>
        </p15:guide>
        <p15:guide id="42" orient="horz" pos="4319" userDrawn="1">
          <p15:clr>
            <a:srgbClr val="A4A3A4"/>
          </p15:clr>
        </p15:guide>
        <p15:guide id="43" orient="horz" pos="39" userDrawn="1">
          <p15:clr>
            <a:srgbClr val="A4A3A4"/>
          </p15:clr>
        </p15:guide>
        <p15:guide id="44" pos="4489" userDrawn="1">
          <p15:clr>
            <a:srgbClr val="A4A3A4"/>
          </p15:clr>
        </p15:guide>
        <p15:guide id="45" pos="6207" userDrawn="1">
          <p15:clr>
            <a:srgbClr val="A4A3A4"/>
          </p15:clr>
        </p15:guide>
        <p15:guide id="46" orient="horz" pos="1" userDrawn="1">
          <p15:clr>
            <a:srgbClr val="A4A3A4"/>
          </p15:clr>
        </p15:guide>
        <p15:guide id="47" orient="horz" pos="4067" userDrawn="1">
          <p15:clr>
            <a:srgbClr val="A4A3A4"/>
          </p15:clr>
        </p15:guide>
        <p15:guide id="48" orient="horz" pos="601" userDrawn="1">
          <p15:clr>
            <a:srgbClr val="A4A3A4"/>
          </p15:clr>
        </p15:guide>
        <p15:guide id="49" pos="199" userDrawn="1">
          <p15:clr>
            <a:srgbClr val="A4A3A4"/>
          </p15:clr>
        </p15:guide>
        <p15:guide id="50" pos="7452" userDrawn="1">
          <p15:clr>
            <a:srgbClr val="A4A3A4"/>
          </p15:clr>
        </p15:guide>
        <p15:guide id="51" pos="43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7A81FF"/>
    <a:srgbClr val="00B050"/>
    <a:srgbClr val="FF00DF"/>
    <a:srgbClr val="C3E8CC"/>
    <a:srgbClr val="FF00FF"/>
    <a:srgbClr val="269FA0"/>
    <a:srgbClr val="FFC000"/>
    <a:srgbClr val="333399"/>
    <a:srgbClr val="0000CC"/>
    <a:srgbClr val="9507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5C2D48E-4392-624B-B7FE-4C89A1D87AB0}" v="53" dt="2025-05-25T09:34:25.8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33" autoAdjust="0"/>
    <p:restoredTop sz="79029" autoAdjust="0"/>
  </p:normalViewPr>
  <p:slideViewPr>
    <p:cSldViewPr snapToGrid="0">
      <p:cViewPr varScale="1">
        <p:scale>
          <a:sx n="70" d="100"/>
          <a:sy n="70" d="100"/>
        </p:scale>
        <p:origin x="408" y="36"/>
      </p:cViewPr>
      <p:guideLst>
        <p:guide orient="horz" pos="663"/>
        <p:guide orient="horz" pos="1412"/>
        <p:guide pos="241"/>
        <p:guide pos="7408"/>
        <p:guide pos="3871"/>
        <p:guide orient="horz" pos="700"/>
        <p:guide orient="horz" pos="4119"/>
        <p:guide pos="415"/>
        <p:guide pos="7335"/>
        <p:guide orient="horz" pos="462"/>
        <p:guide pos="103"/>
        <p:guide pos="96"/>
        <p:guide orient="horz" pos="2"/>
        <p:guide pos="1076"/>
        <p:guide pos="1951"/>
        <p:guide pos="2772"/>
        <p:guide pos="3619"/>
        <p:guide pos="4493"/>
        <p:guide pos="5313"/>
        <p:guide pos="6175"/>
        <p:guide orient="horz" pos="581"/>
        <p:guide orient="horz" pos="3230"/>
        <p:guide orient="horz" pos="1230"/>
        <p:guide orient="horz"/>
        <p:guide orient="horz" pos="1450"/>
        <p:guide pos="375"/>
        <p:guide orient="horz" pos="3095"/>
        <p:guide orient="horz" pos="2372"/>
        <p:guide orient="horz" pos="4159"/>
        <p:guide pos="417"/>
        <p:guide pos="2207"/>
        <p:guide pos="7636"/>
        <p:guide orient="horz" pos="632"/>
        <p:guide orient="horz" pos="1461"/>
        <p:guide orient="horz" pos="2262"/>
        <p:guide orient="horz" pos="3072"/>
        <p:guide pos="1020"/>
        <p:guide pos="7440"/>
        <p:guide pos="6719"/>
        <p:guide orient="horz" pos="621"/>
        <p:guide orient="horz" pos="38"/>
        <p:guide orient="horz" pos="4319"/>
        <p:guide orient="horz" pos="39"/>
        <p:guide pos="4489"/>
        <p:guide pos="6207"/>
        <p:guide orient="horz" pos="1"/>
        <p:guide orient="horz" pos="4067"/>
        <p:guide orient="horz" pos="601"/>
        <p:guide pos="199"/>
        <p:guide pos="7452"/>
        <p:guide pos="4303"/>
      </p:guideLst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commentAuthors" Target="commentAuthor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gs" Target="tags/tag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handoutMaster" Target="handoutMasters/handoutMaster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9073B790-108B-9A41-B544-91FBC3D671E5}"/>
    <pc:docChg chg="custSel delSld modSld sldOrd">
      <pc:chgData name="Xin Luo" userId="82312ee5779919a4" providerId="LiveId" clId="{9073B790-108B-9A41-B544-91FBC3D671E5}" dt="2025-05-08T15:08:38.626" v="318" actId="20578"/>
      <pc:docMkLst>
        <pc:docMk/>
      </pc:docMkLst>
      <pc:sldChg chg="modSp mod">
        <pc:chgData name="Xin Luo" userId="82312ee5779919a4" providerId="LiveId" clId="{9073B790-108B-9A41-B544-91FBC3D671E5}" dt="2025-05-08T15:07:42.200" v="225" actId="1076"/>
        <pc:sldMkLst>
          <pc:docMk/>
          <pc:sldMk cId="1576120367" sldId="2387"/>
        </pc:sldMkLst>
        <pc:spChg chg="mod">
          <ac:chgData name="Xin Luo" userId="82312ee5779919a4" providerId="LiveId" clId="{9073B790-108B-9A41-B544-91FBC3D671E5}" dt="2025-05-08T15:07:42.200" v="225" actId="1076"/>
          <ac:spMkLst>
            <pc:docMk/>
            <pc:sldMk cId="1576120367" sldId="2387"/>
            <ac:spMk id="6" creationId="{00000000-0000-0000-0000-000000000000}"/>
          </ac:spMkLst>
        </pc:spChg>
        <pc:spChg chg="mod">
          <ac:chgData name="Xin Luo" userId="82312ee5779919a4" providerId="LiveId" clId="{9073B790-108B-9A41-B544-91FBC3D671E5}" dt="2025-05-08T15:07:39.103" v="224" actId="20577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9073B790-108B-9A41-B544-91FBC3D671E5}" dt="2025-05-08T15:07:25.228" v="194" actId="20577"/>
          <ac:spMkLst>
            <pc:docMk/>
            <pc:sldMk cId="1576120367" sldId="2387"/>
            <ac:spMk id="14" creationId="{00000000-0000-0000-0000-000000000000}"/>
          </ac:spMkLst>
        </pc:spChg>
      </pc:sldChg>
      <pc:sldChg chg="modSp mod">
        <pc:chgData name="Xin Luo" userId="82312ee5779919a4" providerId="LiveId" clId="{9073B790-108B-9A41-B544-91FBC3D671E5}" dt="2025-05-08T15:07:54.688" v="256" actId="20577"/>
        <pc:sldMkLst>
          <pc:docMk/>
          <pc:sldMk cId="2415901206" sldId="2447"/>
        </pc:sldMkLst>
      </pc:sldChg>
      <pc:sldChg chg="modSp mod">
        <pc:chgData name="Xin Luo" userId="82312ee5779919a4" providerId="LiveId" clId="{9073B790-108B-9A41-B544-91FBC3D671E5}" dt="2025-05-08T15:06:05.338" v="98" actId="20577"/>
        <pc:sldMkLst>
          <pc:docMk/>
          <pc:sldMk cId="1658607177" sldId="2708"/>
        </pc:sldMkLst>
        <pc:spChg chg="mod">
          <ac:chgData name="Xin Luo" userId="82312ee5779919a4" providerId="LiveId" clId="{9073B790-108B-9A41-B544-91FBC3D671E5}" dt="2025-05-08T15:06:05.338" v="98" actId="2057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9073B790-108B-9A41-B544-91FBC3D671E5}" dt="2025-05-08T15:05:53.449" v="82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modSp mod">
        <pc:chgData name="Xin Luo" userId="82312ee5779919a4" providerId="LiveId" clId="{9073B790-108B-9A41-B544-91FBC3D671E5}" dt="2025-05-08T15:08:09.867" v="289" actId="20577"/>
        <pc:sldMkLst>
          <pc:docMk/>
          <pc:sldMk cId="481122590" sldId="2709"/>
        </pc:sldMkLst>
        <pc:spChg chg="mod">
          <ac:chgData name="Xin Luo" userId="82312ee5779919a4" providerId="LiveId" clId="{9073B790-108B-9A41-B544-91FBC3D671E5}" dt="2025-05-08T15:08:09.867" v="289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ord">
        <pc:chgData name="Xin Luo" userId="82312ee5779919a4" providerId="LiveId" clId="{9073B790-108B-9A41-B544-91FBC3D671E5}" dt="2025-05-08T15:08:38.626" v="318" actId="20578"/>
        <pc:sldMkLst>
          <pc:docMk/>
          <pc:sldMk cId="3833073590" sldId="2716"/>
        </pc:sldMkLst>
      </pc:sldChg>
      <pc:sldChg chg="modSp mod">
        <pc:chgData name="Xin Luo" userId="82312ee5779919a4" providerId="LiveId" clId="{9073B790-108B-9A41-B544-91FBC3D671E5}" dt="2025-05-08T15:08:23.041" v="317" actId="20577"/>
        <pc:sldMkLst>
          <pc:docMk/>
          <pc:sldMk cId="972163772" sldId="2720"/>
        </pc:sldMkLst>
        <pc:spChg chg="mod">
          <ac:chgData name="Xin Luo" userId="82312ee5779919a4" providerId="LiveId" clId="{9073B790-108B-9A41-B544-91FBC3D671E5}" dt="2025-05-08T15:08:23.041" v="317" actId="20577"/>
          <ac:spMkLst>
            <pc:docMk/>
            <pc:sldMk cId="972163772" sldId="2720"/>
            <ac:spMk id="7" creationId="{00000000-0000-0000-0000-000000000000}"/>
          </ac:spMkLst>
        </pc:spChg>
      </pc:sldChg>
      <pc:sldChg chg="del">
        <pc:chgData name="Xin Luo" userId="82312ee5779919a4" providerId="LiveId" clId="{9073B790-108B-9A41-B544-91FBC3D671E5}" dt="2025-05-08T15:05:09.672" v="25" actId="2696"/>
        <pc:sldMkLst>
          <pc:docMk/>
          <pc:sldMk cId="1209572041" sldId="2722"/>
        </pc:sldMkLst>
      </pc:sldChg>
      <pc:sldChg chg="ord">
        <pc:chgData name="Xin Luo" userId="82312ee5779919a4" providerId="LiveId" clId="{9073B790-108B-9A41-B544-91FBC3D671E5}" dt="2025-05-08T15:08:38.626" v="318" actId="20578"/>
        <pc:sldMkLst>
          <pc:docMk/>
          <pc:sldMk cId="2371836296" sldId="2756"/>
        </pc:sldMkLst>
      </pc:sldChg>
      <pc:sldChg chg="ord">
        <pc:chgData name="Xin Luo" userId="82312ee5779919a4" providerId="LiveId" clId="{9073B790-108B-9A41-B544-91FBC3D671E5}" dt="2025-05-08T15:08:38.626" v="318" actId="20578"/>
        <pc:sldMkLst>
          <pc:docMk/>
          <pc:sldMk cId="397779649" sldId="2757"/>
        </pc:sldMkLst>
      </pc:sldChg>
      <pc:sldChg chg="del">
        <pc:chgData name="Xin Luo" userId="82312ee5779919a4" providerId="LiveId" clId="{9073B790-108B-9A41-B544-91FBC3D671E5}" dt="2025-05-08T15:04:45.007" v="0" actId="2696"/>
        <pc:sldMkLst>
          <pc:docMk/>
          <pc:sldMk cId="472418319" sldId="2759"/>
        </pc:sldMkLst>
      </pc:sldChg>
      <pc:sldChg chg="modSp mod">
        <pc:chgData name="Xin Luo" userId="82312ee5779919a4" providerId="LiveId" clId="{9073B790-108B-9A41-B544-91FBC3D671E5}" dt="2025-05-08T15:05:06.820" v="23" actId="14100"/>
        <pc:sldMkLst>
          <pc:docMk/>
          <pc:sldMk cId="1125183986" sldId="2760"/>
        </pc:sldMkLst>
        <pc:spChg chg="mod">
          <ac:chgData name="Xin Luo" userId="82312ee5779919a4" providerId="LiveId" clId="{9073B790-108B-9A41-B544-91FBC3D671E5}" dt="2025-05-08T15:05:06.820" v="23" actId="14100"/>
          <ac:spMkLst>
            <pc:docMk/>
            <pc:sldMk cId="1125183986" sldId="2760"/>
            <ac:spMk id="13" creationId="{303BC878-BC57-D350-27A3-F03AE48213AC}"/>
          </ac:spMkLst>
        </pc:spChg>
      </pc:sldChg>
      <pc:sldChg chg="del">
        <pc:chgData name="Xin Luo" userId="82312ee5779919a4" providerId="LiveId" clId="{9073B790-108B-9A41-B544-91FBC3D671E5}" dt="2025-05-08T15:05:09.671" v="24" actId="2696"/>
        <pc:sldMkLst>
          <pc:docMk/>
          <pc:sldMk cId="1417780723" sldId="2761"/>
        </pc:sldMkLst>
      </pc:sldChg>
    </pc:docChg>
  </pc:docChgLst>
  <pc:docChgLst>
    <pc:chgData name="Xin Luo" userId="82312ee5779919a4" providerId="LiveId" clId="{98EC8ECB-A80D-1449-ACFE-0D931F29C13A}"/>
    <pc:docChg chg="undo custSel addSld delSld modSld">
      <pc:chgData name="Xin Luo" userId="82312ee5779919a4" providerId="LiveId" clId="{98EC8ECB-A80D-1449-ACFE-0D931F29C13A}" dt="2023-02-23T15:47:30.471" v="734" actId="478"/>
      <pc:docMkLst>
        <pc:docMk/>
      </pc:docMkLst>
      <pc:sldChg chg="modSp mod">
        <pc:chgData name="Xin Luo" userId="82312ee5779919a4" providerId="LiveId" clId="{98EC8ECB-A80D-1449-ACFE-0D931F29C13A}" dt="2023-02-23T15:07:38.481" v="282" actId="20577"/>
        <pc:sldMkLst>
          <pc:docMk/>
          <pc:sldMk cId="1576120367" sldId="2387"/>
        </pc:sldMkLst>
      </pc:sldChg>
      <pc:sldChg chg="modSp mod">
        <pc:chgData name="Xin Luo" userId="82312ee5779919a4" providerId="LiveId" clId="{98EC8ECB-A80D-1449-ACFE-0D931F29C13A}" dt="2023-02-23T15:23:38.561" v="288" actId="20577"/>
        <pc:sldMkLst>
          <pc:docMk/>
          <pc:sldMk cId="2415901206" sldId="2447"/>
        </pc:sldMkLst>
      </pc:sldChg>
      <pc:sldChg chg="addSp delSp modSp mod">
        <pc:chgData name="Xin Luo" userId="82312ee5779919a4" providerId="LiveId" clId="{98EC8ECB-A80D-1449-ACFE-0D931F29C13A}" dt="2023-02-23T15:32:00.813" v="490" actId="20577"/>
        <pc:sldMkLst>
          <pc:docMk/>
          <pc:sldMk cId="4067577602" sldId="2605"/>
        </pc:sldMkLst>
      </pc:sldChg>
      <pc:sldChg chg="modSp mod">
        <pc:chgData name="Xin Luo" userId="82312ee5779919a4" providerId="LiveId" clId="{98EC8ECB-A80D-1449-ACFE-0D931F29C13A}" dt="2023-02-23T15:03:54.789" v="48" actId="20577"/>
        <pc:sldMkLst>
          <pc:docMk/>
          <pc:sldMk cId="1658607177" sldId="2708"/>
        </pc:sldMkLst>
      </pc:sldChg>
      <pc:sldChg chg="modSp mod">
        <pc:chgData name="Xin Luo" userId="82312ee5779919a4" providerId="LiveId" clId="{98EC8ECB-A80D-1449-ACFE-0D931F29C13A}" dt="2023-02-23T15:46:16.929" v="710" actId="20577"/>
        <pc:sldMkLst>
          <pc:docMk/>
          <pc:sldMk cId="481122590" sldId="2709"/>
        </pc:sldMkLst>
      </pc:sldChg>
      <pc:sldChg chg="modSp mod">
        <pc:chgData name="Xin Luo" userId="82312ee5779919a4" providerId="LiveId" clId="{98EC8ECB-A80D-1449-ACFE-0D931F29C13A}" dt="2023-02-23T15:46:36.362" v="717" actId="20577"/>
        <pc:sldMkLst>
          <pc:docMk/>
          <pc:sldMk cId="3833073590" sldId="2716"/>
        </pc:sldMkLst>
      </pc:sldChg>
      <pc:sldChg chg="modSp mod">
        <pc:chgData name="Xin Luo" userId="82312ee5779919a4" providerId="LiveId" clId="{98EC8ECB-A80D-1449-ACFE-0D931F29C13A}" dt="2023-02-23T15:47:08.933" v="728" actId="20577"/>
        <pc:sldMkLst>
          <pc:docMk/>
          <pc:sldMk cId="972163772" sldId="2720"/>
        </pc:sldMkLst>
      </pc:sldChg>
      <pc:sldChg chg="modSp mod">
        <pc:chgData name="Xin Luo" userId="82312ee5779919a4" providerId="LiveId" clId="{98EC8ECB-A80D-1449-ACFE-0D931F29C13A}" dt="2023-02-23T15:47:17.016" v="729"/>
        <pc:sldMkLst>
          <pc:docMk/>
          <pc:sldMk cId="2689695864" sldId="2721"/>
        </pc:sldMkLst>
      </pc:sldChg>
      <pc:sldChg chg="delSp modSp mod">
        <pc:chgData name="Xin Luo" userId="82312ee5779919a4" providerId="LiveId" clId="{98EC8ECB-A80D-1449-ACFE-0D931F29C13A}" dt="2023-02-23T15:47:30.471" v="734" actId="478"/>
        <pc:sldMkLst>
          <pc:docMk/>
          <pc:sldMk cId="1209572041" sldId="2722"/>
        </pc:sldMkLst>
      </pc:sldChg>
      <pc:sldChg chg="del">
        <pc:chgData name="Xin Luo" userId="82312ee5779919a4" providerId="LiveId" clId="{98EC8ECB-A80D-1449-ACFE-0D931F29C13A}" dt="2023-02-23T15:46:08.434" v="701" actId="2696"/>
        <pc:sldMkLst>
          <pc:docMk/>
          <pc:sldMk cId="353940032" sldId="2725"/>
        </pc:sldMkLst>
      </pc:sldChg>
      <pc:sldChg chg="del">
        <pc:chgData name="Xin Luo" userId="82312ee5779919a4" providerId="LiveId" clId="{98EC8ECB-A80D-1449-ACFE-0D931F29C13A}" dt="2023-02-23T15:46:08.455" v="709" actId="2696"/>
        <pc:sldMkLst>
          <pc:docMk/>
          <pc:sldMk cId="45083394" sldId="2726"/>
        </pc:sldMkLst>
      </pc:sldChg>
      <pc:sldChg chg="del">
        <pc:chgData name="Xin Luo" userId="82312ee5779919a4" providerId="LiveId" clId="{98EC8ECB-A80D-1449-ACFE-0D931F29C13A}" dt="2023-02-23T15:46:08.437" v="702" actId="2696"/>
        <pc:sldMkLst>
          <pc:docMk/>
          <pc:sldMk cId="148985918" sldId="2727"/>
        </pc:sldMkLst>
      </pc:sldChg>
      <pc:sldChg chg="del">
        <pc:chgData name="Xin Luo" userId="82312ee5779919a4" providerId="LiveId" clId="{98EC8ECB-A80D-1449-ACFE-0D931F29C13A}" dt="2023-02-23T15:46:08.445" v="706" actId="2696"/>
        <pc:sldMkLst>
          <pc:docMk/>
          <pc:sldMk cId="3544980656" sldId="2728"/>
        </pc:sldMkLst>
      </pc:sldChg>
      <pc:sldChg chg="del">
        <pc:chgData name="Xin Luo" userId="82312ee5779919a4" providerId="LiveId" clId="{98EC8ECB-A80D-1449-ACFE-0D931F29C13A}" dt="2023-02-23T15:46:08.448" v="708" actId="2696"/>
        <pc:sldMkLst>
          <pc:docMk/>
          <pc:sldMk cId="1664139585" sldId="2729"/>
        </pc:sldMkLst>
      </pc:sldChg>
      <pc:sldChg chg="del">
        <pc:chgData name="Xin Luo" userId="82312ee5779919a4" providerId="LiveId" clId="{98EC8ECB-A80D-1449-ACFE-0D931F29C13A}" dt="2023-02-23T15:46:08.446" v="707" actId="2696"/>
        <pc:sldMkLst>
          <pc:docMk/>
          <pc:sldMk cId="3561803108" sldId="2730"/>
        </pc:sldMkLst>
      </pc:sldChg>
      <pc:sldChg chg="del">
        <pc:chgData name="Xin Luo" userId="82312ee5779919a4" providerId="LiveId" clId="{98EC8ECB-A80D-1449-ACFE-0D931F29C13A}" dt="2023-02-23T15:46:08.439" v="703" actId="2696"/>
        <pc:sldMkLst>
          <pc:docMk/>
          <pc:sldMk cId="236610701" sldId="2731"/>
        </pc:sldMkLst>
      </pc:sldChg>
      <pc:sldChg chg="del">
        <pc:chgData name="Xin Luo" userId="82312ee5779919a4" providerId="LiveId" clId="{98EC8ECB-A80D-1449-ACFE-0D931F29C13A}" dt="2023-02-23T15:46:08.441" v="704" actId="2696"/>
        <pc:sldMkLst>
          <pc:docMk/>
          <pc:sldMk cId="1986913413" sldId="2732"/>
        </pc:sldMkLst>
      </pc:sldChg>
      <pc:sldChg chg="del">
        <pc:chgData name="Xin Luo" userId="82312ee5779919a4" providerId="LiveId" clId="{98EC8ECB-A80D-1449-ACFE-0D931F29C13A}" dt="2023-02-23T15:46:08.443" v="705" actId="2696"/>
        <pc:sldMkLst>
          <pc:docMk/>
          <pc:sldMk cId="270311508" sldId="2733"/>
        </pc:sldMkLst>
      </pc:sldChg>
      <pc:sldChg chg="del">
        <pc:chgData name="Xin Luo" userId="82312ee5779919a4" providerId="LiveId" clId="{98EC8ECB-A80D-1449-ACFE-0D931F29C13A}" dt="2023-02-23T15:47:22.827" v="730" actId="2696"/>
        <pc:sldMkLst>
          <pc:docMk/>
          <pc:sldMk cId="3138813826" sldId="2734"/>
        </pc:sldMkLst>
      </pc:sldChg>
      <pc:sldChg chg="del">
        <pc:chgData name="Xin Luo" userId="82312ee5779919a4" providerId="LiveId" clId="{98EC8ECB-A80D-1449-ACFE-0D931F29C13A}" dt="2023-02-23T15:47:22.864" v="732" actId="2696"/>
        <pc:sldMkLst>
          <pc:docMk/>
          <pc:sldMk cId="128317883" sldId="2735"/>
        </pc:sldMkLst>
      </pc:sldChg>
      <pc:sldChg chg="del">
        <pc:chgData name="Xin Luo" userId="82312ee5779919a4" providerId="LiveId" clId="{98EC8ECB-A80D-1449-ACFE-0D931F29C13A}" dt="2023-02-23T15:47:22.829" v="731" actId="2696"/>
        <pc:sldMkLst>
          <pc:docMk/>
          <pc:sldMk cId="383906436" sldId="2736"/>
        </pc:sldMkLst>
      </pc:sldChg>
      <pc:sldChg chg="addSp delSp modSp add mod">
        <pc:chgData name="Xin Luo" userId="82312ee5779919a4" providerId="LiveId" clId="{98EC8ECB-A80D-1449-ACFE-0D931F29C13A}" dt="2023-02-23T15:45:27.987" v="683" actId="1037"/>
        <pc:sldMkLst>
          <pc:docMk/>
          <pc:sldMk cId="655142816" sldId="2737"/>
        </pc:sldMkLst>
      </pc:sldChg>
    </pc:docChg>
  </pc:docChgLst>
  <pc:docChgLst>
    <pc:chgData name="Xin Luo" userId="82312ee5779919a4" providerId="LiveId" clId="{A508F461-0D73-864F-B88A-277BCD613B0A}"/>
    <pc:docChg chg="modSld">
      <pc:chgData name="Xin Luo" userId="82312ee5779919a4" providerId="LiveId" clId="{A508F461-0D73-864F-B88A-277BCD613B0A}" dt="2023-09-11T02:08:48.074" v="121" actId="1076"/>
      <pc:docMkLst>
        <pc:docMk/>
      </pc:docMkLst>
      <pc:sldChg chg="modSp mod">
        <pc:chgData name="Xin Luo" userId="82312ee5779919a4" providerId="LiveId" clId="{A508F461-0D73-864F-B88A-277BCD613B0A}" dt="2023-09-11T01:25:36.157" v="49" actId="255"/>
        <pc:sldMkLst>
          <pc:docMk/>
          <pc:sldMk cId="1209572041" sldId="2722"/>
        </pc:sldMkLst>
      </pc:sldChg>
      <pc:sldChg chg="modSp mod">
        <pc:chgData name="Xin Luo" userId="82312ee5779919a4" providerId="LiveId" clId="{A508F461-0D73-864F-B88A-277BCD613B0A}" dt="2023-09-11T02:08:48.074" v="121" actId="1076"/>
        <pc:sldMkLst>
          <pc:docMk/>
          <pc:sldMk cId="3151170836" sldId="2742"/>
        </pc:sldMkLst>
      </pc:sldChg>
      <pc:sldChg chg="modSp mod">
        <pc:chgData name="Xin Luo" userId="82312ee5779919a4" providerId="LiveId" clId="{A508F461-0D73-864F-B88A-277BCD613B0A}" dt="2023-09-11T01:24:19.474" v="26" actId="255"/>
        <pc:sldMkLst>
          <pc:docMk/>
          <pc:sldMk cId="3741103209" sldId="2745"/>
        </pc:sldMkLst>
      </pc:sldChg>
      <pc:sldChg chg="modSp mod">
        <pc:chgData name="Xin Luo" userId="82312ee5779919a4" providerId="LiveId" clId="{A508F461-0D73-864F-B88A-277BCD613B0A}" dt="2023-09-11T01:25:10.921" v="46" actId="1035"/>
        <pc:sldMkLst>
          <pc:docMk/>
          <pc:sldMk cId="2081473989" sldId="2748"/>
        </pc:sldMkLst>
      </pc:sldChg>
      <pc:sldChg chg="modSp mod">
        <pc:chgData name="Xin Luo" userId="82312ee5779919a4" providerId="LiveId" clId="{A508F461-0D73-864F-B88A-277BCD613B0A}" dt="2023-09-11T01:23:28.376" v="25" actId="1037"/>
        <pc:sldMkLst>
          <pc:docMk/>
          <pc:sldMk cId="2927474256" sldId="2754"/>
        </pc:sldMkLst>
      </pc:sldChg>
    </pc:docChg>
  </pc:docChgLst>
  <pc:docChgLst>
    <pc:chgData name="Xin Luo" userId="82312ee5779919a4" providerId="LiveId" clId="{44968A38-E2ED-AB49-A7AA-4E241E470C4E}"/>
    <pc:docChg chg="custSel addSld modSld">
      <pc:chgData name="Xin Luo" userId="82312ee5779919a4" providerId="LiveId" clId="{44968A38-E2ED-AB49-A7AA-4E241E470C4E}" dt="2024-04-06T05:28:09.746" v="48" actId="20577"/>
      <pc:docMkLst>
        <pc:docMk/>
      </pc:docMkLst>
      <pc:sldChg chg="addSp delSp modSp mod">
        <pc:chgData name="Xin Luo" userId="82312ee5779919a4" providerId="LiveId" clId="{44968A38-E2ED-AB49-A7AA-4E241E470C4E}" dt="2024-04-06T05:28:09.746" v="48" actId="20577"/>
        <pc:sldMkLst>
          <pc:docMk/>
          <pc:sldMk cId="1209572041" sldId="2722"/>
        </pc:sldMkLst>
      </pc:sldChg>
      <pc:sldChg chg="add">
        <pc:chgData name="Xin Luo" userId="82312ee5779919a4" providerId="LiveId" clId="{44968A38-E2ED-AB49-A7AA-4E241E470C4E}" dt="2024-04-06T03:15:35.142" v="0"/>
        <pc:sldMkLst>
          <pc:docMk/>
          <pc:sldMk cId="472418319" sldId="2759"/>
        </pc:sldMkLst>
      </pc:sldChg>
      <pc:sldChg chg="add">
        <pc:chgData name="Xin Luo" userId="82312ee5779919a4" providerId="LiveId" clId="{44968A38-E2ED-AB49-A7AA-4E241E470C4E}" dt="2024-04-06T03:15:37.385" v="1"/>
        <pc:sldMkLst>
          <pc:docMk/>
          <pc:sldMk cId="1125183986" sldId="2760"/>
        </pc:sldMkLst>
      </pc:sldChg>
      <pc:sldChg chg="add">
        <pc:chgData name="Xin Luo" userId="82312ee5779919a4" providerId="LiveId" clId="{44968A38-E2ED-AB49-A7AA-4E241E470C4E}" dt="2024-04-06T03:16:16.152" v="10"/>
        <pc:sldMkLst>
          <pc:docMk/>
          <pc:sldMk cId="1417780723" sldId="2761"/>
        </pc:sldMkLst>
      </pc:sldChg>
    </pc:docChg>
  </pc:docChgLst>
  <pc:docChgLst>
    <pc:chgData name="Xin Luo" userId="82312ee5779919a4" providerId="LiveId" clId="{ABECCF1F-1CAA-3A42-9710-47D9CB1C5B21}"/>
    <pc:docChg chg="undo custSel addSld modSld sldOrd">
      <pc:chgData name="Xin Luo" userId="82312ee5779919a4" providerId="LiveId" clId="{ABECCF1F-1CAA-3A42-9710-47D9CB1C5B21}" dt="2023-08-21T09:31:16.266" v="879" actId="20577"/>
      <pc:docMkLst>
        <pc:docMk/>
      </pc:docMkLst>
      <pc:sldChg chg="modSp mod">
        <pc:chgData name="Xin Luo" userId="82312ee5779919a4" providerId="LiveId" clId="{ABECCF1F-1CAA-3A42-9710-47D9CB1C5B21}" dt="2023-08-21T02:55:15.471" v="67" actId="20577"/>
        <pc:sldMkLst>
          <pc:docMk/>
          <pc:sldMk cId="1576120367" sldId="2387"/>
        </pc:sldMkLst>
      </pc:sldChg>
      <pc:sldChg chg="modSp mod">
        <pc:chgData name="Xin Luo" userId="82312ee5779919a4" providerId="LiveId" clId="{ABECCF1F-1CAA-3A42-9710-47D9CB1C5B21}" dt="2023-08-21T03:50:02.826" v="70" actId="14100"/>
        <pc:sldMkLst>
          <pc:docMk/>
          <pc:sldMk cId="3833073590" sldId="2716"/>
        </pc:sldMkLst>
      </pc:sldChg>
      <pc:sldChg chg="addSp delSp modSp mod">
        <pc:chgData name="Xin Luo" userId="82312ee5779919a4" providerId="LiveId" clId="{ABECCF1F-1CAA-3A42-9710-47D9CB1C5B21}" dt="2023-08-21T03:52:56.239" v="118"/>
        <pc:sldMkLst>
          <pc:docMk/>
          <pc:sldMk cId="2776132283" sldId="2739"/>
        </pc:sldMkLst>
      </pc:sldChg>
      <pc:sldChg chg="addSp modSp mod ord">
        <pc:chgData name="Xin Luo" userId="82312ee5779919a4" providerId="LiveId" clId="{ABECCF1F-1CAA-3A42-9710-47D9CB1C5B21}" dt="2023-08-21T07:26:51.742" v="177" actId="20578"/>
        <pc:sldMkLst>
          <pc:docMk/>
          <pc:sldMk cId="4194482579" sldId="2743"/>
        </pc:sldMkLst>
      </pc:sldChg>
      <pc:sldChg chg="addSp delSp modSp add mod">
        <pc:chgData name="Xin Luo" userId="82312ee5779919a4" providerId="LiveId" clId="{ABECCF1F-1CAA-3A42-9710-47D9CB1C5B21}" dt="2023-08-21T07:50:33.166" v="356" actId="20577"/>
        <pc:sldMkLst>
          <pc:docMk/>
          <pc:sldMk cId="738332523" sldId="2751"/>
        </pc:sldMkLst>
      </pc:sldChg>
      <pc:sldChg chg="addSp delSp modSp add mod">
        <pc:chgData name="Xin Luo" userId="82312ee5779919a4" providerId="LiveId" clId="{ABECCF1F-1CAA-3A42-9710-47D9CB1C5B21}" dt="2023-08-21T07:50:29.891" v="352" actId="20577"/>
        <pc:sldMkLst>
          <pc:docMk/>
          <pc:sldMk cId="3189639985" sldId="2752"/>
        </pc:sldMkLst>
      </pc:sldChg>
      <pc:sldChg chg="addSp delSp modSp add mod">
        <pc:chgData name="Xin Luo" userId="82312ee5779919a4" providerId="LiveId" clId="{ABECCF1F-1CAA-3A42-9710-47D9CB1C5B21}" dt="2023-08-21T08:59:24.857" v="602" actId="478"/>
        <pc:sldMkLst>
          <pc:docMk/>
          <pc:sldMk cId="2878944048" sldId="2753"/>
        </pc:sldMkLst>
      </pc:sldChg>
      <pc:sldChg chg="addSp delSp modSp add mod">
        <pc:chgData name="Xin Luo" userId="82312ee5779919a4" providerId="LiveId" clId="{ABECCF1F-1CAA-3A42-9710-47D9CB1C5B21}" dt="2023-08-21T09:09:03.859" v="781" actId="14100"/>
        <pc:sldMkLst>
          <pc:docMk/>
          <pc:sldMk cId="2927474256" sldId="2754"/>
        </pc:sldMkLst>
      </pc:sldChg>
      <pc:sldChg chg="delSp modSp add mod">
        <pc:chgData name="Xin Luo" userId="82312ee5779919a4" providerId="LiveId" clId="{ABECCF1F-1CAA-3A42-9710-47D9CB1C5B21}" dt="2023-08-21T09:31:16.266" v="879" actId="20577"/>
        <pc:sldMkLst>
          <pc:docMk/>
          <pc:sldMk cId="3593416967" sldId="2755"/>
        </pc:sldMkLst>
      </pc:sldChg>
    </pc:docChg>
  </pc:docChgLst>
  <pc:docChgLst>
    <pc:chgData name="Xin Luo" userId="82312ee5779919a4" providerId="LiveId" clId="{9DD00C57-1E20-5F45-A5A7-A6F833EE305E}"/>
    <pc:docChg chg="custSel delSld modSld">
      <pc:chgData name="Xin Luo" userId="82312ee5779919a4" providerId="LiveId" clId="{9DD00C57-1E20-5F45-A5A7-A6F833EE305E}" dt="2024-04-05T07:56:38.877" v="69" actId="2696"/>
      <pc:docMkLst>
        <pc:docMk/>
      </pc:docMkLst>
      <pc:sldChg chg="del">
        <pc:chgData name="Xin Luo" userId="82312ee5779919a4" providerId="LiveId" clId="{9DD00C57-1E20-5F45-A5A7-A6F833EE305E}" dt="2024-04-05T07:51:34.265" v="18" actId="2696"/>
        <pc:sldMkLst>
          <pc:docMk/>
          <pc:sldMk cId="4067577602" sldId="2605"/>
        </pc:sldMkLst>
      </pc:sldChg>
      <pc:sldChg chg="modSp mod">
        <pc:chgData name="Xin Luo" userId="82312ee5779919a4" providerId="LiveId" clId="{9DD00C57-1E20-5F45-A5A7-A6F833EE305E}" dt="2024-04-05T07:42:36.104" v="17" actId="5793"/>
        <pc:sldMkLst>
          <pc:docMk/>
          <pc:sldMk cId="1658607177" sldId="2708"/>
        </pc:sldMkLst>
      </pc:sldChg>
      <pc:sldChg chg="modSp mod">
        <pc:chgData name="Xin Luo" userId="82312ee5779919a4" providerId="LiveId" clId="{9DD00C57-1E20-5F45-A5A7-A6F833EE305E}" dt="2024-04-05T07:52:08.536" v="62" actId="20577"/>
        <pc:sldMkLst>
          <pc:docMk/>
          <pc:sldMk cId="481122590" sldId="2709"/>
        </pc:sldMkLst>
      </pc:sldChg>
      <pc:sldChg chg="del">
        <pc:chgData name="Xin Luo" userId="82312ee5779919a4" providerId="LiveId" clId="{9DD00C57-1E20-5F45-A5A7-A6F833EE305E}" dt="2024-04-05T07:51:35.106" v="19" actId="2696"/>
        <pc:sldMkLst>
          <pc:docMk/>
          <pc:sldMk cId="655142816" sldId="2737"/>
        </pc:sldMkLst>
      </pc:sldChg>
      <pc:sldChg chg="del">
        <pc:chgData name="Xin Luo" userId="82312ee5779919a4" providerId="LiveId" clId="{9DD00C57-1E20-5F45-A5A7-A6F833EE305E}" dt="2024-04-05T07:56:34.386" v="63" actId="2696"/>
        <pc:sldMkLst>
          <pc:docMk/>
          <pc:sldMk cId="4156684215" sldId="2738"/>
        </pc:sldMkLst>
      </pc:sldChg>
      <pc:sldChg chg="del">
        <pc:chgData name="Xin Luo" userId="82312ee5779919a4" providerId="LiveId" clId="{9DD00C57-1E20-5F45-A5A7-A6F833EE305E}" dt="2024-04-05T07:56:38.877" v="69" actId="2696"/>
        <pc:sldMkLst>
          <pc:docMk/>
          <pc:sldMk cId="2776132283" sldId="2739"/>
        </pc:sldMkLst>
      </pc:sldChg>
      <pc:sldChg chg="del">
        <pc:chgData name="Xin Luo" userId="82312ee5779919a4" providerId="LiveId" clId="{9DD00C57-1E20-5F45-A5A7-A6F833EE305E}" dt="2024-04-05T07:51:37.161" v="20" actId="2696"/>
        <pc:sldMkLst>
          <pc:docMk/>
          <pc:sldMk cId="3151170836" sldId="2742"/>
        </pc:sldMkLst>
      </pc:sldChg>
      <pc:sldChg chg="del">
        <pc:chgData name="Xin Luo" userId="82312ee5779919a4" providerId="LiveId" clId="{9DD00C57-1E20-5F45-A5A7-A6F833EE305E}" dt="2024-04-05T07:56:34.962" v="64" actId="2696"/>
        <pc:sldMkLst>
          <pc:docMk/>
          <pc:sldMk cId="738332523" sldId="2751"/>
        </pc:sldMkLst>
      </pc:sldChg>
      <pc:sldChg chg="del">
        <pc:chgData name="Xin Luo" userId="82312ee5779919a4" providerId="LiveId" clId="{9DD00C57-1E20-5F45-A5A7-A6F833EE305E}" dt="2024-04-05T07:56:35.443" v="65" actId="2696"/>
        <pc:sldMkLst>
          <pc:docMk/>
          <pc:sldMk cId="3189639985" sldId="2752"/>
        </pc:sldMkLst>
      </pc:sldChg>
      <pc:sldChg chg="del">
        <pc:chgData name="Xin Luo" userId="82312ee5779919a4" providerId="LiveId" clId="{9DD00C57-1E20-5F45-A5A7-A6F833EE305E}" dt="2024-04-05T07:56:35.917" v="66" actId="2696"/>
        <pc:sldMkLst>
          <pc:docMk/>
          <pc:sldMk cId="2878944048" sldId="2753"/>
        </pc:sldMkLst>
      </pc:sldChg>
      <pc:sldChg chg="del">
        <pc:chgData name="Xin Luo" userId="82312ee5779919a4" providerId="LiveId" clId="{9DD00C57-1E20-5F45-A5A7-A6F833EE305E}" dt="2024-04-05T07:56:36.696" v="67" actId="2696"/>
        <pc:sldMkLst>
          <pc:docMk/>
          <pc:sldMk cId="2927474256" sldId="2754"/>
        </pc:sldMkLst>
      </pc:sldChg>
      <pc:sldChg chg="del">
        <pc:chgData name="Xin Luo" userId="82312ee5779919a4" providerId="LiveId" clId="{9DD00C57-1E20-5F45-A5A7-A6F833EE305E}" dt="2024-04-05T07:56:37.562" v="68" actId="2696"/>
        <pc:sldMkLst>
          <pc:docMk/>
          <pc:sldMk cId="3593416967" sldId="2755"/>
        </pc:sldMkLst>
      </pc:sldChg>
    </pc:docChg>
  </pc:docChgLst>
  <pc:docChgLst>
    <pc:chgData name="Xin Luo" userId="82312ee5779919a4" providerId="LiveId" clId="{D28526AD-BB72-0B4E-9638-04907E1F3622}"/>
    <pc:docChg chg="delSld modSld">
      <pc:chgData name="Xin Luo" userId="82312ee5779919a4" providerId="LiveId" clId="{D28526AD-BB72-0B4E-9638-04907E1F3622}" dt="2023-09-18T01:27:13.837" v="116" actId="2696"/>
      <pc:docMkLst>
        <pc:docMk/>
      </pc:docMkLst>
      <pc:sldChg chg="modSp mod">
        <pc:chgData name="Xin Luo" userId="82312ee5779919a4" providerId="LiveId" clId="{D28526AD-BB72-0B4E-9638-04907E1F3622}" dt="2023-09-18T01:27:09.604" v="115" actId="255"/>
        <pc:sldMkLst>
          <pc:docMk/>
          <pc:sldMk cId="1209572041" sldId="2722"/>
        </pc:sldMkLst>
      </pc:sldChg>
      <pc:sldChg chg="del">
        <pc:chgData name="Xin Luo" userId="82312ee5779919a4" providerId="LiveId" clId="{D28526AD-BB72-0B4E-9638-04907E1F3622}" dt="2023-09-18T01:27:13.837" v="116" actId="2696"/>
        <pc:sldMkLst>
          <pc:docMk/>
          <pc:sldMk cId="2476237792" sldId="2741"/>
        </pc:sldMkLst>
      </pc:sldChg>
    </pc:docChg>
  </pc:docChgLst>
  <pc:docChgLst>
    <pc:chgData name="Xin Luo" userId="82312ee5779919a4" providerId="LiveId" clId="{3C4A7AF4-6488-5041-B432-D36EF53163D3}"/>
    <pc:docChg chg="undo custSel addSld delSld modSld sldOrd">
      <pc:chgData name="Xin Luo" userId="82312ee5779919a4" providerId="LiveId" clId="{3C4A7AF4-6488-5041-B432-D36EF53163D3}" dt="2023-02-23T14:33:41.327" v="6919" actId="478"/>
      <pc:docMkLst>
        <pc:docMk/>
      </pc:docMkLst>
      <pc:sldChg chg="del">
        <pc:chgData name="Xin Luo" userId="82312ee5779919a4" providerId="LiveId" clId="{3C4A7AF4-6488-5041-B432-D36EF53163D3}" dt="2023-02-22T05:30:51.981" v="0" actId="2696"/>
        <pc:sldMkLst>
          <pc:docMk/>
          <pc:sldMk cId="1153920038" sldId="2206"/>
        </pc:sldMkLst>
      </pc:sldChg>
      <pc:sldChg chg="addSp modSp mod">
        <pc:chgData name="Xin Luo" userId="82312ee5779919a4" providerId="LiveId" clId="{3C4A7AF4-6488-5041-B432-D36EF53163D3}" dt="2023-02-23T07:39:26.083" v="2380" actId="20577"/>
        <pc:sldMkLst>
          <pc:docMk/>
          <pc:sldMk cId="1576120367" sldId="2387"/>
        </pc:sldMkLst>
      </pc:sldChg>
      <pc:sldChg chg="modSp mod">
        <pc:chgData name="Xin Luo" userId="82312ee5779919a4" providerId="LiveId" clId="{3C4A7AF4-6488-5041-B432-D36EF53163D3}" dt="2023-02-22T07:33:21.001" v="351" actId="20577"/>
        <pc:sldMkLst>
          <pc:docMk/>
          <pc:sldMk cId="2415901206" sldId="2447"/>
        </pc:sldMkLst>
      </pc:sldChg>
      <pc:sldChg chg="addSp delSp modSp mod">
        <pc:chgData name="Xin Luo" userId="82312ee5779919a4" providerId="LiveId" clId="{3C4A7AF4-6488-5041-B432-D36EF53163D3}" dt="2023-02-23T01:16:39.011" v="1571" actId="1037"/>
        <pc:sldMkLst>
          <pc:docMk/>
          <pc:sldMk cId="4067577602" sldId="2605"/>
        </pc:sldMkLst>
      </pc:sldChg>
      <pc:sldChg chg="del">
        <pc:chgData name="Xin Luo" userId="82312ee5779919a4" providerId="LiveId" clId="{3C4A7AF4-6488-5041-B432-D36EF53163D3}" dt="2023-02-22T05:30:52.002" v="3" actId="2696"/>
        <pc:sldMkLst>
          <pc:docMk/>
          <pc:sldMk cId="2688334957" sldId="2705"/>
        </pc:sldMkLst>
      </pc:sldChg>
      <pc:sldChg chg="del">
        <pc:chgData name="Xin Luo" userId="82312ee5779919a4" providerId="LiveId" clId="{3C4A7AF4-6488-5041-B432-D36EF53163D3}" dt="2023-02-22T05:30:51.986" v="2" actId="2696"/>
        <pc:sldMkLst>
          <pc:docMk/>
          <pc:sldMk cId="2464444856" sldId="2706"/>
        </pc:sldMkLst>
      </pc:sldChg>
      <pc:sldChg chg="del">
        <pc:chgData name="Xin Luo" userId="82312ee5779919a4" providerId="LiveId" clId="{3C4A7AF4-6488-5041-B432-D36EF53163D3}" dt="2023-02-22T05:30:51.983" v="1" actId="2696"/>
        <pc:sldMkLst>
          <pc:docMk/>
          <pc:sldMk cId="1602808061" sldId="2707"/>
        </pc:sldMkLst>
      </pc:sldChg>
      <pc:sldChg chg="modSp mod">
        <pc:chgData name="Xin Luo" userId="82312ee5779919a4" providerId="LiveId" clId="{3C4A7AF4-6488-5041-B432-D36EF53163D3}" dt="2023-02-22T07:27:49.994" v="45" actId="20577"/>
        <pc:sldMkLst>
          <pc:docMk/>
          <pc:sldMk cId="1658607177" sldId="2708"/>
        </pc:sldMkLst>
      </pc:sldChg>
      <pc:sldChg chg="modSp add mod">
        <pc:chgData name="Xin Luo" userId="82312ee5779919a4" providerId="LiveId" clId="{3C4A7AF4-6488-5041-B432-D36EF53163D3}" dt="2023-02-23T07:39:57.891" v="2394" actId="20577"/>
        <pc:sldMkLst>
          <pc:docMk/>
          <pc:sldMk cId="481122590" sldId="2709"/>
        </pc:sldMkLst>
      </pc:sldChg>
      <pc:sldChg chg="addSp delSp modSp del mod">
        <pc:chgData name="Xin Luo" userId="82312ee5779919a4" providerId="LiveId" clId="{3C4A7AF4-6488-5041-B432-D36EF53163D3}" dt="2023-02-23T07:26:52.546" v="2336" actId="2696"/>
        <pc:sldMkLst>
          <pc:docMk/>
          <pc:sldMk cId="1257969106" sldId="2709"/>
        </pc:sldMkLst>
      </pc:sldChg>
      <pc:sldChg chg="del">
        <pc:chgData name="Xin Luo" userId="82312ee5779919a4" providerId="LiveId" clId="{3C4A7AF4-6488-5041-B432-D36EF53163D3}" dt="2023-02-22T07:32:46.487" v="311" actId="2696"/>
        <pc:sldMkLst>
          <pc:docMk/>
          <pc:sldMk cId="2744383376" sldId="2711"/>
        </pc:sldMkLst>
      </pc:sldChg>
      <pc:sldChg chg="del">
        <pc:chgData name="Xin Luo" userId="82312ee5779919a4" providerId="LiveId" clId="{3C4A7AF4-6488-5041-B432-D36EF53163D3}" dt="2023-02-22T07:32:46.489" v="312" actId="2696"/>
        <pc:sldMkLst>
          <pc:docMk/>
          <pc:sldMk cId="280619949" sldId="2714"/>
        </pc:sldMkLst>
      </pc:sldChg>
      <pc:sldChg chg="del">
        <pc:chgData name="Xin Luo" userId="82312ee5779919a4" providerId="LiveId" clId="{3C4A7AF4-6488-5041-B432-D36EF53163D3}" dt="2023-02-22T07:32:53.087" v="313" actId="2696"/>
        <pc:sldMkLst>
          <pc:docMk/>
          <pc:sldMk cId="3852391939" sldId="2715"/>
        </pc:sldMkLst>
      </pc:sldChg>
      <pc:sldChg chg="delSp modSp del mod ord">
        <pc:chgData name="Xin Luo" userId="82312ee5779919a4" providerId="LiveId" clId="{3C4A7AF4-6488-5041-B432-D36EF53163D3}" dt="2023-02-23T07:26:52.546" v="2336" actId="2696"/>
        <pc:sldMkLst>
          <pc:docMk/>
          <pc:sldMk cId="3026715585" sldId="2716"/>
        </pc:sldMkLst>
      </pc:sldChg>
      <pc:sldChg chg="addSp modSp add mod">
        <pc:chgData name="Xin Luo" userId="82312ee5779919a4" providerId="LiveId" clId="{3C4A7AF4-6488-5041-B432-D36EF53163D3}" dt="2023-02-23T07:58:34.775" v="2627" actId="20577"/>
        <pc:sldMkLst>
          <pc:docMk/>
          <pc:sldMk cId="3833073590" sldId="2716"/>
        </pc:sldMkLst>
      </pc:sldChg>
      <pc:sldChg chg="del">
        <pc:chgData name="Xin Luo" userId="82312ee5779919a4" providerId="LiveId" clId="{3C4A7AF4-6488-5041-B432-D36EF53163D3}" dt="2023-02-22T07:32:53.106" v="315" actId="2696"/>
        <pc:sldMkLst>
          <pc:docMk/>
          <pc:sldMk cId="4136986794" sldId="2717"/>
        </pc:sldMkLst>
      </pc:sldChg>
      <pc:sldChg chg="del">
        <pc:chgData name="Xin Luo" userId="82312ee5779919a4" providerId="LiveId" clId="{3C4A7AF4-6488-5041-B432-D36EF53163D3}" dt="2023-02-22T07:32:53.089" v="314" actId="2696"/>
        <pc:sldMkLst>
          <pc:docMk/>
          <pc:sldMk cId="1778017482" sldId="2718"/>
        </pc:sldMkLst>
      </pc:sldChg>
      <pc:sldChg chg="modSp del mod ord">
        <pc:chgData name="Xin Luo" userId="82312ee5779919a4" providerId="LiveId" clId="{3C4A7AF4-6488-5041-B432-D36EF53163D3}" dt="2023-02-23T07:26:52.546" v="2336" actId="2696"/>
        <pc:sldMkLst>
          <pc:docMk/>
          <pc:sldMk cId="1858913004" sldId="2719"/>
        </pc:sldMkLst>
      </pc:sldChg>
      <pc:sldChg chg="modSp add del mod">
        <pc:chgData name="Xin Luo" userId="82312ee5779919a4" providerId="LiveId" clId="{3C4A7AF4-6488-5041-B432-D36EF53163D3}" dt="2023-02-23T07:29:10.384" v="2343" actId="2696"/>
        <pc:sldMkLst>
          <pc:docMk/>
          <pc:sldMk cId="3840444413" sldId="2719"/>
        </pc:sldMkLst>
      </pc:sldChg>
      <pc:sldChg chg="modSp add mod ord">
        <pc:chgData name="Xin Luo" userId="82312ee5779919a4" providerId="LiveId" clId="{3C4A7AF4-6488-5041-B432-D36EF53163D3}" dt="2023-02-23T04:51:04.333" v="1905" actId="20577"/>
        <pc:sldMkLst>
          <pc:docMk/>
          <pc:sldMk cId="972163772" sldId="2720"/>
        </pc:sldMkLst>
      </pc:sldChg>
      <pc:sldChg chg="del">
        <pc:chgData name="Xin Luo" userId="82312ee5779919a4" providerId="LiveId" clId="{3C4A7AF4-6488-5041-B432-D36EF53163D3}" dt="2023-02-22T07:32:37.778" v="309" actId="2696"/>
        <pc:sldMkLst>
          <pc:docMk/>
          <pc:sldMk cId="3480831675" sldId="2720"/>
        </pc:sldMkLst>
      </pc:sldChg>
      <pc:sldChg chg="del">
        <pc:chgData name="Xin Luo" userId="82312ee5779919a4" providerId="LiveId" clId="{3C4A7AF4-6488-5041-B432-D36EF53163D3}" dt="2023-02-22T07:32:46.484" v="310" actId="2696"/>
        <pc:sldMkLst>
          <pc:docMk/>
          <pc:sldMk cId="1410676903" sldId="2721"/>
        </pc:sldMkLst>
      </pc:sldChg>
      <pc:sldChg chg="delSp modSp add mod ord">
        <pc:chgData name="Xin Luo" userId="82312ee5779919a4" providerId="LiveId" clId="{3C4A7AF4-6488-5041-B432-D36EF53163D3}" dt="2023-02-23T07:12:50.196" v="2062" actId="478"/>
        <pc:sldMkLst>
          <pc:docMk/>
          <pc:sldMk cId="2689695864" sldId="2721"/>
        </pc:sldMkLst>
      </pc:sldChg>
      <pc:sldChg chg="add del">
        <pc:chgData name="Xin Luo" userId="82312ee5779919a4" providerId="LiveId" clId="{3C4A7AF4-6488-5041-B432-D36EF53163D3}" dt="2023-02-23T01:10:59.145" v="1497"/>
        <pc:sldMkLst>
          <pc:docMk/>
          <pc:sldMk cId="2910826875" sldId="2721"/>
        </pc:sldMkLst>
      </pc:sldChg>
      <pc:sldChg chg="addSp delSp modSp add mod ord">
        <pc:chgData name="Xin Luo" userId="82312ee5779919a4" providerId="LiveId" clId="{3C4A7AF4-6488-5041-B432-D36EF53163D3}" dt="2023-02-23T07:26:03.168" v="2327" actId="20577"/>
        <pc:sldMkLst>
          <pc:docMk/>
          <pc:sldMk cId="1209572041" sldId="2722"/>
        </pc:sldMkLst>
      </pc:sldChg>
      <pc:sldChg chg="add del">
        <pc:chgData name="Xin Luo" userId="82312ee5779919a4" providerId="LiveId" clId="{3C4A7AF4-6488-5041-B432-D36EF53163D3}" dt="2023-02-23T01:15:26.280" v="1535"/>
        <pc:sldMkLst>
          <pc:docMk/>
          <pc:sldMk cId="1287359691" sldId="2722"/>
        </pc:sldMkLst>
      </pc:sldChg>
      <pc:sldChg chg="add del">
        <pc:chgData name="Xin Luo" userId="82312ee5779919a4" providerId="LiveId" clId="{3C4A7AF4-6488-5041-B432-D36EF53163D3}" dt="2023-02-23T04:49:30.686" v="1883" actId="2696"/>
        <pc:sldMkLst>
          <pc:docMk/>
          <pc:sldMk cId="510300836" sldId="2723"/>
        </pc:sldMkLst>
      </pc:sldChg>
      <pc:sldChg chg="addSp delSp modSp add del mod">
        <pc:chgData name="Xin Luo" userId="82312ee5779919a4" providerId="LiveId" clId="{3C4A7AF4-6488-5041-B432-D36EF53163D3}" dt="2023-02-23T07:26:33.576" v="2330" actId="2696"/>
        <pc:sldMkLst>
          <pc:docMk/>
          <pc:sldMk cId="2794277739" sldId="2723"/>
        </pc:sldMkLst>
      </pc:sldChg>
      <pc:sldChg chg="addSp delSp new del mod">
        <pc:chgData name="Xin Luo" userId="82312ee5779919a4" providerId="LiveId" clId="{3C4A7AF4-6488-5041-B432-D36EF53163D3}" dt="2023-02-23T07:57:59.493" v="2582" actId="2696"/>
        <pc:sldMkLst>
          <pc:docMk/>
          <pc:sldMk cId="2812212654" sldId="2723"/>
        </pc:sldMkLst>
      </pc:sldChg>
      <pc:sldChg chg="delSp modSp add del mod">
        <pc:chgData name="Xin Luo" userId="82312ee5779919a4" providerId="LiveId" clId="{3C4A7AF4-6488-5041-B432-D36EF53163D3}" dt="2023-02-23T07:58:40.953" v="2629" actId="2696"/>
        <pc:sldMkLst>
          <pc:docMk/>
          <pc:sldMk cId="1937332499" sldId="2724"/>
        </pc:sldMkLst>
      </pc:sldChg>
      <pc:sldChg chg="addSp delSp modSp add mod">
        <pc:chgData name="Xin Luo" userId="82312ee5779919a4" providerId="LiveId" clId="{3C4A7AF4-6488-5041-B432-D36EF53163D3}" dt="2023-02-23T14:01:10.568" v="6309" actId="403"/>
        <pc:sldMkLst>
          <pc:docMk/>
          <pc:sldMk cId="353940032" sldId="2725"/>
        </pc:sldMkLst>
      </pc:sldChg>
      <pc:sldChg chg="addSp delSp modSp add mod">
        <pc:chgData name="Xin Luo" userId="82312ee5779919a4" providerId="LiveId" clId="{3C4A7AF4-6488-5041-B432-D36EF53163D3}" dt="2023-02-23T08:31:04.830" v="3778" actId="113"/>
        <pc:sldMkLst>
          <pc:docMk/>
          <pc:sldMk cId="45083394" sldId="2726"/>
        </pc:sldMkLst>
      </pc:sldChg>
      <pc:sldChg chg="addSp delSp modSp add mod">
        <pc:chgData name="Xin Luo" userId="82312ee5779919a4" providerId="LiveId" clId="{3C4A7AF4-6488-5041-B432-D36EF53163D3}" dt="2023-02-23T09:13:39.268" v="5260" actId="1076"/>
        <pc:sldMkLst>
          <pc:docMk/>
          <pc:sldMk cId="148985918" sldId="2727"/>
        </pc:sldMkLst>
      </pc:sldChg>
      <pc:sldChg chg="addSp delSp modSp add mod">
        <pc:chgData name="Xin Luo" userId="82312ee5779919a4" providerId="LiveId" clId="{3C4A7AF4-6488-5041-B432-D36EF53163D3}" dt="2023-02-23T08:32:21.875" v="3790" actId="1076"/>
        <pc:sldMkLst>
          <pc:docMk/>
          <pc:sldMk cId="3544980656" sldId="2728"/>
        </pc:sldMkLst>
      </pc:sldChg>
      <pc:sldChg chg="addSp delSp modSp add mod">
        <pc:chgData name="Xin Luo" userId="82312ee5779919a4" providerId="LiveId" clId="{3C4A7AF4-6488-5041-B432-D36EF53163D3}" dt="2023-02-23T09:02:43.022" v="4809" actId="20577"/>
        <pc:sldMkLst>
          <pc:docMk/>
          <pc:sldMk cId="1664139585" sldId="2729"/>
        </pc:sldMkLst>
      </pc:sldChg>
      <pc:sldChg chg="addSp delSp modSp add mod">
        <pc:chgData name="Xin Luo" userId="82312ee5779919a4" providerId="LiveId" clId="{3C4A7AF4-6488-5041-B432-D36EF53163D3}" dt="2023-02-23T09:02:46.545" v="4811" actId="20577"/>
        <pc:sldMkLst>
          <pc:docMk/>
          <pc:sldMk cId="3561803108" sldId="2730"/>
        </pc:sldMkLst>
      </pc:sldChg>
      <pc:sldChg chg="addSp delSp modSp add mod">
        <pc:chgData name="Xin Luo" userId="82312ee5779919a4" providerId="LiveId" clId="{3C4A7AF4-6488-5041-B432-D36EF53163D3}" dt="2023-02-23T11:42:21.434" v="5641" actId="20577"/>
        <pc:sldMkLst>
          <pc:docMk/>
          <pc:sldMk cId="236610701" sldId="2731"/>
        </pc:sldMkLst>
      </pc:sldChg>
      <pc:sldChg chg="add del">
        <pc:chgData name="Xin Luo" userId="82312ee5779919a4" providerId="LiveId" clId="{3C4A7AF4-6488-5041-B432-D36EF53163D3}" dt="2023-02-23T08:54:40.823" v="4449"/>
        <pc:sldMkLst>
          <pc:docMk/>
          <pc:sldMk cId="3607281671" sldId="2731"/>
        </pc:sldMkLst>
      </pc:sldChg>
      <pc:sldChg chg="addSp delSp modSp add mod modNotesTx">
        <pc:chgData name="Xin Luo" userId="82312ee5779919a4" providerId="LiveId" clId="{3C4A7AF4-6488-5041-B432-D36EF53163D3}" dt="2023-02-23T13:58:03.496" v="6246" actId="1076"/>
        <pc:sldMkLst>
          <pc:docMk/>
          <pc:sldMk cId="1986913413" sldId="2732"/>
        </pc:sldMkLst>
      </pc:sldChg>
      <pc:sldChg chg="addSp delSp modSp add mod">
        <pc:chgData name="Xin Luo" userId="82312ee5779919a4" providerId="LiveId" clId="{3C4A7AF4-6488-5041-B432-D36EF53163D3}" dt="2023-02-23T14:00:47.321" v="6304" actId="1076"/>
        <pc:sldMkLst>
          <pc:docMk/>
          <pc:sldMk cId="270311508" sldId="2733"/>
        </pc:sldMkLst>
      </pc:sldChg>
      <pc:sldChg chg="addSp delSp modSp add mod">
        <pc:chgData name="Xin Luo" userId="82312ee5779919a4" providerId="LiveId" clId="{3C4A7AF4-6488-5041-B432-D36EF53163D3}" dt="2023-02-23T14:29:59.110" v="6746" actId="403"/>
        <pc:sldMkLst>
          <pc:docMk/>
          <pc:sldMk cId="3138813826" sldId="2734"/>
        </pc:sldMkLst>
      </pc:sldChg>
      <pc:sldChg chg="addSp modSp add mod">
        <pc:chgData name="Xin Luo" userId="82312ee5779919a4" providerId="LiveId" clId="{3C4A7AF4-6488-5041-B432-D36EF53163D3}" dt="2023-02-23T14:33:30.940" v="6917" actId="1037"/>
        <pc:sldMkLst>
          <pc:docMk/>
          <pc:sldMk cId="128317883" sldId="2735"/>
        </pc:sldMkLst>
      </pc:sldChg>
      <pc:sldChg chg="delSp add mod">
        <pc:chgData name="Xin Luo" userId="82312ee5779919a4" providerId="LiveId" clId="{3C4A7AF4-6488-5041-B432-D36EF53163D3}" dt="2023-02-23T14:33:41.327" v="6919" actId="478"/>
        <pc:sldMkLst>
          <pc:docMk/>
          <pc:sldMk cId="383906436" sldId="2736"/>
        </pc:sldMkLst>
      </pc:sldChg>
    </pc:docChg>
  </pc:docChgLst>
  <pc:docChgLst>
    <pc:chgData name="Xin Luo" userId="82312ee5779919a4" providerId="LiveId" clId="{4807F875-6F75-AB41-83F0-5AE490FE2F1C}"/>
    <pc:docChg chg="custSel addSld modSld">
      <pc:chgData name="Xin Luo" userId="82312ee5779919a4" providerId="LiveId" clId="{4807F875-6F75-AB41-83F0-5AE490FE2F1C}" dt="2023-09-13T14:07:01.122" v="8" actId="1076"/>
      <pc:docMkLst>
        <pc:docMk/>
      </pc:docMkLst>
      <pc:sldChg chg="addSp delSp modSp mod">
        <pc:chgData name="Xin Luo" userId="82312ee5779919a4" providerId="LiveId" clId="{4807F875-6F75-AB41-83F0-5AE490FE2F1C}" dt="2023-09-13T14:06:41.345" v="2" actId="478"/>
        <pc:sldMkLst>
          <pc:docMk/>
          <pc:sldMk cId="3741103209" sldId="2745"/>
        </pc:sldMkLst>
      </pc:sldChg>
      <pc:sldChg chg="modSp add mod">
        <pc:chgData name="Xin Luo" userId="82312ee5779919a4" providerId="LiveId" clId="{4807F875-6F75-AB41-83F0-5AE490FE2F1C}" dt="2023-09-13T14:07:01.122" v="8" actId="1076"/>
        <pc:sldMkLst>
          <pc:docMk/>
          <pc:sldMk cId="1878724924" sldId="2758"/>
        </pc:sldMkLst>
      </pc:sldChg>
    </pc:docChg>
  </pc:docChgLst>
  <pc:docChgLst>
    <pc:chgData name="Xin Luo" userId="82312ee5779919a4" providerId="LiveId" clId="{F5C2D48E-4392-624B-B7FE-4C89A1D87AB0}"/>
    <pc:docChg chg="undo custSel addSld delSld modSld sldOrd">
      <pc:chgData name="Xin Luo" userId="82312ee5779919a4" providerId="LiveId" clId="{F5C2D48E-4392-624B-B7FE-4C89A1D87AB0}" dt="2025-05-25T09:37:25.692" v="1619" actId="1076"/>
      <pc:docMkLst>
        <pc:docMk/>
      </pc:docMkLst>
      <pc:sldChg chg="addSp delSp modSp mod">
        <pc:chgData name="Xin Luo" userId="82312ee5779919a4" providerId="LiveId" clId="{F5C2D48E-4392-624B-B7FE-4C89A1D87AB0}" dt="2025-05-25T05:40:36.754" v="318" actId="1035"/>
        <pc:sldMkLst>
          <pc:docMk/>
          <pc:sldMk cId="1576120367" sldId="2387"/>
        </pc:sldMkLst>
        <pc:spChg chg="mod">
          <ac:chgData name="Xin Luo" userId="82312ee5779919a4" providerId="LiveId" clId="{F5C2D48E-4392-624B-B7FE-4C89A1D87AB0}" dt="2025-05-25T05:40:29.653" v="289" actId="20577"/>
          <ac:spMkLst>
            <pc:docMk/>
            <pc:sldMk cId="1576120367" sldId="2387"/>
            <ac:spMk id="10" creationId="{00000000-0000-0000-0000-000000000000}"/>
          </ac:spMkLst>
        </pc:spChg>
        <pc:spChg chg="mod">
          <ac:chgData name="Xin Luo" userId="82312ee5779919a4" providerId="LiveId" clId="{F5C2D48E-4392-624B-B7FE-4C89A1D87AB0}" dt="2025-05-25T05:40:22.643" v="280" actId="20577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F5C2D48E-4392-624B-B7FE-4C89A1D87AB0}" dt="2025-05-25T05:40:28.068" v="285" actId="20577"/>
          <ac:spMkLst>
            <pc:docMk/>
            <pc:sldMk cId="1576120367" sldId="2387"/>
            <ac:spMk id="13" creationId="{00000000-0000-0000-0000-000000000000}"/>
          </ac:spMkLst>
        </pc:spChg>
        <pc:grpChg chg="add del">
          <ac:chgData name="Xin Luo" userId="82312ee5779919a4" providerId="LiveId" clId="{F5C2D48E-4392-624B-B7FE-4C89A1D87AB0}" dt="2025-05-25T05:40:25.367" v="281" actId="478"/>
          <ac:grpSpMkLst>
            <pc:docMk/>
            <pc:sldMk cId="1576120367" sldId="2387"/>
            <ac:grpSpMk id="2" creationId="{AFCAA61D-767A-24EA-9072-7425684288BB}"/>
          </ac:grpSpMkLst>
        </pc:grpChg>
        <pc:grpChg chg="mod">
          <ac:chgData name="Xin Luo" userId="82312ee5779919a4" providerId="LiveId" clId="{F5C2D48E-4392-624B-B7FE-4C89A1D87AB0}" dt="2025-05-25T05:40:36.754" v="318" actId="1035"/>
          <ac:grpSpMkLst>
            <pc:docMk/>
            <pc:sldMk cId="1576120367" sldId="2387"/>
            <ac:grpSpMk id="3" creationId="{12ED16A1-79B8-7DB1-1CC1-250B051BAD58}"/>
          </ac:grpSpMkLst>
        </pc:grpChg>
        <pc:grpChg chg="mod">
          <ac:chgData name="Xin Luo" userId="82312ee5779919a4" providerId="LiveId" clId="{F5C2D48E-4392-624B-B7FE-4C89A1D87AB0}" dt="2025-05-25T05:40:36.754" v="318" actId="1035"/>
          <ac:grpSpMkLst>
            <pc:docMk/>
            <pc:sldMk cId="1576120367" sldId="2387"/>
            <ac:grpSpMk id="9" creationId="{84B9B8D5-4BCC-CDFF-1E13-B005060A8BDF}"/>
          </ac:grpSpMkLst>
        </pc:grpChg>
      </pc:sldChg>
      <pc:sldChg chg="modSp del mod">
        <pc:chgData name="Xin Luo" userId="82312ee5779919a4" providerId="LiveId" clId="{F5C2D48E-4392-624B-B7FE-4C89A1D87AB0}" dt="2025-05-25T05:40:46.371" v="325" actId="2696"/>
        <pc:sldMkLst>
          <pc:docMk/>
          <pc:sldMk cId="2415901206" sldId="2447"/>
        </pc:sldMkLst>
        <pc:spChg chg="mod">
          <ac:chgData name="Xin Luo" userId="82312ee5779919a4" providerId="LiveId" clId="{F5C2D48E-4392-624B-B7FE-4C89A1D87AB0}" dt="2025-05-25T05:40:45.033" v="324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 ord">
        <pc:chgData name="Xin Luo" userId="82312ee5779919a4" providerId="LiveId" clId="{F5C2D48E-4392-624B-B7FE-4C89A1D87AB0}" dt="2025-05-25T05:39:46.908" v="251" actId="20578"/>
        <pc:sldMkLst>
          <pc:docMk/>
          <pc:sldMk cId="481122590" sldId="2709"/>
        </pc:sldMkLst>
        <pc:spChg chg="mod">
          <ac:chgData name="Xin Luo" userId="82312ee5779919a4" providerId="LiveId" clId="{F5C2D48E-4392-624B-B7FE-4C89A1D87AB0}" dt="2025-05-25T05:39:17.031" v="249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modSp mod ord">
        <pc:chgData name="Xin Luo" userId="82312ee5779919a4" providerId="LiveId" clId="{F5C2D48E-4392-624B-B7FE-4C89A1D87AB0}" dt="2025-05-25T05:40:02.977" v="267" actId="20578"/>
        <pc:sldMkLst>
          <pc:docMk/>
          <pc:sldMk cId="972163772" sldId="2720"/>
        </pc:sldMkLst>
        <pc:spChg chg="mod">
          <ac:chgData name="Xin Luo" userId="82312ee5779919a4" providerId="LiveId" clId="{F5C2D48E-4392-624B-B7FE-4C89A1D87AB0}" dt="2025-05-25T05:39:57.191" v="266" actId="20577"/>
          <ac:spMkLst>
            <pc:docMk/>
            <pc:sldMk cId="972163772" sldId="2720"/>
            <ac:spMk id="7" creationId="{00000000-0000-0000-0000-000000000000}"/>
          </ac:spMkLst>
        </pc:spChg>
      </pc:sldChg>
      <pc:sldChg chg="modSp mod">
        <pc:chgData name="Xin Luo" userId="82312ee5779919a4" providerId="LiveId" clId="{F5C2D48E-4392-624B-B7FE-4C89A1D87AB0}" dt="2025-05-25T05:31:59.069" v="1" actId="20577"/>
        <pc:sldMkLst>
          <pc:docMk/>
          <pc:sldMk cId="2742362314" sldId="2727"/>
        </pc:sldMkLst>
        <pc:spChg chg="mod">
          <ac:chgData name="Xin Luo" userId="82312ee5779919a4" providerId="LiveId" clId="{F5C2D48E-4392-624B-B7FE-4C89A1D87AB0}" dt="2025-05-25T05:31:59.069" v="1" actId="20577"/>
          <ac:spMkLst>
            <pc:docMk/>
            <pc:sldMk cId="2742362314" sldId="2727"/>
            <ac:spMk id="2" creationId="{631AADB6-C88A-D817-4683-FC087E4E240F}"/>
          </ac:spMkLst>
        </pc:spChg>
      </pc:sldChg>
      <pc:sldChg chg="modSp mod">
        <pc:chgData name="Xin Luo" userId="82312ee5779919a4" providerId="LiveId" clId="{F5C2D48E-4392-624B-B7FE-4C89A1D87AB0}" dt="2025-05-25T05:32:02.598" v="3" actId="20577"/>
        <pc:sldMkLst>
          <pc:docMk/>
          <pc:sldMk cId="3682048310" sldId="2728"/>
        </pc:sldMkLst>
        <pc:spChg chg="mod">
          <ac:chgData name="Xin Luo" userId="82312ee5779919a4" providerId="LiveId" clId="{F5C2D48E-4392-624B-B7FE-4C89A1D87AB0}" dt="2025-05-25T05:32:02.598" v="3" actId="20577"/>
          <ac:spMkLst>
            <pc:docMk/>
            <pc:sldMk cId="3682048310" sldId="2728"/>
            <ac:spMk id="2" creationId="{631AADB6-C88A-D817-4683-FC087E4E240F}"/>
          </ac:spMkLst>
        </pc:spChg>
      </pc:sldChg>
      <pc:sldChg chg="modSp mod">
        <pc:chgData name="Xin Luo" userId="82312ee5779919a4" providerId="LiveId" clId="{F5C2D48E-4392-624B-B7FE-4C89A1D87AB0}" dt="2025-05-25T05:32:05.645" v="5" actId="20577"/>
        <pc:sldMkLst>
          <pc:docMk/>
          <pc:sldMk cId="13868781" sldId="2732"/>
        </pc:sldMkLst>
        <pc:spChg chg="mod">
          <ac:chgData name="Xin Luo" userId="82312ee5779919a4" providerId="LiveId" clId="{F5C2D48E-4392-624B-B7FE-4C89A1D87AB0}" dt="2025-05-25T05:32:05.645" v="5" actId="20577"/>
          <ac:spMkLst>
            <pc:docMk/>
            <pc:sldMk cId="13868781" sldId="2732"/>
            <ac:spMk id="2" creationId="{631AADB6-C88A-D817-4683-FC087E4E240F}"/>
          </ac:spMkLst>
        </pc:spChg>
      </pc:sldChg>
      <pc:sldChg chg="addSp delSp modSp add mod ord">
        <pc:chgData name="Xin Luo" userId="82312ee5779919a4" providerId="LiveId" clId="{F5C2D48E-4392-624B-B7FE-4C89A1D87AB0}" dt="2025-05-25T05:40:10.491" v="269" actId="1076"/>
        <pc:sldMkLst>
          <pc:docMk/>
          <pc:sldMk cId="4047407875" sldId="2761"/>
        </pc:sldMkLst>
        <pc:spChg chg="mod">
          <ac:chgData name="Xin Luo" userId="82312ee5779919a4" providerId="LiveId" clId="{F5C2D48E-4392-624B-B7FE-4C89A1D87AB0}" dt="2025-05-25T05:40:10.491" v="269" actId="1076"/>
          <ac:spMkLst>
            <pc:docMk/>
            <pc:sldMk cId="4047407875" sldId="2761"/>
            <ac:spMk id="2" creationId="{93441D31-5719-59DF-5079-DB372564FAF6}"/>
          </ac:spMkLst>
        </pc:spChg>
        <pc:spChg chg="mod">
          <ac:chgData name="Xin Luo" userId="82312ee5779919a4" providerId="LiveId" clId="{F5C2D48E-4392-624B-B7FE-4C89A1D87AB0}" dt="2025-05-25T05:34:54.417" v="111" actId="20577"/>
          <ac:spMkLst>
            <pc:docMk/>
            <pc:sldMk cId="4047407875" sldId="2761"/>
            <ac:spMk id="3" creationId="{CDE205C4-818C-8150-F768-46C492E9D698}"/>
          </ac:spMkLst>
        </pc:spChg>
        <pc:spChg chg="add mod">
          <ac:chgData name="Xin Luo" userId="82312ee5779919a4" providerId="LiveId" clId="{F5C2D48E-4392-624B-B7FE-4C89A1D87AB0}" dt="2025-05-25T05:38:56.904" v="233" actId="1037"/>
          <ac:spMkLst>
            <pc:docMk/>
            <pc:sldMk cId="4047407875" sldId="2761"/>
            <ac:spMk id="8" creationId="{EF94CDEC-06DA-1ABE-9B92-7AA1B1F6B9AB}"/>
          </ac:spMkLst>
        </pc:spChg>
        <pc:spChg chg="add mod">
          <ac:chgData name="Xin Luo" userId="82312ee5779919a4" providerId="LiveId" clId="{F5C2D48E-4392-624B-B7FE-4C89A1D87AB0}" dt="2025-05-25T05:38:56.904" v="233" actId="1037"/>
          <ac:spMkLst>
            <pc:docMk/>
            <pc:sldMk cId="4047407875" sldId="2761"/>
            <ac:spMk id="11" creationId="{098F771B-E95E-E79F-A2C2-729DC0F76100}"/>
          </ac:spMkLst>
        </pc:spChg>
        <pc:spChg chg="add mod">
          <ac:chgData name="Xin Luo" userId="82312ee5779919a4" providerId="LiveId" clId="{F5C2D48E-4392-624B-B7FE-4C89A1D87AB0}" dt="2025-05-25T05:38:56.904" v="233" actId="1037"/>
          <ac:spMkLst>
            <pc:docMk/>
            <pc:sldMk cId="4047407875" sldId="2761"/>
            <ac:spMk id="12" creationId="{99C9FA85-CCD6-88DE-BFDF-43EECE15CDE3}"/>
          </ac:spMkLst>
        </pc:spChg>
        <pc:spChg chg="add mod">
          <ac:chgData name="Xin Luo" userId="82312ee5779919a4" providerId="LiveId" clId="{F5C2D48E-4392-624B-B7FE-4C89A1D87AB0}" dt="2025-05-25T05:38:59.554" v="239" actId="1037"/>
          <ac:spMkLst>
            <pc:docMk/>
            <pc:sldMk cId="4047407875" sldId="2761"/>
            <ac:spMk id="14" creationId="{6963E5F3-0A76-4F1D-FB75-B57AFA8785DE}"/>
          </ac:spMkLst>
        </pc:spChg>
        <pc:spChg chg="add mod">
          <ac:chgData name="Xin Luo" userId="82312ee5779919a4" providerId="LiveId" clId="{F5C2D48E-4392-624B-B7FE-4C89A1D87AB0}" dt="2025-05-25T05:38:59.554" v="239" actId="1037"/>
          <ac:spMkLst>
            <pc:docMk/>
            <pc:sldMk cId="4047407875" sldId="2761"/>
            <ac:spMk id="15" creationId="{EE74E830-8282-7D1B-33CE-BBC5ED3E3776}"/>
          </ac:spMkLst>
        </pc:spChg>
        <pc:spChg chg="add mod">
          <ac:chgData name="Xin Luo" userId="82312ee5779919a4" providerId="LiveId" clId="{F5C2D48E-4392-624B-B7FE-4C89A1D87AB0}" dt="2025-05-25T05:38:59.554" v="239" actId="1037"/>
          <ac:spMkLst>
            <pc:docMk/>
            <pc:sldMk cId="4047407875" sldId="2761"/>
            <ac:spMk id="16" creationId="{58CB4E39-2825-73DB-4F80-6518513FC1C2}"/>
          </ac:spMkLst>
        </pc:spChg>
        <pc:spChg chg="add mod">
          <ac:chgData name="Xin Luo" userId="82312ee5779919a4" providerId="LiveId" clId="{F5C2D48E-4392-624B-B7FE-4C89A1D87AB0}" dt="2025-05-25T05:37:50.568" v="193" actId="1076"/>
          <ac:spMkLst>
            <pc:docMk/>
            <pc:sldMk cId="4047407875" sldId="2761"/>
            <ac:spMk id="17" creationId="{8732244A-53EE-AB77-19E6-2799E1F0E168}"/>
          </ac:spMkLst>
        </pc:spChg>
        <pc:spChg chg="add mod">
          <ac:chgData name="Xin Luo" userId="82312ee5779919a4" providerId="LiveId" clId="{F5C2D48E-4392-624B-B7FE-4C89A1D87AB0}" dt="2025-05-25T05:37:50.568" v="193" actId="1076"/>
          <ac:spMkLst>
            <pc:docMk/>
            <pc:sldMk cId="4047407875" sldId="2761"/>
            <ac:spMk id="18" creationId="{1D730D1A-B74A-5DE3-98ED-62E90A6B14C2}"/>
          </ac:spMkLst>
        </pc:spChg>
        <pc:spChg chg="add mod">
          <ac:chgData name="Xin Luo" userId="82312ee5779919a4" providerId="LiveId" clId="{F5C2D48E-4392-624B-B7FE-4C89A1D87AB0}" dt="2025-05-25T05:37:50.568" v="193" actId="1076"/>
          <ac:spMkLst>
            <pc:docMk/>
            <pc:sldMk cId="4047407875" sldId="2761"/>
            <ac:spMk id="19" creationId="{75AE055E-0F2D-2C5F-E37C-B238B4F4695B}"/>
          </ac:spMkLst>
        </pc:spChg>
        <pc:grpChg chg="del">
          <ac:chgData name="Xin Luo" userId="82312ee5779919a4" providerId="LiveId" clId="{F5C2D48E-4392-624B-B7FE-4C89A1D87AB0}" dt="2025-05-25T05:34:58.964" v="112" actId="478"/>
          <ac:grpSpMkLst>
            <pc:docMk/>
            <pc:sldMk cId="4047407875" sldId="2761"/>
            <ac:grpSpMk id="69" creationId="{57269F70-BEF7-36B2-C7F3-57DD256065C3}"/>
          </ac:grpSpMkLst>
        </pc:grpChg>
        <pc:cxnChg chg="mod">
          <ac:chgData name="Xin Luo" userId="82312ee5779919a4" providerId="LiveId" clId="{F5C2D48E-4392-624B-B7FE-4C89A1D87AB0}" dt="2025-05-25T05:34:58.964" v="112" actId="478"/>
          <ac:cxnSpMkLst>
            <pc:docMk/>
            <pc:sldMk cId="4047407875" sldId="2761"/>
            <ac:cxnSpMk id="9" creationId="{3B1317D9-899E-A571-12E1-EDB38D4E1037}"/>
          </ac:cxnSpMkLst>
        </pc:cxnChg>
        <pc:cxnChg chg="mod">
          <ac:chgData name="Xin Luo" userId="82312ee5779919a4" providerId="LiveId" clId="{F5C2D48E-4392-624B-B7FE-4C89A1D87AB0}" dt="2025-05-25T05:34:58.964" v="112" actId="478"/>
          <ac:cxnSpMkLst>
            <pc:docMk/>
            <pc:sldMk cId="4047407875" sldId="2761"/>
            <ac:cxnSpMk id="10" creationId="{7E706F97-8498-CEE6-29F8-01B5DAC0D935}"/>
          </ac:cxnSpMkLst>
        </pc:cxnChg>
        <pc:cxnChg chg="mod">
          <ac:chgData name="Xin Luo" userId="82312ee5779919a4" providerId="LiveId" clId="{F5C2D48E-4392-624B-B7FE-4C89A1D87AB0}" dt="2025-05-25T05:34:58.964" v="112" actId="478"/>
          <ac:cxnSpMkLst>
            <pc:docMk/>
            <pc:sldMk cId="4047407875" sldId="2761"/>
            <ac:cxnSpMk id="13" creationId="{5E491273-C2D9-21F8-71D4-C27899B78F2F}"/>
          </ac:cxnSpMkLst>
        </pc:cxnChg>
        <pc:cxnChg chg="add mod">
          <ac:chgData name="Xin Luo" userId="82312ee5779919a4" providerId="LiveId" clId="{F5C2D48E-4392-624B-B7FE-4C89A1D87AB0}" dt="2025-05-25T05:38:56.904" v="233" actId="1037"/>
          <ac:cxnSpMkLst>
            <pc:docMk/>
            <pc:sldMk cId="4047407875" sldId="2761"/>
            <ac:cxnSpMk id="21" creationId="{628E76A6-A10A-5E61-6172-E71C88C38219}"/>
          </ac:cxnSpMkLst>
        </pc:cxnChg>
        <pc:cxnChg chg="add mod">
          <ac:chgData name="Xin Luo" userId="82312ee5779919a4" providerId="LiveId" clId="{F5C2D48E-4392-624B-B7FE-4C89A1D87AB0}" dt="2025-05-25T05:38:56.904" v="233" actId="1037"/>
          <ac:cxnSpMkLst>
            <pc:docMk/>
            <pc:sldMk cId="4047407875" sldId="2761"/>
            <ac:cxnSpMk id="22" creationId="{57C08D9C-AADC-42F6-6126-E5DCAEAF78F4}"/>
          </ac:cxnSpMkLst>
        </pc:cxnChg>
        <pc:cxnChg chg="add mod">
          <ac:chgData name="Xin Luo" userId="82312ee5779919a4" providerId="LiveId" clId="{F5C2D48E-4392-624B-B7FE-4C89A1D87AB0}" dt="2025-05-25T05:38:59.554" v="239" actId="1037"/>
          <ac:cxnSpMkLst>
            <pc:docMk/>
            <pc:sldMk cId="4047407875" sldId="2761"/>
            <ac:cxnSpMk id="25" creationId="{EF916940-2FD7-56B6-C229-8EACE57184DE}"/>
          </ac:cxnSpMkLst>
        </pc:cxnChg>
        <pc:cxnChg chg="mod">
          <ac:chgData name="Xin Luo" userId="82312ee5779919a4" providerId="LiveId" clId="{F5C2D48E-4392-624B-B7FE-4C89A1D87AB0}" dt="2025-05-25T05:34:58.964" v="112" actId="478"/>
          <ac:cxnSpMkLst>
            <pc:docMk/>
            <pc:sldMk cId="4047407875" sldId="2761"/>
            <ac:cxnSpMk id="26" creationId="{DD816219-89EB-4711-B9DA-00F56A10637A}"/>
          </ac:cxnSpMkLst>
        </pc:cxnChg>
        <pc:cxnChg chg="add mod">
          <ac:chgData name="Xin Luo" userId="82312ee5779919a4" providerId="LiveId" clId="{F5C2D48E-4392-624B-B7FE-4C89A1D87AB0}" dt="2025-05-25T05:38:59.554" v="239" actId="1037"/>
          <ac:cxnSpMkLst>
            <pc:docMk/>
            <pc:sldMk cId="4047407875" sldId="2761"/>
            <ac:cxnSpMk id="30" creationId="{6DD26FCC-49C5-D57D-6C56-DC036AA2B373}"/>
          </ac:cxnSpMkLst>
        </pc:cxnChg>
        <pc:cxnChg chg="mod">
          <ac:chgData name="Xin Luo" userId="82312ee5779919a4" providerId="LiveId" clId="{F5C2D48E-4392-624B-B7FE-4C89A1D87AB0}" dt="2025-05-25T05:34:58.964" v="112" actId="478"/>
          <ac:cxnSpMkLst>
            <pc:docMk/>
            <pc:sldMk cId="4047407875" sldId="2761"/>
            <ac:cxnSpMk id="33" creationId="{C50355C1-6C4E-F9DC-075E-BCEB9DFA4610}"/>
          </ac:cxnSpMkLst>
        </pc:cxnChg>
        <pc:cxnChg chg="add mod">
          <ac:chgData name="Xin Luo" userId="82312ee5779919a4" providerId="LiveId" clId="{F5C2D48E-4392-624B-B7FE-4C89A1D87AB0}" dt="2025-05-25T05:38:18.897" v="198" actId="208"/>
          <ac:cxnSpMkLst>
            <pc:docMk/>
            <pc:sldMk cId="4047407875" sldId="2761"/>
            <ac:cxnSpMk id="37" creationId="{E179FCB4-F757-9E55-9A7F-E9A5752B8297}"/>
          </ac:cxnSpMkLst>
        </pc:cxnChg>
        <pc:cxnChg chg="mod">
          <ac:chgData name="Xin Luo" userId="82312ee5779919a4" providerId="LiveId" clId="{F5C2D48E-4392-624B-B7FE-4C89A1D87AB0}" dt="2025-05-25T05:34:58.964" v="112" actId="478"/>
          <ac:cxnSpMkLst>
            <pc:docMk/>
            <pc:sldMk cId="4047407875" sldId="2761"/>
            <ac:cxnSpMk id="40" creationId="{984E1D2C-B9A5-1280-B406-86A49B26EFAE}"/>
          </ac:cxnSpMkLst>
        </pc:cxnChg>
        <pc:cxnChg chg="add mod">
          <ac:chgData name="Xin Luo" userId="82312ee5779919a4" providerId="LiveId" clId="{F5C2D48E-4392-624B-B7FE-4C89A1D87AB0}" dt="2025-05-25T05:38:18.897" v="198" actId="208"/>
          <ac:cxnSpMkLst>
            <pc:docMk/>
            <pc:sldMk cId="4047407875" sldId="2761"/>
            <ac:cxnSpMk id="42" creationId="{5DC430BC-294B-9AF2-EF66-3FCCDC6D1C66}"/>
          </ac:cxnSpMkLst>
        </pc:cxnChg>
        <pc:cxnChg chg="add mod">
          <ac:chgData name="Xin Luo" userId="82312ee5779919a4" providerId="LiveId" clId="{F5C2D48E-4392-624B-B7FE-4C89A1D87AB0}" dt="2025-05-25T05:38:23.161" v="199" actId="14100"/>
          <ac:cxnSpMkLst>
            <pc:docMk/>
            <pc:sldMk cId="4047407875" sldId="2761"/>
            <ac:cxnSpMk id="46" creationId="{9A62E57C-ABC3-F35D-9A10-6B2765C9F7C1}"/>
          </ac:cxnSpMkLst>
        </pc:cxnChg>
      </pc:sldChg>
      <pc:sldChg chg="addSp delSp modSp add mod">
        <pc:chgData name="Xin Luo" userId="82312ee5779919a4" providerId="LiveId" clId="{F5C2D48E-4392-624B-B7FE-4C89A1D87AB0}" dt="2025-05-25T09:24:36.148" v="1307" actId="1076"/>
        <pc:sldMkLst>
          <pc:docMk/>
          <pc:sldMk cId="3693262253" sldId="2762"/>
        </pc:sldMkLst>
        <pc:spChg chg="mod">
          <ac:chgData name="Xin Luo" userId="82312ee5779919a4" providerId="LiveId" clId="{F5C2D48E-4392-624B-B7FE-4C89A1D87AB0}" dt="2025-05-25T09:23:34.106" v="1280" actId="14100"/>
          <ac:spMkLst>
            <pc:docMk/>
            <pc:sldMk cId="3693262253" sldId="2762"/>
            <ac:spMk id="2" creationId="{41CCF177-61DC-54A7-A2FB-DF1876DFA561}"/>
          </ac:spMkLst>
        </pc:spChg>
        <pc:spChg chg="mod">
          <ac:chgData name="Xin Luo" userId="82312ee5779919a4" providerId="LiveId" clId="{F5C2D48E-4392-624B-B7FE-4C89A1D87AB0}" dt="2025-05-25T05:58:20.537" v="634" actId="20577"/>
          <ac:spMkLst>
            <pc:docMk/>
            <pc:sldMk cId="3693262253" sldId="2762"/>
            <ac:spMk id="3" creationId="{C1F01A01-DCA0-E182-0057-8C4F1C2D5E07}"/>
          </ac:spMkLst>
        </pc:spChg>
        <pc:spChg chg="add mod">
          <ac:chgData name="Xin Luo" userId="82312ee5779919a4" providerId="LiveId" clId="{F5C2D48E-4392-624B-B7FE-4C89A1D87AB0}" dt="2025-05-25T09:24:28.705" v="1305" actId="1076"/>
          <ac:spMkLst>
            <pc:docMk/>
            <pc:sldMk cId="3693262253" sldId="2762"/>
            <ac:spMk id="14" creationId="{29F8F2CC-7778-CD15-760C-27DFEB546C64}"/>
          </ac:spMkLst>
        </pc:spChg>
        <pc:spChg chg="add del mod">
          <ac:chgData name="Xin Luo" userId="82312ee5779919a4" providerId="LiveId" clId="{F5C2D48E-4392-624B-B7FE-4C89A1D87AB0}" dt="2025-05-25T09:23:00.558" v="1273" actId="478"/>
          <ac:spMkLst>
            <pc:docMk/>
            <pc:sldMk cId="3693262253" sldId="2762"/>
            <ac:spMk id="17" creationId="{8E6FEEB5-06F8-83BD-9B78-581329E65DDD}"/>
          </ac:spMkLst>
        </pc:spChg>
        <pc:spChg chg="add del mod">
          <ac:chgData name="Xin Luo" userId="82312ee5779919a4" providerId="LiveId" clId="{F5C2D48E-4392-624B-B7FE-4C89A1D87AB0}" dt="2025-05-25T09:23:00.558" v="1273" actId="478"/>
          <ac:spMkLst>
            <pc:docMk/>
            <pc:sldMk cId="3693262253" sldId="2762"/>
            <ac:spMk id="23" creationId="{2DB6CB38-3D67-E21B-E29C-C639D11C2184}"/>
          </ac:spMkLst>
        </pc:spChg>
        <pc:spChg chg="add mod">
          <ac:chgData name="Xin Luo" userId="82312ee5779919a4" providerId="LiveId" clId="{F5C2D48E-4392-624B-B7FE-4C89A1D87AB0}" dt="2025-05-25T09:24:36.148" v="1307" actId="1076"/>
          <ac:spMkLst>
            <pc:docMk/>
            <pc:sldMk cId="3693262253" sldId="2762"/>
            <ac:spMk id="24" creationId="{1D8EF0F3-02B3-29AB-512E-2547DBD29A10}"/>
          </ac:spMkLst>
        </pc:spChg>
        <pc:spChg chg="add del mod">
          <ac:chgData name="Xin Luo" userId="82312ee5779919a4" providerId="LiveId" clId="{F5C2D48E-4392-624B-B7FE-4C89A1D87AB0}" dt="2025-05-25T09:24:22.188" v="1304"/>
          <ac:spMkLst>
            <pc:docMk/>
            <pc:sldMk cId="3693262253" sldId="2762"/>
            <ac:spMk id="27" creationId="{A27758D4-2C22-AAE6-1F2E-E4867841D6CF}"/>
          </ac:spMkLst>
        </pc:spChg>
        <pc:grpChg chg="del">
          <ac:chgData name="Xin Luo" userId="82312ee5779919a4" providerId="LiveId" clId="{F5C2D48E-4392-624B-B7FE-4C89A1D87AB0}" dt="2025-05-25T05:57:55.760" v="588" actId="478"/>
          <ac:grpSpMkLst>
            <pc:docMk/>
            <pc:sldMk cId="3693262253" sldId="2762"/>
            <ac:grpSpMk id="69" creationId="{F6C99862-DEB1-4A13-21EB-41BA04952043}"/>
          </ac:grpSpMkLst>
        </pc:grpChg>
        <pc:picChg chg="add mod">
          <ac:chgData name="Xin Luo" userId="82312ee5779919a4" providerId="LiveId" clId="{F5C2D48E-4392-624B-B7FE-4C89A1D87AB0}" dt="2025-05-25T05:59:08.055" v="666" actId="27614"/>
          <ac:picMkLst>
            <pc:docMk/>
            <pc:sldMk cId="3693262253" sldId="2762"/>
            <ac:picMk id="11" creationId="{715330CE-A75C-9E94-2DC2-1AD026ACBE74}"/>
          </ac:picMkLst>
        </pc:picChg>
        <pc:picChg chg="add mod">
          <ac:chgData name="Xin Luo" userId="82312ee5779919a4" providerId="LiveId" clId="{F5C2D48E-4392-624B-B7FE-4C89A1D87AB0}" dt="2025-05-25T09:24:28.705" v="1305" actId="1076"/>
          <ac:picMkLst>
            <pc:docMk/>
            <pc:sldMk cId="3693262253" sldId="2762"/>
            <ac:picMk id="16" creationId="{6106BD67-7CB1-E8E7-9BA6-334F58FC7E5C}"/>
          </ac:picMkLst>
        </pc:picChg>
        <pc:picChg chg="add del mod">
          <ac:chgData name="Xin Luo" userId="82312ee5779919a4" providerId="LiveId" clId="{F5C2D48E-4392-624B-B7FE-4C89A1D87AB0}" dt="2025-05-25T09:23:00.558" v="1273" actId="478"/>
          <ac:picMkLst>
            <pc:docMk/>
            <pc:sldMk cId="3693262253" sldId="2762"/>
            <ac:picMk id="19" creationId="{98E83181-2E1A-34E4-770D-814A347AD434}"/>
          </ac:picMkLst>
        </pc:picChg>
        <pc:picChg chg="add del mod">
          <ac:chgData name="Xin Luo" userId="82312ee5779919a4" providerId="LiveId" clId="{F5C2D48E-4392-624B-B7FE-4C89A1D87AB0}" dt="2025-05-25T09:23:00.558" v="1273" actId="478"/>
          <ac:picMkLst>
            <pc:docMk/>
            <pc:sldMk cId="3693262253" sldId="2762"/>
            <ac:picMk id="21" creationId="{76A5142D-F51F-9ED0-6904-3440256B140E}"/>
          </ac:picMkLst>
        </pc:picChg>
        <pc:cxnChg chg="mod">
          <ac:chgData name="Xin Luo" userId="82312ee5779919a4" providerId="LiveId" clId="{F5C2D48E-4392-624B-B7FE-4C89A1D87AB0}" dt="2025-05-25T05:57:55.760" v="588" actId="478"/>
          <ac:cxnSpMkLst>
            <pc:docMk/>
            <pc:sldMk cId="3693262253" sldId="2762"/>
            <ac:cxnSpMk id="9" creationId="{7073D247-F283-7200-CFD7-268D3D1C7FF4}"/>
          </ac:cxnSpMkLst>
        </pc:cxnChg>
        <pc:cxnChg chg="mod">
          <ac:chgData name="Xin Luo" userId="82312ee5779919a4" providerId="LiveId" clId="{F5C2D48E-4392-624B-B7FE-4C89A1D87AB0}" dt="2025-05-25T05:57:55.760" v="588" actId="478"/>
          <ac:cxnSpMkLst>
            <pc:docMk/>
            <pc:sldMk cId="3693262253" sldId="2762"/>
            <ac:cxnSpMk id="10" creationId="{A8CD8015-224B-E835-A6E4-EC0B539D82B9}"/>
          </ac:cxnSpMkLst>
        </pc:cxnChg>
        <pc:cxnChg chg="mod">
          <ac:chgData name="Xin Luo" userId="82312ee5779919a4" providerId="LiveId" clId="{F5C2D48E-4392-624B-B7FE-4C89A1D87AB0}" dt="2025-05-25T05:57:55.760" v="588" actId="478"/>
          <ac:cxnSpMkLst>
            <pc:docMk/>
            <pc:sldMk cId="3693262253" sldId="2762"/>
            <ac:cxnSpMk id="13" creationId="{EA13A35D-9D03-28DB-1CE4-B215DDF6B08C}"/>
          </ac:cxnSpMkLst>
        </pc:cxnChg>
        <pc:cxnChg chg="mod">
          <ac:chgData name="Xin Luo" userId="82312ee5779919a4" providerId="LiveId" clId="{F5C2D48E-4392-624B-B7FE-4C89A1D87AB0}" dt="2025-05-25T05:57:55.760" v="588" actId="478"/>
          <ac:cxnSpMkLst>
            <pc:docMk/>
            <pc:sldMk cId="3693262253" sldId="2762"/>
            <ac:cxnSpMk id="26" creationId="{68BEF567-B515-0060-B597-785E6F7A9FBD}"/>
          </ac:cxnSpMkLst>
        </pc:cxnChg>
        <pc:cxnChg chg="mod">
          <ac:chgData name="Xin Luo" userId="82312ee5779919a4" providerId="LiveId" clId="{F5C2D48E-4392-624B-B7FE-4C89A1D87AB0}" dt="2025-05-25T05:57:55.760" v="588" actId="478"/>
          <ac:cxnSpMkLst>
            <pc:docMk/>
            <pc:sldMk cId="3693262253" sldId="2762"/>
            <ac:cxnSpMk id="33" creationId="{EA96489D-D1D8-FB9A-7AB2-D49CDFBF1ADA}"/>
          </ac:cxnSpMkLst>
        </pc:cxnChg>
        <pc:cxnChg chg="mod">
          <ac:chgData name="Xin Luo" userId="82312ee5779919a4" providerId="LiveId" clId="{F5C2D48E-4392-624B-B7FE-4C89A1D87AB0}" dt="2025-05-25T05:57:55.760" v="588" actId="478"/>
          <ac:cxnSpMkLst>
            <pc:docMk/>
            <pc:sldMk cId="3693262253" sldId="2762"/>
            <ac:cxnSpMk id="40" creationId="{D226F121-AC0F-7635-93D0-C18636190507}"/>
          </ac:cxnSpMkLst>
        </pc:cxnChg>
      </pc:sldChg>
      <pc:sldChg chg="addSp delSp modSp add mod">
        <pc:chgData name="Xin Luo" userId="82312ee5779919a4" providerId="LiveId" clId="{F5C2D48E-4392-624B-B7FE-4C89A1D87AB0}" dt="2025-05-25T09:01:05.683" v="1204" actId="20577"/>
        <pc:sldMkLst>
          <pc:docMk/>
          <pc:sldMk cId="723835855" sldId="2763"/>
        </pc:sldMkLst>
        <pc:spChg chg="mod">
          <ac:chgData name="Xin Luo" userId="82312ee5779919a4" providerId="LiveId" clId="{F5C2D48E-4392-624B-B7FE-4C89A1D87AB0}" dt="2025-05-25T09:01:05.683" v="1204" actId="20577"/>
          <ac:spMkLst>
            <pc:docMk/>
            <pc:sldMk cId="723835855" sldId="2763"/>
            <ac:spMk id="2" creationId="{C0FB9C93-210B-6ECD-FB6C-9E33E3F06F39}"/>
          </ac:spMkLst>
        </pc:spChg>
        <pc:spChg chg="add del mod">
          <ac:chgData name="Xin Luo" userId="82312ee5779919a4" providerId="LiveId" clId="{F5C2D48E-4392-624B-B7FE-4C89A1D87AB0}" dt="2025-05-25T05:42:01.693" v="332" actId="478"/>
          <ac:spMkLst>
            <pc:docMk/>
            <pc:sldMk cId="723835855" sldId="2763"/>
            <ac:spMk id="11" creationId="{4CCAB81E-9323-959D-D59C-516035883A3B}"/>
          </ac:spMkLst>
        </pc:spChg>
        <pc:grpChg chg="del">
          <ac:chgData name="Xin Luo" userId="82312ee5779919a4" providerId="LiveId" clId="{F5C2D48E-4392-624B-B7FE-4C89A1D87AB0}" dt="2025-05-25T05:40:54.968" v="327" actId="478"/>
          <ac:grpSpMkLst>
            <pc:docMk/>
            <pc:sldMk cId="723835855" sldId="2763"/>
            <ac:grpSpMk id="69" creationId="{6F66EF5A-E9F0-F3C3-9E86-68975D6A095C}"/>
          </ac:grpSpMkLst>
        </pc:grpChg>
        <pc:cxnChg chg="mod">
          <ac:chgData name="Xin Luo" userId="82312ee5779919a4" providerId="LiveId" clId="{F5C2D48E-4392-624B-B7FE-4C89A1D87AB0}" dt="2025-05-25T05:40:54.968" v="327" actId="478"/>
          <ac:cxnSpMkLst>
            <pc:docMk/>
            <pc:sldMk cId="723835855" sldId="2763"/>
            <ac:cxnSpMk id="9" creationId="{A14A05A1-59C4-9C3B-6DB4-C6C94257ACD5}"/>
          </ac:cxnSpMkLst>
        </pc:cxnChg>
        <pc:cxnChg chg="mod">
          <ac:chgData name="Xin Luo" userId="82312ee5779919a4" providerId="LiveId" clId="{F5C2D48E-4392-624B-B7FE-4C89A1D87AB0}" dt="2025-05-25T05:40:54.968" v="327" actId="478"/>
          <ac:cxnSpMkLst>
            <pc:docMk/>
            <pc:sldMk cId="723835855" sldId="2763"/>
            <ac:cxnSpMk id="10" creationId="{4073F309-ECB9-6247-347D-1F101EE97C60}"/>
          </ac:cxnSpMkLst>
        </pc:cxnChg>
        <pc:cxnChg chg="mod">
          <ac:chgData name="Xin Luo" userId="82312ee5779919a4" providerId="LiveId" clId="{F5C2D48E-4392-624B-B7FE-4C89A1D87AB0}" dt="2025-05-25T05:40:54.968" v="327" actId="478"/>
          <ac:cxnSpMkLst>
            <pc:docMk/>
            <pc:sldMk cId="723835855" sldId="2763"/>
            <ac:cxnSpMk id="13" creationId="{EAEDBF41-C9D1-9114-73A8-E29926411CE1}"/>
          </ac:cxnSpMkLst>
        </pc:cxnChg>
        <pc:cxnChg chg="mod">
          <ac:chgData name="Xin Luo" userId="82312ee5779919a4" providerId="LiveId" clId="{F5C2D48E-4392-624B-B7FE-4C89A1D87AB0}" dt="2025-05-25T05:40:54.968" v="327" actId="478"/>
          <ac:cxnSpMkLst>
            <pc:docMk/>
            <pc:sldMk cId="723835855" sldId="2763"/>
            <ac:cxnSpMk id="26" creationId="{1F8E6313-1906-96B8-31D7-B95776B5BAE5}"/>
          </ac:cxnSpMkLst>
        </pc:cxnChg>
        <pc:cxnChg chg="mod">
          <ac:chgData name="Xin Luo" userId="82312ee5779919a4" providerId="LiveId" clId="{F5C2D48E-4392-624B-B7FE-4C89A1D87AB0}" dt="2025-05-25T05:40:54.968" v="327" actId="478"/>
          <ac:cxnSpMkLst>
            <pc:docMk/>
            <pc:sldMk cId="723835855" sldId="2763"/>
            <ac:cxnSpMk id="33" creationId="{206F96FC-BBD5-BB36-C849-C1EA1BB3D724}"/>
          </ac:cxnSpMkLst>
        </pc:cxnChg>
        <pc:cxnChg chg="mod">
          <ac:chgData name="Xin Luo" userId="82312ee5779919a4" providerId="LiveId" clId="{F5C2D48E-4392-624B-B7FE-4C89A1D87AB0}" dt="2025-05-25T05:40:54.968" v="327" actId="478"/>
          <ac:cxnSpMkLst>
            <pc:docMk/>
            <pc:sldMk cId="723835855" sldId="2763"/>
            <ac:cxnSpMk id="40" creationId="{C49C1B19-98C3-7E7A-66CE-CBFD7A64F2F9}"/>
          </ac:cxnSpMkLst>
        </pc:cxnChg>
      </pc:sldChg>
      <pc:sldChg chg="addSp modSp add mod">
        <pc:chgData name="Xin Luo" userId="82312ee5779919a4" providerId="LiveId" clId="{F5C2D48E-4392-624B-B7FE-4C89A1D87AB0}" dt="2025-05-25T09:37:25.692" v="1619" actId="1076"/>
        <pc:sldMkLst>
          <pc:docMk/>
          <pc:sldMk cId="79226244" sldId="2764"/>
        </pc:sldMkLst>
        <pc:spChg chg="mod">
          <ac:chgData name="Xin Luo" userId="82312ee5779919a4" providerId="LiveId" clId="{F5C2D48E-4392-624B-B7FE-4C89A1D87AB0}" dt="2025-05-25T09:02:12.408" v="1212" actId="21"/>
          <ac:spMkLst>
            <pc:docMk/>
            <pc:sldMk cId="79226244" sldId="2764"/>
            <ac:spMk id="2" creationId="{26E7FE04-ED10-AD28-7E79-0FFF219A8228}"/>
          </ac:spMkLst>
        </pc:spChg>
        <pc:spChg chg="add mod">
          <ac:chgData name="Xin Luo" userId="82312ee5779919a4" providerId="LiveId" clId="{F5C2D48E-4392-624B-B7FE-4C89A1D87AB0}" dt="2025-05-25T09:20:44.835" v="1250" actId="1076"/>
          <ac:spMkLst>
            <pc:docMk/>
            <pc:sldMk cId="79226244" sldId="2764"/>
            <ac:spMk id="8" creationId="{CE50B879-C39F-CE80-A983-BB2720366799}"/>
          </ac:spMkLst>
        </pc:spChg>
        <pc:spChg chg="add mod">
          <ac:chgData name="Xin Luo" userId="82312ee5779919a4" providerId="LiveId" clId="{F5C2D48E-4392-624B-B7FE-4C89A1D87AB0}" dt="2025-05-25T09:20:44.835" v="1250" actId="1076"/>
          <ac:spMkLst>
            <pc:docMk/>
            <pc:sldMk cId="79226244" sldId="2764"/>
            <ac:spMk id="9" creationId="{D18F394F-DDD4-6C97-0D0E-1D1DB3DD3A5B}"/>
          </ac:spMkLst>
        </pc:spChg>
        <pc:spChg chg="add mod">
          <ac:chgData name="Xin Luo" userId="82312ee5779919a4" providerId="LiveId" clId="{F5C2D48E-4392-624B-B7FE-4C89A1D87AB0}" dt="2025-05-25T09:21:04.675" v="1270" actId="14100"/>
          <ac:spMkLst>
            <pc:docMk/>
            <pc:sldMk cId="79226244" sldId="2764"/>
            <ac:spMk id="13" creationId="{0AB4425C-04AB-C511-10CB-7F7F2F90872F}"/>
          </ac:spMkLst>
        </pc:spChg>
        <pc:spChg chg="add mod">
          <ac:chgData name="Xin Luo" userId="82312ee5779919a4" providerId="LiveId" clId="{F5C2D48E-4392-624B-B7FE-4C89A1D87AB0}" dt="2025-05-25T09:19:54.894" v="1237" actId="14100"/>
          <ac:spMkLst>
            <pc:docMk/>
            <pc:sldMk cId="79226244" sldId="2764"/>
            <ac:spMk id="14" creationId="{383AE1B9-F195-4055-AF97-5F7058ABCEE5}"/>
          </ac:spMkLst>
        </pc:spChg>
        <pc:spChg chg="add mod">
          <ac:chgData name="Xin Luo" userId="82312ee5779919a4" providerId="LiveId" clId="{F5C2D48E-4392-624B-B7FE-4C89A1D87AB0}" dt="2025-05-25T09:20:10.815" v="1247" actId="20577"/>
          <ac:spMkLst>
            <pc:docMk/>
            <pc:sldMk cId="79226244" sldId="2764"/>
            <ac:spMk id="15" creationId="{5D43ABD5-5B57-8113-B38D-657948375C6F}"/>
          </ac:spMkLst>
        </pc:spChg>
        <pc:spChg chg="add mod">
          <ac:chgData name="Xin Luo" userId="82312ee5779919a4" providerId="LiveId" clId="{F5C2D48E-4392-624B-B7FE-4C89A1D87AB0}" dt="2025-05-25T09:37:17.756" v="1618" actId="1035"/>
          <ac:spMkLst>
            <pc:docMk/>
            <pc:sldMk cId="79226244" sldId="2764"/>
            <ac:spMk id="19" creationId="{F40432DF-FE1A-2F7C-86AB-8E010D261FE4}"/>
          </ac:spMkLst>
        </pc:spChg>
        <pc:picChg chg="add mod">
          <ac:chgData name="Xin Luo" userId="82312ee5779919a4" providerId="LiveId" clId="{F5C2D48E-4392-624B-B7FE-4C89A1D87AB0}" dt="2025-05-25T09:20:44.835" v="1250" actId="1076"/>
          <ac:picMkLst>
            <pc:docMk/>
            <pc:sldMk cId="79226244" sldId="2764"/>
            <ac:picMk id="5" creationId="{C4B97976-EB68-DC67-5DEC-7ABF98606051}"/>
          </ac:picMkLst>
        </pc:picChg>
        <pc:picChg chg="add mod">
          <ac:chgData name="Xin Luo" userId="82312ee5779919a4" providerId="LiveId" clId="{F5C2D48E-4392-624B-B7FE-4C89A1D87AB0}" dt="2025-05-25T09:20:46.981" v="1252" actId="1076"/>
          <ac:picMkLst>
            <pc:docMk/>
            <pc:sldMk cId="79226244" sldId="2764"/>
            <ac:picMk id="7" creationId="{607894F7-E1BB-7627-C4FB-1F4608512224}"/>
          </ac:picMkLst>
        </pc:picChg>
        <pc:picChg chg="add mod">
          <ac:chgData name="Xin Luo" userId="82312ee5779919a4" providerId="LiveId" clId="{F5C2D48E-4392-624B-B7FE-4C89A1D87AB0}" dt="2025-05-25T09:37:25.692" v="1619" actId="1076"/>
          <ac:picMkLst>
            <pc:docMk/>
            <pc:sldMk cId="79226244" sldId="2764"/>
            <ac:picMk id="11" creationId="{46EB6E5A-85F0-9346-6E60-F50B6AB697A8}"/>
          </ac:picMkLst>
        </pc:picChg>
        <pc:picChg chg="add mod">
          <ac:chgData name="Xin Luo" userId="82312ee5779919a4" providerId="LiveId" clId="{F5C2D48E-4392-624B-B7FE-4C89A1D87AB0}" dt="2025-05-25T09:20:45.481" v="1251" actId="27614"/>
          <ac:picMkLst>
            <pc:docMk/>
            <pc:sldMk cId="79226244" sldId="2764"/>
            <ac:picMk id="17" creationId="{2BFD923F-620B-CC75-A34B-8043277DF373}"/>
          </ac:picMkLst>
        </pc:picChg>
      </pc:sldChg>
      <pc:sldChg chg="addSp delSp modSp add mod">
        <pc:chgData name="Xin Luo" userId="82312ee5779919a4" providerId="LiveId" clId="{F5C2D48E-4392-624B-B7FE-4C89A1D87AB0}" dt="2025-05-25T09:21:46.610" v="1271" actId="1076"/>
        <pc:sldMkLst>
          <pc:docMk/>
          <pc:sldMk cId="4051555128" sldId="2765"/>
        </pc:sldMkLst>
        <pc:spChg chg="mod">
          <ac:chgData name="Xin Luo" userId="82312ee5779919a4" providerId="LiveId" clId="{F5C2D48E-4392-624B-B7FE-4C89A1D87AB0}" dt="2025-05-25T05:54:34.172" v="562" actId="20577"/>
          <ac:spMkLst>
            <pc:docMk/>
            <pc:sldMk cId="4051555128" sldId="2765"/>
            <ac:spMk id="2" creationId="{5ED012DB-8942-8839-D497-3485DD138C48}"/>
          </ac:spMkLst>
        </pc:spChg>
        <pc:spChg chg="add mod">
          <ac:chgData name="Xin Luo" userId="82312ee5779919a4" providerId="LiveId" clId="{F5C2D48E-4392-624B-B7FE-4C89A1D87AB0}" dt="2025-05-25T09:21:46.610" v="1271" actId="1076"/>
          <ac:spMkLst>
            <pc:docMk/>
            <pc:sldMk cId="4051555128" sldId="2765"/>
            <ac:spMk id="6" creationId="{F2B66AF0-5876-C132-0855-94A67F7109F4}"/>
          </ac:spMkLst>
        </pc:spChg>
        <pc:spChg chg="del">
          <ac:chgData name="Xin Luo" userId="82312ee5779919a4" providerId="LiveId" clId="{F5C2D48E-4392-624B-B7FE-4C89A1D87AB0}" dt="2025-05-25T05:54:50.815" v="565" actId="478"/>
          <ac:spMkLst>
            <pc:docMk/>
            <pc:sldMk cId="4051555128" sldId="2765"/>
            <ac:spMk id="8" creationId="{C638D974-066B-E252-19B8-5D66C38C5D06}"/>
          </ac:spMkLst>
        </pc:spChg>
        <pc:spChg chg="del">
          <ac:chgData name="Xin Luo" userId="82312ee5779919a4" providerId="LiveId" clId="{F5C2D48E-4392-624B-B7FE-4C89A1D87AB0}" dt="2025-05-25T05:54:50.815" v="565" actId="478"/>
          <ac:spMkLst>
            <pc:docMk/>
            <pc:sldMk cId="4051555128" sldId="2765"/>
            <ac:spMk id="9" creationId="{EB15FCB8-CD2D-0A0D-5ED1-B4C3B82D0D3F}"/>
          </ac:spMkLst>
        </pc:spChg>
        <pc:picChg chg="del">
          <ac:chgData name="Xin Luo" userId="82312ee5779919a4" providerId="LiveId" clId="{F5C2D48E-4392-624B-B7FE-4C89A1D87AB0}" dt="2025-05-25T05:54:46.902" v="563" actId="478"/>
          <ac:picMkLst>
            <pc:docMk/>
            <pc:sldMk cId="4051555128" sldId="2765"/>
            <ac:picMk id="5" creationId="{A45A7C82-3593-AFBE-47AB-1044B789B768}"/>
          </ac:picMkLst>
        </pc:picChg>
        <pc:picChg chg="del">
          <ac:chgData name="Xin Luo" userId="82312ee5779919a4" providerId="LiveId" clId="{F5C2D48E-4392-624B-B7FE-4C89A1D87AB0}" dt="2025-05-25T05:54:47.603" v="564" actId="478"/>
          <ac:picMkLst>
            <pc:docMk/>
            <pc:sldMk cId="4051555128" sldId="2765"/>
            <ac:picMk id="7" creationId="{C7D0980B-C85B-36BF-F4A4-85968C3CFF40}"/>
          </ac:picMkLst>
        </pc:picChg>
      </pc:sldChg>
      <pc:sldChg chg="addSp delSp modSp add mod">
        <pc:chgData name="Xin Luo" userId="82312ee5779919a4" providerId="LiveId" clId="{F5C2D48E-4392-624B-B7FE-4C89A1D87AB0}" dt="2025-05-25T06:07:56.751" v="876" actId="14100"/>
        <pc:sldMkLst>
          <pc:docMk/>
          <pc:sldMk cId="3164559666" sldId="2766"/>
        </pc:sldMkLst>
        <pc:spChg chg="mod">
          <ac:chgData name="Xin Luo" userId="82312ee5779919a4" providerId="LiveId" clId="{F5C2D48E-4392-624B-B7FE-4C89A1D87AB0}" dt="2025-05-25T06:05:48.702" v="866" actId="20577"/>
          <ac:spMkLst>
            <pc:docMk/>
            <pc:sldMk cId="3164559666" sldId="2766"/>
            <ac:spMk id="2" creationId="{E6ACC44B-2985-3CB9-03D7-98BEB254FA18}"/>
          </ac:spMkLst>
        </pc:spChg>
        <pc:spChg chg="add mod">
          <ac:chgData name="Xin Luo" userId="82312ee5779919a4" providerId="LiveId" clId="{F5C2D48E-4392-624B-B7FE-4C89A1D87AB0}" dt="2025-05-25T06:06:05.030" v="873" actId="1076"/>
          <ac:spMkLst>
            <pc:docMk/>
            <pc:sldMk cId="3164559666" sldId="2766"/>
            <ac:spMk id="5" creationId="{B9AA8721-8AB0-FD63-C515-B41BF6589657}"/>
          </ac:spMkLst>
        </pc:spChg>
        <pc:spChg chg="del">
          <ac:chgData name="Xin Luo" userId="82312ee5779919a4" providerId="LiveId" clId="{F5C2D48E-4392-624B-B7FE-4C89A1D87AB0}" dt="2025-05-25T06:05:31.249" v="860" actId="478"/>
          <ac:spMkLst>
            <pc:docMk/>
            <pc:sldMk cId="3164559666" sldId="2766"/>
            <ac:spMk id="14" creationId="{6621A068-020E-383A-5A85-24C4C5233E5F}"/>
          </ac:spMkLst>
        </pc:spChg>
        <pc:spChg chg="del">
          <ac:chgData name="Xin Luo" userId="82312ee5779919a4" providerId="LiveId" clId="{F5C2D48E-4392-624B-B7FE-4C89A1D87AB0}" dt="2025-05-25T06:05:06.281" v="820" actId="478"/>
          <ac:spMkLst>
            <pc:docMk/>
            <pc:sldMk cId="3164559666" sldId="2766"/>
            <ac:spMk id="17" creationId="{14902B58-3358-43D5-1740-DD749EB3A5D6}"/>
          </ac:spMkLst>
        </pc:spChg>
        <pc:spChg chg="del">
          <ac:chgData name="Xin Luo" userId="82312ee5779919a4" providerId="LiveId" clId="{F5C2D48E-4392-624B-B7FE-4C89A1D87AB0}" dt="2025-05-25T06:05:06.281" v="820" actId="478"/>
          <ac:spMkLst>
            <pc:docMk/>
            <pc:sldMk cId="3164559666" sldId="2766"/>
            <ac:spMk id="23" creationId="{A77B70A9-8728-12DC-03EE-0AD1FB230988}"/>
          </ac:spMkLst>
        </pc:spChg>
        <pc:picChg chg="add mod">
          <ac:chgData name="Xin Luo" userId="82312ee5779919a4" providerId="LiveId" clId="{F5C2D48E-4392-624B-B7FE-4C89A1D87AB0}" dt="2025-05-25T06:07:56.751" v="876" actId="14100"/>
          <ac:picMkLst>
            <pc:docMk/>
            <pc:sldMk cId="3164559666" sldId="2766"/>
            <ac:picMk id="7" creationId="{09D682C3-4C17-04B8-38EC-693846756B46}"/>
          </ac:picMkLst>
        </pc:picChg>
        <pc:picChg chg="del">
          <ac:chgData name="Xin Luo" userId="82312ee5779919a4" providerId="LiveId" clId="{F5C2D48E-4392-624B-B7FE-4C89A1D87AB0}" dt="2025-05-25T06:05:29.712" v="859" actId="478"/>
          <ac:picMkLst>
            <pc:docMk/>
            <pc:sldMk cId="3164559666" sldId="2766"/>
            <ac:picMk id="11" creationId="{F7485E45-1E08-E7DF-FF35-A90D565D2FC8}"/>
          </ac:picMkLst>
        </pc:picChg>
        <pc:picChg chg="del">
          <ac:chgData name="Xin Luo" userId="82312ee5779919a4" providerId="LiveId" clId="{F5C2D48E-4392-624B-B7FE-4C89A1D87AB0}" dt="2025-05-25T06:05:03.288" v="818" actId="478"/>
          <ac:picMkLst>
            <pc:docMk/>
            <pc:sldMk cId="3164559666" sldId="2766"/>
            <ac:picMk id="16" creationId="{3BBC37B8-C694-BC95-BD53-D04B76C6F4F9}"/>
          </ac:picMkLst>
        </pc:picChg>
        <pc:picChg chg="del">
          <ac:chgData name="Xin Luo" userId="82312ee5779919a4" providerId="LiveId" clId="{F5C2D48E-4392-624B-B7FE-4C89A1D87AB0}" dt="2025-05-25T06:05:06.281" v="820" actId="478"/>
          <ac:picMkLst>
            <pc:docMk/>
            <pc:sldMk cId="3164559666" sldId="2766"/>
            <ac:picMk id="19" creationId="{57E637FF-8077-ADC9-DB62-47EA366AF73E}"/>
          </ac:picMkLst>
        </pc:picChg>
        <pc:picChg chg="del">
          <ac:chgData name="Xin Luo" userId="82312ee5779919a4" providerId="LiveId" clId="{F5C2D48E-4392-624B-B7FE-4C89A1D87AB0}" dt="2025-05-25T06:05:03.901" v="819" actId="478"/>
          <ac:picMkLst>
            <pc:docMk/>
            <pc:sldMk cId="3164559666" sldId="2766"/>
            <ac:picMk id="21" creationId="{437B1991-0E54-9E66-D20E-599093FF8154}"/>
          </ac:picMkLst>
        </pc:picChg>
      </pc:sldChg>
      <pc:sldChg chg="addSp delSp modSp add mod">
        <pc:chgData name="Xin Luo" userId="82312ee5779919a4" providerId="LiveId" clId="{F5C2D48E-4392-624B-B7FE-4C89A1D87AB0}" dt="2025-05-25T09:28:23.639" v="1452" actId="1036"/>
        <pc:sldMkLst>
          <pc:docMk/>
          <pc:sldMk cId="4247154155" sldId="2767"/>
        </pc:sldMkLst>
        <pc:spChg chg="mod">
          <ac:chgData name="Xin Luo" userId="82312ee5779919a4" providerId="LiveId" clId="{F5C2D48E-4392-624B-B7FE-4C89A1D87AB0}" dt="2025-05-25T08:44:19.575" v="895" actId="20577"/>
          <ac:spMkLst>
            <pc:docMk/>
            <pc:sldMk cId="4247154155" sldId="2767"/>
            <ac:spMk id="2" creationId="{78174917-5D93-3CA2-B20E-18CBCBBD1C3C}"/>
          </ac:spMkLst>
        </pc:spChg>
        <pc:spChg chg="mod">
          <ac:chgData name="Xin Luo" userId="82312ee5779919a4" providerId="LiveId" clId="{F5C2D48E-4392-624B-B7FE-4C89A1D87AB0}" dt="2025-05-25T08:45:00.237" v="902" actId="14100"/>
          <ac:spMkLst>
            <pc:docMk/>
            <pc:sldMk cId="4247154155" sldId="2767"/>
            <ac:spMk id="5" creationId="{F9E5267F-B4B4-DFAA-C864-2D3D76FB5FB1}"/>
          </ac:spMkLst>
        </pc:spChg>
        <pc:spChg chg="add mod">
          <ac:chgData name="Xin Luo" userId="82312ee5779919a4" providerId="LiveId" clId="{F5C2D48E-4392-624B-B7FE-4C89A1D87AB0}" dt="2025-05-25T09:28:21.178" v="1447" actId="1076"/>
          <ac:spMkLst>
            <pc:docMk/>
            <pc:sldMk cId="4247154155" sldId="2767"/>
            <ac:spMk id="8" creationId="{73960FA1-F1DC-D891-8E2A-86EB801665ED}"/>
          </ac:spMkLst>
        </pc:spChg>
        <pc:picChg chg="add mod">
          <ac:chgData name="Xin Luo" userId="82312ee5779919a4" providerId="LiveId" clId="{F5C2D48E-4392-624B-B7FE-4C89A1D87AB0}" dt="2025-05-25T09:28:23.639" v="1452" actId="1036"/>
          <ac:picMkLst>
            <pc:docMk/>
            <pc:sldMk cId="4247154155" sldId="2767"/>
            <ac:picMk id="6" creationId="{D76E0D47-03BB-5D1B-6787-732A8B9CEB74}"/>
          </ac:picMkLst>
        </pc:picChg>
        <pc:picChg chg="del">
          <ac:chgData name="Xin Luo" userId="82312ee5779919a4" providerId="LiveId" clId="{F5C2D48E-4392-624B-B7FE-4C89A1D87AB0}" dt="2025-05-25T08:45:42.315" v="903" actId="478"/>
          <ac:picMkLst>
            <pc:docMk/>
            <pc:sldMk cId="4247154155" sldId="2767"/>
            <ac:picMk id="7" creationId="{DA08DDF8-D2EF-F116-91EE-1312F7353057}"/>
          </ac:picMkLst>
        </pc:picChg>
      </pc:sldChg>
      <pc:sldChg chg="addSp delSp modSp add mod">
        <pc:chgData name="Xin Luo" userId="82312ee5779919a4" providerId="LiveId" clId="{F5C2D48E-4392-624B-B7FE-4C89A1D87AB0}" dt="2025-05-25T09:31:08.338" v="1519" actId="27614"/>
        <pc:sldMkLst>
          <pc:docMk/>
          <pc:sldMk cId="1524494882" sldId="2768"/>
        </pc:sldMkLst>
        <pc:spChg chg="mod">
          <ac:chgData name="Xin Luo" userId="82312ee5779919a4" providerId="LiveId" clId="{F5C2D48E-4392-624B-B7FE-4C89A1D87AB0}" dt="2025-05-25T09:28:53.665" v="1484" actId="20577"/>
          <ac:spMkLst>
            <pc:docMk/>
            <pc:sldMk cId="1524494882" sldId="2768"/>
            <ac:spMk id="2" creationId="{1468AB1A-DF7F-E4B7-1620-FAAA0AAC4645}"/>
          </ac:spMkLst>
        </pc:spChg>
        <pc:spChg chg="mod">
          <ac:chgData name="Xin Luo" userId="82312ee5779919a4" providerId="LiveId" clId="{F5C2D48E-4392-624B-B7FE-4C89A1D87AB0}" dt="2025-05-25T09:30:10.607" v="1515" actId="20577"/>
          <ac:spMkLst>
            <pc:docMk/>
            <pc:sldMk cId="1524494882" sldId="2768"/>
            <ac:spMk id="5" creationId="{50F101EB-393E-FE56-EB84-9C937140F7CE}"/>
          </ac:spMkLst>
        </pc:spChg>
        <pc:spChg chg="add del mod">
          <ac:chgData name="Xin Luo" userId="82312ee5779919a4" providerId="LiveId" clId="{F5C2D48E-4392-624B-B7FE-4C89A1D87AB0}" dt="2025-05-25T09:28:59.764" v="1487" actId="478"/>
          <ac:spMkLst>
            <pc:docMk/>
            <pc:sldMk cId="1524494882" sldId="2768"/>
            <ac:spMk id="8" creationId="{22AE9B1A-944D-AC07-D42D-E0096763783F}"/>
          </ac:spMkLst>
        </pc:spChg>
        <pc:picChg chg="del">
          <ac:chgData name="Xin Luo" userId="82312ee5779919a4" providerId="LiveId" clId="{F5C2D48E-4392-624B-B7FE-4C89A1D87AB0}" dt="2025-05-25T08:47:44.505" v="1002" actId="478"/>
          <ac:picMkLst>
            <pc:docMk/>
            <pc:sldMk cId="1524494882" sldId="2768"/>
            <ac:picMk id="6" creationId="{F1489C54-8C1C-8F88-9FE5-F10C7631C5B7}"/>
          </ac:picMkLst>
        </pc:picChg>
        <pc:picChg chg="add del mod">
          <ac:chgData name="Xin Luo" userId="82312ee5779919a4" providerId="LiveId" clId="{F5C2D48E-4392-624B-B7FE-4C89A1D87AB0}" dt="2025-05-25T09:28:58.779" v="1486" actId="478"/>
          <ac:picMkLst>
            <pc:docMk/>
            <pc:sldMk cId="1524494882" sldId="2768"/>
            <ac:picMk id="7" creationId="{0706C582-8633-E3B9-65D7-F32B0014AA4C}"/>
          </ac:picMkLst>
        </pc:picChg>
        <pc:picChg chg="add del mod">
          <ac:chgData name="Xin Luo" userId="82312ee5779919a4" providerId="LiveId" clId="{F5C2D48E-4392-624B-B7FE-4C89A1D87AB0}" dt="2025-05-25T09:28:57.014" v="1485" actId="478"/>
          <ac:picMkLst>
            <pc:docMk/>
            <pc:sldMk cId="1524494882" sldId="2768"/>
            <ac:picMk id="10" creationId="{B6BD6D0F-3420-E96B-D6D4-61470E5262AE}"/>
          </ac:picMkLst>
        </pc:picChg>
        <pc:picChg chg="add mod">
          <ac:chgData name="Xin Luo" userId="82312ee5779919a4" providerId="LiveId" clId="{F5C2D48E-4392-624B-B7FE-4C89A1D87AB0}" dt="2025-05-25T08:50:23.029" v="1043"/>
          <ac:picMkLst>
            <pc:docMk/>
            <pc:sldMk cId="1524494882" sldId="2768"/>
            <ac:picMk id="12" creationId="{2ADB60C8-892C-99D4-1901-EA9C15584A0D}"/>
          </ac:picMkLst>
        </pc:picChg>
        <pc:picChg chg="add mod">
          <ac:chgData name="Xin Luo" userId="82312ee5779919a4" providerId="LiveId" clId="{F5C2D48E-4392-624B-B7FE-4C89A1D87AB0}" dt="2025-05-25T09:31:08.338" v="1519" actId="27614"/>
          <ac:picMkLst>
            <pc:docMk/>
            <pc:sldMk cId="1524494882" sldId="2768"/>
            <ac:picMk id="14" creationId="{AD74C925-160E-1095-20E9-53151E6830E5}"/>
          </ac:picMkLst>
        </pc:picChg>
      </pc:sldChg>
      <pc:sldChg chg="addSp delSp modSp add mod">
        <pc:chgData name="Xin Luo" userId="82312ee5779919a4" providerId="LiveId" clId="{F5C2D48E-4392-624B-B7FE-4C89A1D87AB0}" dt="2025-05-25T08:54:47.697" v="1203" actId="1076"/>
        <pc:sldMkLst>
          <pc:docMk/>
          <pc:sldMk cId="3902283813" sldId="2769"/>
        </pc:sldMkLst>
        <pc:spChg chg="mod">
          <ac:chgData name="Xin Luo" userId="82312ee5779919a4" providerId="LiveId" clId="{F5C2D48E-4392-624B-B7FE-4C89A1D87AB0}" dt="2025-05-25T08:50:34.397" v="1060" actId="20577"/>
          <ac:spMkLst>
            <pc:docMk/>
            <pc:sldMk cId="3902283813" sldId="2769"/>
            <ac:spMk id="2" creationId="{84C78015-0E7D-654C-0B58-247C85D66E8D}"/>
          </ac:spMkLst>
        </pc:spChg>
        <pc:spChg chg="mod">
          <ac:chgData name="Xin Luo" userId="82312ee5779919a4" providerId="LiveId" clId="{F5C2D48E-4392-624B-B7FE-4C89A1D87AB0}" dt="2025-05-25T08:54:39.265" v="1200" actId="1035"/>
          <ac:spMkLst>
            <pc:docMk/>
            <pc:sldMk cId="3902283813" sldId="2769"/>
            <ac:spMk id="5" creationId="{88CBD4A2-17CE-0B15-E6D8-9C777704BF68}"/>
          </ac:spMkLst>
        </pc:spChg>
        <pc:spChg chg="del">
          <ac:chgData name="Xin Luo" userId="82312ee5779919a4" providerId="LiveId" clId="{F5C2D48E-4392-624B-B7FE-4C89A1D87AB0}" dt="2025-05-25T08:50:54.775" v="1098" actId="478"/>
          <ac:spMkLst>
            <pc:docMk/>
            <pc:sldMk cId="3902283813" sldId="2769"/>
            <ac:spMk id="8" creationId="{0F46FF98-4332-DAE7-2EF5-48758A1C1FE3}"/>
          </ac:spMkLst>
        </pc:spChg>
        <pc:spChg chg="add mod">
          <ac:chgData name="Xin Luo" userId="82312ee5779919a4" providerId="LiveId" clId="{F5C2D48E-4392-624B-B7FE-4C89A1D87AB0}" dt="2025-05-25T08:54:47.697" v="1203" actId="1076"/>
          <ac:spMkLst>
            <pc:docMk/>
            <pc:sldMk cId="3902283813" sldId="2769"/>
            <ac:spMk id="9" creationId="{D513AA3F-0385-D013-13AD-1D0FB8D9B70A}"/>
          </ac:spMkLst>
        </pc:spChg>
        <pc:spChg chg="add mod">
          <ac:chgData name="Xin Luo" userId="82312ee5779919a4" providerId="LiveId" clId="{F5C2D48E-4392-624B-B7FE-4C89A1D87AB0}" dt="2025-05-25T08:54:39.265" v="1200" actId="1035"/>
          <ac:spMkLst>
            <pc:docMk/>
            <pc:sldMk cId="3902283813" sldId="2769"/>
            <ac:spMk id="13" creationId="{79BD1779-1247-FF78-7205-4B19381D21C2}"/>
          </ac:spMkLst>
        </pc:spChg>
        <pc:picChg chg="add mod">
          <ac:chgData name="Xin Luo" userId="82312ee5779919a4" providerId="LiveId" clId="{F5C2D48E-4392-624B-B7FE-4C89A1D87AB0}" dt="2025-05-25T08:54:39.265" v="1200" actId="1035"/>
          <ac:picMkLst>
            <pc:docMk/>
            <pc:sldMk cId="3902283813" sldId="2769"/>
            <ac:picMk id="6" creationId="{1D4765C1-C7D2-6B77-B5F2-AD3408B81C51}"/>
          </ac:picMkLst>
        </pc:picChg>
        <pc:picChg chg="del">
          <ac:chgData name="Xin Luo" userId="82312ee5779919a4" providerId="LiveId" clId="{F5C2D48E-4392-624B-B7FE-4C89A1D87AB0}" dt="2025-05-25T08:50:50.934" v="1097" actId="478"/>
          <ac:picMkLst>
            <pc:docMk/>
            <pc:sldMk cId="3902283813" sldId="2769"/>
            <ac:picMk id="7" creationId="{447B3182-7E10-1A11-19FE-6CE9ABA256D9}"/>
          </ac:picMkLst>
        </pc:picChg>
        <pc:picChg chg="del">
          <ac:chgData name="Xin Luo" userId="82312ee5779919a4" providerId="LiveId" clId="{F5C2D48E-4392-624B-B7FE-4C89A1D87AB0}" dt="2025-05-25T08:50:50.934" v="1097" actId="478"/>
          <ac:picMkLst>
            <pc:docMk/>
            <pc:sldMk cId="3902283813" sldId="2769"/>
            <ac:picMk id="10" creationId="{BAF3879B-BD10-459D-98CB-64E03D443CA9}"/>
          </ac:picMkLst>
        </pc:picChg>
        <pc:picChg chg="add mod">
          <ac:chgData name="Xin Luo" userId="82312ee5779919a4" providerId="LiveId" clId="{F5C2D48E-4392-624B-B7FE-4C89A1D87AB0}" dt="2025-05-25T08:54:45.427" v="1202" actId="14100"/>
          <ac:picMkLst>
            <pc:docMk/>
            <pc:sldMk cId="3902283813" sldId="2769"/>
            <ac:picMk id="12" creationId="{B3CF1D18-0AAB-D188-EA4F-4D3662AAFA59}"/>
          </ac:picMkLst>
        </pc:picChg>
        <pc:picChg chg="add mod">
          <ac:chgData name="Xin Luo" userId="82312ee5779919a4" providerId="LiveId" clId="{F5C2D48E-4392-624B-B7FE-4C89A1D87AB0}" dt="2025-05-25T08:54:39.265" v="1200" actId="1035"/>
          <ac:picMkLst>
            <pc:docMk/>
            <pc:sldMk cId="3902283813" sldId="2769"/>
            <ac:picMk id="15" creationId="{5570B240-4AD9-03E9-01BE-0EC4AAD4D06C}"/>
          </ac:picMkLst>
        </pc:picChg>
      </pc:sldChg>
      <pc:sldChg chg="addSp delSp modSp add mod">
        <pc:chgData name="Xin Luo" userId="82312ee5779919a4" providerId="LiveId" clId="{F5C2D48E-4392-624B-B7FE-4C89A1D87AB0}" dt="2025-05-25T09:26:38.401" v="1405" actId="113"/>
        <pc:sldMkLst>
          <pc:docMk/>
          <pc:sldMk cId="3835729153" sldId="2770"/>
        </pc:sldMkLst>
        <pc:spChg chg="del">
          <ac:chgData name="Xin Luo" userId="82312ee5779919a4" providerId="LiveId" clId="{F5C2D48E-4392-624B-B7FE-4C89A1D87AB0}" dt="2025-05-25T09:24:44.109" v="1309" actId="478"/>
          <ac:spMkLst>
            <pc:docMk/>
            <pc:sldMk cId="3835729153" sldId="2770"/>
            <ac:spMk id="2" creationId="{65394BC4-C6F1-B4A5-669C-CEAB90833AFD}"/>
          </ac:spMkLst>
        </pc:spChg>
        <pc:spChg chg="add mod">
          <ac:chgData name="Xin Luo" userId="82312ee5779919a4" providerId="LiveId" clId="{F5C2D48E-4392-624B-B7FE-4C89A1D87AB0}" dt="2025-05-25T09:25:47.949" v="1357" actId="1036"/>
          <ac:spMkLst>
            <pc:docMk/>
            <pc:sldMk cId="3835729153" sldId="2770"/>
            <ac:spMk id="5" creationId="{7A0EFF5A-AB15-E3BA-F41B-DD427939B6E7}"/>
          </ac:spMkLst>
        </pc:spChg>
        <pc:spChg chg="del">
          <ac:chgData name="Xin Luo" userId="82312ee5779919a4" providerId="LiveId" clId="{F5C2D48E-4392-624B-B7FE-4C89A1D87AB0}" dt="2025-05-25T09:24:41.718" v="1308" actId="478"/>
          <ac:spMkLst>
            <pc:docMk/>
            <pc:sldMk cId="3835729153" sldId="2770"/>
            <ac:spMk id="14" creationId="{E6C4783A-CF21-D7B8-5CC2-009E19CB55D3}"/>
          </ac:spMkLst>
        </pc:spChg>
        <pc:spChg chg="mod">
          <ac:chgData name="Xin Luo" userId="82312ee5779919a4" providerId="LiveId" clId="{F5C2D48E-4392-624B-B7FE-4C89A1D87AB0}" dt="2025-05-25T09:26:38.401" v="1405" actId="113"/>
          <ac:spMkLst>
            <pc:docMk/>
            <pc:sldMk cId="3835729153" sldId="2770"/>
            <ac:spMk id="17" creationId="{8237E2BA-E811-2F56-DC70-823F1A953D39}"/>
          </ac:spMkLst>
        </pc:spChg>
        <pc:spChg chg="mod">
          <ac:chgData name="Xin Luo" userId="82312ee5779919a4" providerId="LiveId" clId="{F5C2D48E-4392-624B-B7FE-4C89A1D87AB0}" dt="2025-05-25T09:25:47.949" v="1357" actId="1036"/>
          <ac:spMkLst>
            <pc:docMk/>
            <pc:sldMk cId="3835729153" sldId="2770"/>
            <ac:spMk id="23" creationId="{690F9F59-11B1-3DDA-C932-5ABCE8E3B426}"/>
          </ac:spMkLst>
        </pc:spChg>
        <pc:picChg chg="del">
          <ac:chgData name="Xin Luo" userId="82312ee5779919a4" providerId="LiveId" clId="{F5C2D48E-4392-624B-B7FE-4C89A1D87AB0}" dt="2025-05-25T09:24:41.718" v="1308" actId="478"/>
          <ac:picMkLst>
            <pc:docMk/>
            <pc:sldMk cId="3835729153" sldId="2770"/>
            <ac:picMk id="11" creationId="{2FF2DBB5-1AFD-326A-70C4-A944DDA1D9F2}"/>
          </ac:picMkLst>
        </pc:picChg>
        <pc:picChg chg="del">
          <ac:chgData name="Xin Luo" userId="82312ee5779919a4" providerId="LiveId" clId="{F5C2D48E-4392-624B-B7FE-4C89A1D87AB0}" dt="2025-05-25T09:24:41.718" v="1308" actId="478"/>
          <ac:picMkLst>
            <pc:docMk/>
            <pc:sldMk cId="3835729153" sldId="2770"/>
            <ac:picMk id="16" creationId="{43ADEA4B-87AB-B486-A4C3-722BE692058C}"/>
          </ac:picMkLst>
        </pc:picChg>
        <pc:picChg chg="mod">
          <ac:chgData name="Xin Luo" userId="82312ee5779919a4" providerId="LiveId" clId="{F5C2D48E-4392-624B-B7FE-4C89A1D87AB0}" dt="2025-05-25T09:25:47.949" v="1357" actId="1036"/>
          <ac:picMkLst>
            <pc:docMk/>
            <pc:sldMk cId="3835729153" sldId="2770"/>
            <ac:picMk id="19" creationId="{0B6D64A1-7D44-00F7-0F0C-02506712C397}"/>
          </ac:picMkLst>
        </pc:picChg>
        <pc:picChg chg="mod">
          <ac:chgData name="Xin Luo" userId="82312ee5779919a4" providerId="LiveId" clId="{F5C2D48E-4392-624B-B7FE-4C89A1D87AB0}" dt="2025-05-25T09:25:47.949" v="1357" actId="1036"/>
          <ac:picMkLst>
            <pc:docMk/>
            <pc:sldMk cId="3835729153" sldId="2770"/>
            <ac:picMk id="21" creationId="{59B8B295-E4F9-3D24-3280-6169F168DDE0}"/>
          </ac:picMkLst>
        </pc:picChg>
      </pc:sldChg>
      <pc:sldChg chg="addSp delSp modSp add mod">
        <pc:chgData name="Xin Luo" userId="82312ee5779919a4" providerId="LiveId" clId="{F5C2D48E-4392-624B-B7FE-4C89A1D87AB0}" dt="2025-05-25T09:34:33.964" v="1601" actId="27614"/>
        <pc:sldMkLst>
          <pc:docMk/>
          <pc:sldMk cId="1977184621" sldId="2771"/>
        </pc:sldMkLst>
        <pc:spChg chg="mod">
          <ac:chgData name="Xin Luo" userId="82312ee5779919a4" providerId="LiveId" clId="{F5C2D48E-4392-624B-B7FE-4C89A1D87AB0}" dt="2025-05-25T09:33:57.944" v="1597" actId="113"/>
          <ac:spMkLst>
            <pc:docMk/>
            <pc:sldMk cId="1977184621" sldId="2771"/>
            <ac:spMk id="5" creationId="{C8DB5932-470B-681C-10BF-660ADE8ECD54}"/>
          </ac:spMkLst>
        </pc:spChg>
        <pc:spChg chg="mod">
          <ac:chgData name="Xin Luo" userId="82312ee5779919a4" providerId="LiveId" clId="{F5C2D48E-4392-624B-B7FE-4C89A1D87AB0}" dt="2025-05-25T09:33:55.246" v="1596" actId="113"/>
          <ac:spMkLst>
            <pc:docMk/>
            <pc:sldMk cId="1977184621" sldId="2771"/>
            <ac:spMk id="8" creationId="{A91E7D1C-C66E-E713-7E46-AD4957E71339}"/>
          </ac:spMkLst>
        </pc:spChg>
        <pc:picChg chg="add mod">
          <ac:chgData name="Xin Luo" userId="82312ee5779919a4" providerId="LiveId" clId="{F5C2D48E-4392-624B-B7FE-4C89A1D87AB0}" dt="2025-05-25T09:34:33.964" v="1601" actId="27614"/>
          <ac:picMkLst>
            <pc:docMk/>
            <pc:sldMk cId="1977184621" sldId="2771"/>
            <ac:picMk id="6" creationId="{4C286593-6294-977A-B5D1-B45431BDD231}"/>
          </ac:picMkLst>
        </pc:picChg>
        <pc:picChg chg="del">
          <ac:chgData name="Xin Luo" userId="82312ee5779919a4" providerId="LiveId" clId="{F5C2D48E-4392-624B-B7FE-4C89A1D87AB0}" dt="2025-05-25T09:34:25.530" v="1598" actId="478"/>
          <ac:picMkLst>
            <pc:docMk/>
            <pc:sldMk cId="1977184621" sldId="2771"/>
            <ac:picMk id="10" creationId="{1728E37A-94DE-7106-0B76-9DA03E6B142D}"/>
          </ac:picMkLst>
        </pc:picChg>
      </pc:sldChg>
    </pc:docChg>
  </pc:docChgLst>
  <pc:docChgLst>
    <pc:chgData name="Xin Luo" userId="82312ee5779919a4" providerId="LiveId" clId="{7C35D78A-E8DF-394E-816A-D2222F18F092}"/>
    <pc:docChg chg="delSld modSld">
      <pc:chgData name="Xin Luo" userId="82312ee5779919a4" providerId="LiveId" clId="{7C35D78A-E8DF-394E-816A-D2222F18F092}" dt="2022-11-28T03:56:42.353" v="21" actId="2696"/>
      <pc:docMkLst>
        <pc:docMk/>
      </pc:docMkLst>
      <pc:sldChg chg="del">
        <pc:chgData name="Xin Luo" userId="82312ee5779919a4" providerId="LiveId" clId="{7C35D78A-E8DF-394E-816A-D2222F18F092}" dt="2022-11-28T03:56:38.106" v="20" actId="2696"/>
        <pc:sldMkLst>
          <pc:docMk/>
          <pc:sldMk cId="0" sldId="279"/>
        </pc:sldMkLst>
      </pc:sldChg>
      <pc:sldChg chg="modSp mod">
        <pc:chgData name="Xin Luo" userId="82312ee5779919a4" providerId="LiveId" clId="{7C35D78A-E8DF-394E-816A-D2222F18F092}" dt="2022-11-28T03:56:03.446" v="17" actId="20577"/>
        <pc:sldMkLst>
          <pc:docMk/>
          <pc:sldMk cId="1153920038" sldId="2206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0" sldId="2501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689840772" sldId="2604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92274363" sldId="2606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2605530" sldId="2607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432126823" sldId="2608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780969545" sldId="2609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51738911" sldId="2610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504723508" sldId="2611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3705705" sldId="26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70817833" sldId="265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2261973024" sldId="2686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1836653143" sldId="2688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715274259" sldId="269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906920652" sldId="2694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58234131" sldId="2697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07602036" sldId="2700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69668922" sldId="2703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93600848" sldId="2705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2447019445" sldId="2706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37020054" sldId="2707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46628750" sldId="2708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770366385" sldId="2709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1259562490" sldId="271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73676958" sldId="2711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70267871" sldId="27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061658258" sldId="2713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358282757" sldId="2714"/>
        </pc:sldMkLst>
      </pc:sldChg>
    </pc:docChg>
  </pc:docChgLst>
  <pc:docChgLst>
    <pc:chgData name="Xin Luo" userId="82312ee5779919a4" providerId="LiveId" clId="{82BFAA31-791A-9843-976C-3AAFAA5AC07D}"/>
    <pc:docChg chg="undo custSel addSld delSld modSld">
      <pc:chgData name="Xin Luo" userId="82312ee5779919a4" providerId="LiveId" clId="{82BFAA31-791A-9843-976C-3AAFAA5AC07D}" dt="2023-03-05T13:50:34.172" v="6224" actId="1035"/>
      <pc:docMkLst>
        <pc:docMk/>
      </pc:docMkLst>
      <pc:sldChg chg="modSp mod">
        <pc:chgData name="Xin Luo" userId="82312ee5779919a4" providerId="LiveId" clId="{82BFAA31-791A-9843-976C-3AAFAA5AC07D}" dt="2023-03-04T01:58:49.501" v="2918" actId="20577"/>
        <pc:sldMkLst>
          <pc:docMk/>
          <pc:sldMk cId="4067577602" sldId="2605"/>
        </pc:sldMkLst>
      </pc:sldChg>
      <pc:sldChg chg="addSp delSp modSp mod">
        <pc:chgData name="Xin Luo" userId="82312ee5779919a4" providerId="LiveId" clId="{82BFAA31-791A-9843-976C-3AAFAA5AC07D}" dt="2023-03-04T03:17:04.154" v="3027" actId="20577"/>
        <pc:sldMkLst>
          <pc:docMk/>
          <pc:sldMk cId="3833073590" sldId="2716"/>
        </pc:sldMkLst>
      </pc:sldChg>
      <pc:sldChg chg="addSp delSp modSp mod">
        <pc:chgData name="Xin Luo" userId="82312ee5779919a4" providerId="LiveId" clId="{82BFAA31-791A-9843-976C-3AAFAA5AC07D}" dt="2023-02-24T08:50:06.402" v="585" actId="20577"/>
        <pc:sldMkLst>
          <pc:docMk/>
          <pc:sldMk cId="972163772" sldId="2720"/>
        </pc:sldMkLst>
      </pc:sldChg>
      <pc:sldChg chg="addSp delSp modSp mod">
        <pc:chgData name="Xin Luo" userId="82312ee5779919a4" providerId="LiveId" clId="{82BFAA31-791A-9843-976C-3AAFAA5AC07D}" dt="2023-02-24T13:00:34.955" v="2586" actId="1036"/>
        <pc:sldMkLst>
          <pc:docMk/>
          <pc:sldMk cId="2689695864" sldId="2721"/>
        </pc:sldMkLst>
      </pc:sldChg>
      <pc:sldChg chg="modSp add del mod">
        <pc:chgData name="Xin Luo" userId="82312ee5779919a4" providerId="LiveId" clId="{82BFAA31-791A-9843-976C-3AAFAA5AC07D}" dt="2023-03-05T13:50:34.172" v="6224" actId="1035"/>
        <pc:sldMkLst>
          <pc:docMk/>
          <pc:sldMk cId="1209572041" sldId="2722"/>
        </pc:sldMkLst>
      </pc:sldChg>
      <pc:sldChg chg="add del">
        <pc:chgData name="Xin Luo" userId="82312ee5779919a4" providerId="LiveId" clId="{82BFAA31-791A-9843-976C-3AAFAA5AC07D}" dt="2023-03-04T02:01:30.300" v="3010" actId="2696"/>
        <pc:sldMkLst>
          <pc:docMk/>
          <pc:sldMk cId="2179406886" sldId="2724"/>
        </pc:sldMkLst>
      </pc:sldChg>
      <pc:sldChg chg="addSp delSp modSp add mod">
        <pc:chgData name="Xin Luo" userId="82312ee5779919a4" providerId="LiveId" clId="{82BFAA31-791A-9843-976C-3AAFAA5AC07D}" dt="2023-03-04T03:20:48.887" v="3034" actId="1036"/>
        <pc:sldMkLst>
          <pc:docMk/>
          <pc:sldMk cId="4156684215" sldId="2738"/>
        </pc:sldMkLst>
      </pc:sldChg>
      <pc:sldChg chg="delSp modSp add mod">
        <pc:chgData name="Xin Luo" userId="82312ee5779919a4" providerId="LiveId" clId="{82BFAA31-791A-9843-976C-3AAFAA5AC07D}" dt="2023-03-04T03:45:03.441" v="3776" actId="21"/>
        <pc:sldMkLst>
          <pc:docMk/>
          <pc:sldMk cId="2776132283" sldId="2739"/>
        </pc:sldMkLst>
      </pc:sldChg>
      <pc:sldChg chg="delSp modSp add mod">
        <pc:chgData name="Xin Luo" userId="82312ee5779919a4" providerId="LiveId" clId="{82BFAA31-791A-9843-976C-3AAFAA5AC07D}" dt="2023-02-24T12:42:54.354" v="2196" actId="20577"/>
        <pc:sldMkLst>
          <pc:docMk/>
          <pc:sldMk cId="2510358707" sldId="2740"/>
        </pc:sldMkLst>
      </pc:sldChg>
      <pc:sldChg chg="add del">
        <pc:chgData name="Xin Luo" userId="82312ee5779919a4" providerId="LiveId" clId="{82BFAA31-791A-9843-976C-3AAFAA5AC07D}" dt="2023-02-24T12:26:24.988" v="1931"/>
        <pc:sldMkLst>
          <pc:docMk/>
          <pc:sldMk cId="2028886328" sldId="2741"/>
        </pc:sldMkLst>
      </pc:sldChg>
      <pc:sldChg chg="delSp modSp add mod">
        <pc:chgData name="Xin Luo" userId="82312ee5779919a4" providerId="LiveId" clId="{82BFAA31-791A-9843-976C-3AAFAA5AC07D}" dt="2023-03-04T15:50:04.739" v="6144" actId="1076"/>
        <pc:sldMkLst>
          <pc:docMk/>
          <pc:sldMk cId="2476237792" sldId="2741"/>
        </pc:sldMkLst>
      </pc:sldChg>
      <pc:sldChg chg="addSp delSp modSp add mod">
        <pc:chgData name="Xin Luo" userId="82312ee5779919a4" providerId="LiveId" clId="{82BFAA31-791A-9843-976C-3AAFAA5AC07D}" dt="2023-03-04T03:03:29.776" v="3020" actId="1036"/>
        <pc:sldMkLst>
          <pc:docMk/>
          <pc:sldMk cId="3151170836" sldId="2742"/>
        </pc:sldMkLst>
      </pc:sldChg>
      <pc:sldChg chg="addSp delSp modSp add mod">
        <pc:chgData name="Xin Luo" userId="82312ee5779919a4" providerId="LiveId" clId="{82BFAA31-791A-9843-976C-3AAFAA5AC07D}" dt="2023-03-04T03:37:26.975" v="3431" actId="1076"/>
        <pc:sldMkLst>
          <pc:docMk/>
          <pc:sldMk cId="4194482579" sldId="2743"/>
        </pc:sldMkLst>
      </pc:sldChg>
      <pc:sldChg chg="addSp delSp modSp add mod">
        <pc:chgData name="Xin Luo" userId="82312ee5779919a4" providerId="LiveId" clId="{82BFAA31-791A-9843-976C-3AAFAA5AC07D}" dt="2023-03-04T15:11:00.971" v="4794" actId="2711"/>
        <pc:sldMkLst>
          <pc:docMk/>
          <pc:sldMk cId="3883315984" sldId="2744"/>
        </pc:sldMkLst>
      </pc:sldChg>
      <pc:sldChg chg="modSp add mod">
        <pc:chgData name="Xin Luo" userId="82312ee5779919a4" providerId="LiveId" clId="{82BFAA31-791A-9843-976C-3AAFAA5AC07D}" dt="2023-03-04T15:21:58.766" v="5230" actId="1038"/>
        <pc:sldMkLst>
          <pc:docMk/>
          <pc:sldMk cId="3741103209" sldId="2745"/>
        </pc:sldMkLst>
      </pc:sldChg>
      <pc:sldChg chg="modSp add mod">
        <pc:chgData name="Xin Luo" userId="82312ee5779919a4" providerId="LiveId" clId="{82BFAA31-791A-9843-976C-3AAFAA5AC07D}" dt="2023-03-04T15:08:22.005" v="4615" actId="1035"/>
        <pc:sldMkLst>
          <pc:docMk/>
          <pc:sldMk cId="322086101" sldId="2746"/>
        </pc:sldMkLst>
      </pc:sldChg>
      <pc:sldChg chg="addSp modSp add mod">
        <pc:chgData name="Xin Luo" userId="82312ee5779919a4" providerId="LiveId" clId="{82BFAA31-791A-9843-976C-3AAFAA5AC07D}" dt="2023-03-04T15:26:46.366" v="5547" actId="1076"/>
        <pc:sldMkLst>
          <pc:docMk/>
          <pc:sldMk cId="2920839983" sldId="2747"/>
        </pc:sldMkLst>
      </pc:sldChg>
      <pc:sldChg chg="addSp delSp modSp add mod">
        <pc:chgData name="Xin Luo" userId="82312ee5779919a4" providerId="LiveId" clId="{82BFAA31-791A-9843-976C-3AAFAA5AC07D}" dt="2023-03-04T15:46:20.499" v="5952" actId="1582"/>
        <pc:sldMkLst>
          <pc:docMk/>
          <pc:sldMk cId="2081473989" sldId="2748"/>
        </pc:sldMkLst>
      </pc:sldChg>
      <pc:sldChg chg="addSp delSp modSp add mod">
        <pc:chgData name="Xin Luo" userId="82312ee5779919a4" providerId="LiveId" clId="{82BFAA31-791A-9843-976C-3AAFAA5AC07D}" dt="2023-03-04T15:48:59.888" v="6079" actId="1076"/>
        <pc:sldMkLst>
          <pc:docMk/>
          <pc:sldMk cId="1994915307" sldId="2749"/>
        </pc:sldMkLst>
      </pc:sldChg>
      <pc:sldChg chg="addSp delSp modSp add mod">
        <pc:chgData name="Xin Luo" userId="82312ee5779919a4" providerId="LiveId" clId="{82BFAA31-791A-9843-976C-3AAFAA5AC07D}" dt="2023-03-04T15:43:09.927" v="5903" actId="1035"/>
        <pc:sldMkLst>
          <pc:docMk/>
          <pc:sldMk cId="202264030" sldId="2750"/>
        </pc:sldMkLst>
      </pc:sldChg>
      <pc:sldChg chg="add del">
        <pc:chgData name="Xin Luo" userId="82312ee5779919a4" providerId="LiveId" clId="{82BFAA31-791A-9843-976C-3AAFAA5AC07D}" dt="2023-03-04T15:46:42.673" v="5956" actId="2696"/>
        <pc:sldMkLst>
          <pc:docMk/>
          <pc:sldMk cId="1628918360" sldId="2751"/>
        </pc:sldMkLst>
      </pc:sldChg>
    </pc:docChg>
  </pc:docChgLst>
  <pc:docChgLst>
    <pc:chgData name="Xin Luo" userId="82312ee5779919a4" providerId="LiveId" clId="{23920C8D-EBCE-A347-9C82-C14316D20539}"/>
    <pc:docChg chg="undo custSel addSld modSld">
      <pc:chgData name="Xin Luo" userId="82312ee5779919a4" providerId="LiveId" clId="{23920C8D-EBCE-A347-9C82-C14316D20539}" dt="2022-10-26T12:19:06.428" v="501" actId="767"/>
      <pc:docMkLst>
        <pc:docMk/>
      </pc:docMkLst>
      <pc:sldChg chg="modSp mod">
        <pc:chgData name="Xin Luo" userId="82312ee5779919a4" providerId="LiveId" clId="{23920C8D-EBCE-A347-9C82-C14316D20539}" dt="2022-10-10T01:06:29.261" v="368" actId="404"/>
        <pc:sldMkLst>
          <pc:docMk/>
          <pc:sldMk cId="1576120367" sldId="2387"/>
        </pc:sldMkLst>
      </pc:sldChg>
      <pc:sldChg chg="modSp mod">
        <pc:chgData name="Xin Luo" userId="82312ee5779919a4" providerId="LiveId" clId="{23920C8D-EBCE-A347-9C82-C14316D20539}" dt="2022-10-10T01:06:39.449" v="369" actId="403"/>
        <pc:sldMkLst>
          <pc:docMk/>
          <pc:sldMk cId="2415901206" sldId="2447"/>
        </pc:sldMkLst>
      </pc:sldChg>
      <pc:sldChg chg="addSp delSp modSp mod">
        <pc:chgData name="Xin Luo" userId="82312ee5779919a4" providerId="LiveId" clId="{23920C8D-EBCE-A347-9C82-C14316D20539}" dt="2022-10-26T11:18:20.490" v="500"/>
        <pc:sldMkLst>
          <pc:docMk/>
          <pc:sldMk cId="2689840772" sldId="2604"/>
        </pc:sldMkLst>
      </pc:sldChg>
      <pc:sldChg chg="modSp mod">
        <pc:chgData name="Xin Luo" userId="82312ee5779919a4" providerId="LiveId" clId="{23920C8D-EBCE-A347-9C82-C14316D20539}" dt="2022-10-25T11:53:23.523" v="402" actId="207"/>
        <pc:sldMkLst>
          <pc:docMk/>
          <pc:sldMk cId="1392274363" sldId="2606"/>
        </pc:sldMkLst>
      </pc:sldChg>
      <pc:sldChg chg="modSp mod">
        <pc:chgData name="Xin Luo" userId="82312ee5779919a4" providerId="LiveId" clId="{23920C8D-EBCE-A347-9C82-C14316D20539}" dt="2022-10-25T12:03:26.240" v="414" actId="14100"/>
        <pc:sldMkLst>
          <pc:docMk/>
          <pc:sldMk cId="292605530" sldId="2607"/>
        </pc:sldMkLst>
      </pc:sldChg>
      <pc:sldChg chg="modSp mod">
        <pc:chgData name="Xin Luo" userId="82312ee5779919a4" providerId="LiveId" clId="{23920C8D-EBCE-A347-9C82-C14316D20539}" dt="2022-10-25T12:09:03.730" v="478" actId="1036"/>
        <pc:sldMkLst>
          <pc:docMk/>
          <pc:sldMk cId="2780969545" sldId="2609"/>
        </pc:sldMkLst>
      </pc:sldChg>
      <pc:sldChg chg="modSp mod">
        <pc:chgData name="Xin Luo" userId="82312ee5779919a4" providerId="LiveId" clId="{23920C8D-EBCE-A347-9C82-C14316D20539}" dt="2022-10-26T02:56:58.658" v="480" actId="207"/>
        <pc:sldMkLst>
          <pc:docMk/>
          <pc:sldMk cId="63705705" sldId="2612"/>
        </pc:sldMkLst>
      </pc:sldChg>
      <pc:sldChg chg="addSp modSp">
        <pc:chgData name="Xin Luo" userId="82312ee5779919a4" providerId="LiveId" clId="{23920C8D-EBCE-A347-9C82-C14316D20539}" dt="2022-10-26T12:19:06.428" v="501" actId="767"/>
        <pc:sldMkLst>
          <pc:docMk/>
          <pc:sldMk cId="963926578" sldId="2613"/>
        </pc:sldMkLst>
      </pc:sldChg>
      <pc:sldChg chg="modSp add mod">
        <pc:chgData name="Xin Luo" userId="82312ee5779919a4" providerId="LiveId" clId="{23920C8D-EBCE-A347-9C82-C14316D20539}" dt="2022-10-10T01:06:02.902" v="365" actId="403"/>
        <pc:sldMkLst>
          <pc:docMk/>
          <pc:sldMk cId="2358282757" sldId="2714"/>
        </pc:sldMkLst>
      </pc:sldChg>
    </pc:docChg>
  </pc:docChgLst>
  <pc:docChgLst>
    <pc:chgData name="Xin Luo" userId="82312ee5779919a4" providerId="LiveId" clId="{A5D610E5-752B-7B4A-889B-D40C860DA0F0}"/>
    <pc:docChg chg="addSld delSld modSld">
      <pc:chgData name="Xin Luo" userId="82312ee5779919a4" providerId="LiveId" clId="{A5D610E5-752B-7B4A-889B-D40C860DA0F0}" dt="2025-05-08T15:18:36.457" v="210" actId="2696"/>
      <pc:docMkLst>
        <pc:docMk/>
      </pc:docMkLst>
      <pc:sldChg chg="modSp mod">
        <pc:chgData name="Xin Luo" userId="82312ee5779919a4" providerId="LiveId" clId="{A5D610E5-752B-7B4A-889B-D40C860DA0F0}" dt="2025-05-08T15:13:36.832" v="125" actId="20577"/>
        <pc:sldMkLst>
          <pc:docMk/>
          <pc:sldMk cId="1576120367" sldId="2387"/>
        </pc:sldMkLst>
        <pc:spChg chg="mod">
          <ac:chgData name="Xin Luo" userId="82312ee5779919a4" providerId="LiveId" clId="{A5D610E5-752B-7B4A-889B-D40C860DA0F0}" dt="2025-05-08T15:13:05.058" v="119" actId="20577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A5D610E5-752B-7B4A-889B-D40C860DA0F0}" dt="2025-05-08T15:12:58.461" v="107" actId="20577"/>
          <ac:spMkLst>
            <pc:docMk/>
            <pc:sldMk cId="1576120367" sldId="2387"/>
            <ac:spMk id="14" creationId="{00000000-0000-0000-0000-000000000000}"/>
          </ac:spMkLst>
        </pc:spChg>
      </pc:sldChg>
      <pc:sldChg chg="modSp mod">
        <pc:chgData name="Xin Luo" userId="82312ee5779919a4" providerId="LiveId" clId="{A5D610E5-752B-7B4A-889B-D40C860DA0F0}" dt="2025-05-08T15:14:31.896" v="150" actId="20577"/>
        <pc:sldMkLst>
          <pc:docMk/>
          <pc:sldMk cId="2415901206" sldId="2447"/>
        </pc:sldMkLst>
      </pc:sldChg>
      <pc:sldChg chg="modSp mod">
        <pc:chgData name="Xin Luo" userId="82312ee5779919a4" providerId="LiveId" clId="{A5D610E5-752B-7B4A-889B-D40C860DA0F0}" dt="2025-05-08T15:12:24.990" v="38" actId="20577"/>
        <pc:sldMkLst>
          <pc:docMk/>
          <pc:sldMk cId="1658607177" sldId="2708"/>
        </pc:sldMkLst>
        <pc:spChg chg="mod">
          <ac:chgData name="Xin Luo" userId="82312ee5779919a4" providerId="LiveId" clId="{A5D610E5-752B-7B4A-889B-D40C860DA0F0}" dt="2025-05-08T15:12:24.990" v="38" actId="2057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A5D610E5-752B-7B4A-889B-D40C860DA0F0}" dt="2025-05-08T15:12:20.641" v="34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modSp mod">
        <pc:chgData name="Xin Luo" userId="82312ee5779919a4" providerId="LiveId" clId="{A5D610E5-752B-7B4A-889B-D40C860DA0F0}" dt="2025-05-08T15:14:38.806" v="166" actId="20577"/>
        <pc:sldMkLst>
          <pc:docMk/>
          <pc:sldMk cId="481122590" sldId="2709"/>
        </pc:sldMkLst>
        <pc:spChg chg="mod">
          <ac:chgData name="Xin Luo" userId="82312ee5779919a4" providerId="LiveId" clId="{A5D610E5-752B-7B4A-889B-D40C860DA0F0}" dt="2025-05-08T15:14:38.806" v="166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del">
        <pc:chgData name="Xin Luo" userId="82312ee5779919a4" providerId="LiveId" clId="{A5D610E5-752B-7B4A-889B-D40C860DA0F0}" dt="2025-05-08T15:18:36.427" v="198" actId="2696"/>
        <pc:sldMkLst>
          <pc:docMk/>
          <pc:sldMk cId="3833073590" sldId="2716"/>
        </pc:sldMkLst>
      </pc:sldChg>
      <pc:sldChg chg="modSp mod">
        <pc:chgData name="Xin Luo" userId="82312ee5779919a4" providerId="LiveId" clId="{A5D610E5-752B-7B4A-889B-D40C860DA0F0}" dt="2025-05-08T15:15:01.919" v="196" actId="20577"/>
        <pc:sldMkLst>
          <pc:docMk/>
          <pc:sldMk cId="972163772" sldId="2720"/>
        </pc:sldMkLst>
        <pc:spChg chg="mod">
          <ac:chgData name="Xin Luo" userId="82312ee5779919a4" providerId="LiveId" clId="{A5D610E5-752B-7B4A-889B-D40C860DA0F0}" dt="2025-05-08T15:15:01.919" v="196" actId="20577"/>
          <ac:spMkLst>
            <pc:docMk/>
            <pc:sldMk cId="972163772" sldId="2720"/>
            <ac:spMk id="7" creationId="{00000000-0000-0000-0000-000000000000}"/>
          </ac:spMkLst>
        </pc:spChg>
      </pc:sldChg>
      <pc:sldChg chg="del">
        <pc:chgData name="Xin Luo" userId="82312ee5779919a4" providerId="LiveId" clId="{A5D610E5-752B-7B4A-889B-D40C860DA0F0}" dt="2025-05-08T15:18:36.438" v="205" actId="2696"/>
        <pc:sldMkLst>
          <pc:docMk/>
          <pc:sldMk cId="2689695864" sldId="2721"/>
        </pc:sldMkLst>
      </pc:sldChg>
      <pc:sldChg chg="add">
        <pc:chgData name="Xin Luo" userId="82312ee5779919a4" providerId="LiveId" clId="{A5D610E5-752B-7B4A-889B-D40C860DA0F0}" dt="2025-05-08T15:18:29.209" v="197"/>
        <pc:sldMkLst>
          <pc:docMk/>
          <pc:sldMk cId="2826444872" sldId="2723"/>
        </pc:sldMkLst>
      </pc:sldChg>
      <pc:sldChg chg="add">
        <pc:chgData name="Xin Luo" userId="82312ee5779919a4" providerId="LiveId" clId="{A5D610E5-752B-7B4A-889B-D40C860DA0F0}" dt="2025-05-08T15:18:29.209" v="197"/>
        <pc:sldMkLst>
          <pc:docMk/>
          <pc:sldMk cId="965496355" sldId="2726"/>
        </pc:sldMkLst>
      </pc:sldChg>
      <pc:sldChg chg="del">
        <pc:chgData name="Xin Luo" userId="82312ee5779919a4" providerId="LiveId" clId="{A5D610E5-752B-7B4A-889B-D40C860DA0F0}" dt="2025-05-08T15:18:36.451" v="208" actId="2696"/>
        <pc:sldMkLst>
          <pc:docMk/>
          <pc:sldMk cId="2510358707" sldId="2740"/>
        </pc:sldMkLst>
      </pc:sldChg>
      <pc:sldChg chg="del">
        <pc:chgData name="Xin Luo" userId="82312ee5779919a4" providerId="LiveId" clId="{A5D610E5-752B-7B4A-889B-D40C860DA0F0}" dt="2025-05-08T15:18:36.428" v="199" actId="2696"/>
        <pc:sldMkLst>
          <pc:docMk/>
          <pc:sldMk cId="3883315984" sldId="2744"/>
        </pc:sldMkLst>
      </pc:sldChg>
      <pc:sldChg chg="del">
        <pc:chgData name="Xin Luo" userId="82312ee5779919a4" providerId="LiveId" clId="{A5D610E5-752B-7B4A-889B-D40C860DA0F0}" dt="2025-05-08T15:18:36.439" v="206" actId="2696"/>
        <pc:sldMkLst>
          <pc:docMk/>
          <pc:sldMk cId="3741103209" sldId="2745"/>
        </pc:sldMkLst>
      </pc:sldChg>
      <pc:sldChg chg="del">
        <pc:chgData name="Xin Luo" userId="82312ee5779919a4" providerId="LiveId" clId="{A5D610E5-752B-7B4A-889B-D40C860DA0F0}" dt="2025-05-08T15:18:36.432" v="203" actId="2696"/>
        <pc:sldMkLst>
          <pc:docMk/>
          <pc:sldMk cId="322086101" sldId="2746"/>
        </pc:sldMkLst>
      </pc:sldChg>
      <pc:sldChg chg="del">
        <pc:chgData name="Xin Luo" userId="82312ee5779919a4" providerId="LiveId" clId="{A5D610E5-752B-7B4A-889B-D40C860DA0F0}" dt="2025-05-08T15:18:36.429" v="200" actId="2696"/>
        <pc:sldMkLst>
          <pc:docMk/>
          <pc:sldMk cId="2920839983" sldId="2747"/>
        </pc:sldMkLst>
      </pc:sldChg>
      <pc:sldChg chg="del">
        <pc:chgData name="Xin Luo" userId="82312ee5779919a4" providerId="LiveId" clId="{A5D610E5-752B-7B4A-889B-D40C860DA0F0}" dt="2025-05-08T15:18:36.431" v="202" actId="2696"/>
        <pc:sldMkLst>
          <pc:docMk/>
          <pc:sldMk cId="2081473989" sldId="2748"/>
        </pc:sldMkLst>
      </pc:sldChg>
      <pc:sldChg chg="del">
        <pc:chgData name="Xin Luo" userId="82312ee5779919a4" providerId="LiveId" clId="{A5D610E5-752B-7B4A-889B-D40C860DA0F0}" dt="2025-05-08T15:18:36.457" v="210" actId="2696"/>
        <pc:sldMkLst>
          <pc:docMk/>
          <pc:sldMk cId="1994915307" sldId="2749"/>
        </pc:sldMkLst>
      </pc:sldChg>
      <pc:sldChg chg="del">
        <pc:chgData name="Xin Luo" userId="82312ee5779919a4" providerId="LiveId" clId="{A5D610E5-752B-7B4A-889B-D40C860DA0F0}" dt="2025-05-08T15:18:36.430" v="201" actId="2696"/>
        <pc:sldMkLst>
          <pc:docMk/>
          <pc:sldMk cId="202264030" sldId="2750"/>
        </pc:sldMkLst>
      </pc:sldChg>
      <pc:sldChg chg="del">
        <pc:chgData name="Xin Luo" userId="82312ee5779919a4" providerId="LiveId" clId="{A5D610E5-752B-7B4A-889B-D40C860DA0F0}" dt="2025-05-08T15:18:36.448" v="207" actId="2696"/>
        <pc:sldMkLst>
          <pc:docMk/>
          <pc:sldMk cId="2371836296" sldId="2756"/>
        </pc:sldMkLst>
      </pc:sldChg>
      <pc:sldChg chg="del">
        <pc:chgData name="Xin Luo" userId="82312ee5779919a4" providerId="LiveId" clId="{A5D610E5-752B-7B4A-889B-D40C860DA0F0}" dt="2025-05-08T15:18:36.437" v="204" actId="2696"/>
        <pc:sldMkLst>
          <pc:docMk/>
          <pc:sldMk cId="397779649" sldId="2757"/>
        </pc:sldMkLst>
      </pc:sldChg>
      <pc:sldChg chg="del">
        <pc:chgData name="Xin Luo" userId="82312ee5779919a4" providerId="LiveId" clId="{A5D610E5-752B-7B4A-889B-D40C860DA0F0}" dt="2025-05-08T15:18:36.455" v="209" actId="2696"/>
        <pc:sldMkLst>
          <pc:docMk/>
          <pc:sldMk cId="1878724924" sldId="2758"/>
        </pc:sldMkLst>
      </pc:sldChg>
      <pc:sldChg chg="add">
        <pc:chgData name="Xin Luo" userId="82312ee5779919a4" providerId="LiveId" clId="{A5D610E5-752B-7B4A-889B-D40C860DA0F0}" dt="2025-05-08T15:18:29.209" v="197"/>
        <pc:sldMkLst>
          <pc:docMk/>
          <pc:sldMk cId="3506380824" sldId="2764"/>
        </pc:sldMkLst>
      </pc:sldChg>
    </pc:docChg>
  </pc:docChgLst>
  <pc:docChgLst>
    <pc:chgData name="Xin Luo" userId="82312ee5779919a4" providerId="LiveId" clId="{4DB6C473-8E57-A543-81F7-48BE109E8C13}"/>
    <pc:docChg chg="undo custSel addSld delSld modSld sldOrd delMainMaster">
      <pc:chgData name="Xin Luo" userId="82312ee5779919a4" providerId="LiveId" clId="{4DB6C473-8E57-A543-81F7-48BE109E8C13}" dt="2023-02-21T15:10:04.498" v="5724" actId="108"/>
      <pc:docMkLst>
        <pc:docMk/>
      </pc:docMkLst>
      <pc:sldChg chg="addSp delSp modSp mod">
        <pc:chgData name="Xin Luo" userId="82312ee5779919a4" providerId="LiveId" clId="{4DB6C473-8E57-A543-81F7-48BE109E8C13}" dt="2023-02-21T08:54:32.554" v="3595" actId="1076"/>
        <pc:sldMkLst>
          <pc:docMk/>
          <pc:sldMk cId="1576120367" sldId="2387"/>
        </pc:sldMkLst>
      </pc:sldChg>
      <pc:sldChg chg="del">
        <pc:chgData name="Xin Luo" userId="82312ee5779919a4" providerId="LiveId" clId="{4DB6C473-8E57-A543-81F7-48BE109E8C13}" dt="2023-02-21T08:54:15.767" v="3575" actId="2696"/>
        <pc:sldMkLst>
          <pc:docMk/>
          <pc:sldMk cId="0" sldId="2446"/>
        </pc:sldMkLst>
      </pc:sldChg>
      <pc:sldChg chg="modSp mod ord">
        <pc:chgData name="Xin Luo" userId="82312ee5779919a4" providerId="LiveId" clId="{4DB6C473-8E57-A543-81F7-48BE109E8C13}" dt="2023-02-21T06:59:18.091" v="3225" actId="20578"/>
        <pc:sldMkLst>
          <pc:docMk/>
          <pc:sldMk cId="2415901206" sldId="2447"/>
        </pc:sldMkLst>
      </pc:sldChg>
      <pc:sldChg chg="addSp delSp modSp mod ord">
        <pc:chgData name="Xin Luo" userId="82312ee5779919a4" providerId="LiveId" clId="{4DB6C473-8E57-A543-81F7-48BE109E8C13}" dt="2023-02-21T07:23:56.843" v="3356" actId="20577"/>
        <pc:sldMkLst>
          <pc:docMk/>
          <pc:sldMk cId="4067577602" sldId="2605"/>
        </pc:sldMkLst>
      </pc:sldChg>
      <pc:sldChg chg="del">
        <pc:chgData name="Xin Luo" userId="82312ee5779919a4" providerId="LiveId" clId="{4DB6C473-8E57-A543-81F7-48BE109E8C13}" dt="2023-02-21T14:49:50.253" v="5372" actId="2696"/>
        <pc:sldMkLst>
          <pc:docMk/>
          <pc:sldMk cId="963926578" sldId="2613"/>
        </pc:sldMkLst>
      </pc:sldChg>
      <pc:sldChg chg="del">
        <pc:chgData name="Xin Luo" userId="82312ee5779919a4" providerId="LiveId" clId="{4DB6C473-8E57-A543-81F7-48BE109E8C13}" dt="2023-02-21T14:49:50.286" v="5373" actId="2696"/>
        <pc:sldMkLst>
          <pc:docMk/>
          <pc:sldMk cId="1377829391" sldId="2689"/>
        </pc:sldMkLst>
      </pc:sldChg>
      <pc:sldChg chg="del">
        <pc:chgData name="Xin Luo" userId="82312ee5779919a4" providerId="LiveId" clId="{4DB6C473-8E57-A543-81F7-48BE109E8C13}" dt="2023-02-21T14:49:50.299" v="5374" actId="2696"/>
        <pc:sldMkLst>
          <pc:docMk/>
          <pc:sldMk cId="2843640805" sldId="2704"/>
        </pc:sldMkLst>
      </pc:sldChg>
      <pc:sldChg chg="delSp modSp add mod ord">
        <pc:chgData name="Xin Luo" userId="82312ee5779919a4" providerId="LiveId" clId="{4DB6C473-8E57-A543-81F7-48BE109E8C13}" dt="2023-02-21T05:54:53.172" v="2328" actId="113"/>
        <pc:sldMkLst>
          <pc:docMk/>
          <pc:sldMk cId="2688334957" sldId="2705"/>
        </pc:sldMkLst>
      </pc:sldChg>
      <pc:sldChg chg="modSp add mod">
        <pc:chgData name="Xin Luo" userId="82312ee5779919a4" providerId="LiveId" clId="{4DB6C473-8E57-A543-81F7-48BE109E8C13}" dt="2023-02-21T05:59:45.306" v="2357" actId="2711"/>
        <pc:sldMkLst>
          <pc:docMk/>
          <pc:sldMk cId="2464444856" sldId="2706"/>
        </pc:sldMkLst>
      </pc:sldChg>
      <pc:sldChg chg="modSp add mod">
        <pc:chgData name="Xin Luo" userId="82312ee5779919a4" providerId="LiveId" clId="{4DB6C473-8E57-A543-81F7-48BE109E8C13}" dt="2023-02-21T06:00:27.005" v="2362" actId="113"/>
        <pc:sldMkLst>
          <pc:docMk/>
          <pc:sldMk cId="1602808061" sldId="2707"/>
        </pc:sldMkLst>
      </pc:sldChg>
      <pc:sldChg chg="addSp modSp add mod">
        <pc:chgData name="Xin Luo" userId="82312ee5779919a4" providerId="LiveId" clId="{4DB6C473-8E57-A543-81F7-48BE109E8C13}" dt="2023-02-21T03:24:12.660" v="1798" actId="207"/>
        <pc:sldMkLst>
          <pc:docMk/>
          <pc:sldMk cId="1658607177" sldId="2708"/>
        </pc:sldMkLst>
      </pc:sldChg>
      <pc:sldChg chg="add del setBg">
        <pc:chgData name="Xin Luo" userId="82312ee5779919a4" providerId="LiveId" clId="{4DB6C473-8E57-A543-81F7-48BE109E8C13}" dt="2023-02-21T03:21:36.224" v="1707"/>
        <pc:sldMkLst>
          <pc:docMk/>
          <pc:sldMk cId="3430641667" sldId="2708"/>
        </pc:sldMkLst>
      </pc:sldChg>
      <pc:sldChg chg="modSp add mod ord">
        <pc:chgData name="Xin Luo" userId="82312ee5779919a4" providerId="LiveId" clId="{4DB6C473-8E57-A543-81F7-48BE109E8C13}" dt="2023-02-21T07:27:15.123" v="3399" actId="20578"/>
        <pc:sldMkLst>
          <pc:docMk/>
          <pc:sldMk cId="1257969106" sldId="2709"/>
        </pc:sldMkLst>
      </pc:sldChg>
      <pc:sldChg chg="add del setBg">
        <pc:chgData name="Xin Luo" userId="82312ee5779919a4" providerId="LiveId" clId="{4DB6C473-8E57-A543-81F7-48BE109E8C13}" dt="2023-02-21T03:22:38.148" v="1735"/>
        <pc:sldMkLst>
          <pc:docMk/>
          <pc:sldMk cId="2068292362" sldId="2709"/>
        </pc:sldMkLst>
      </pc:sldChg>
      <pc:sldChg chg="add del setBg">
        <pc:chgData name="Xin Luo" userId="82312ee5779919a4" providerId="LiveId" clId="{4DB6C473-8E57-A543-81F7-48BE109E8C13}" dt="2023-02-21T03:22:29.206" v="1733"/>
        <pc:sldMkLst>
          <pc:docMk/>
          <pc:sldMk cId="4244071672" sldId="2709"/>
        </pc:sldMkLst>
      </pc:sldChg>
      <pc:sldChg chg="modSp add del mod">
        <pc:chgData name="Xin Luo" userId="82312ee5779919a4" providerId="LiveId" clId="{4DB6C473-8E57-A543-81F7-48BE109E8C13}" dt="2023-02-21T12:49:10.754" v="4207" actId="2696"/>
        <pc:sldMkLst>
          <pc:docMk/>
          <pc:sldMk cId="4096743637" sldId="2710"/>
        </pc:sldMkLst>
      </pc:sldChg>
      <pc:sldChg chg="addSp delSp modSp add mod">
        <pc:chgData name="Xin Luo" userId="82312ee5779919a4" providerId="LiveId" clId="{4DB6C473-8E57-A543-81F7-48BE109E8C13}" dt="2023-02-21T15:08:47.651" v="5619" actId="113"/>
        <pc:sldMkLst>
          <pc:docMk/>
          <pc:sldMk cId="2744383376" sldId="2711"/>
        </pc:sldMkLst>
      </pc:sldChg>
      <pc:sldChg chg="delSp modSp add del mod">
        <pc:chgData name="Xin Luo" userId="82312ee5779919a4" providerId="LiveId" clId="{4DB6C473-8E57-A543-81F7-48BE109E8C13}" dt="2023-02-21T07:27:24.620" v="3402" actId="2696"/>
        <pc:sldMkLst>
          <pc:docMk/>
          <pc:sldMk cId="1581220802" sldId="2712"/>
        </pc:sldMkLst>
      </pc:sldChg>
      <pc:sldChg chg="modSp add del mod">
        <pc:chgData name="Xin Luo" userId="82312ee5779919a4" providerId="LiveId" clId="{4DB6C473-8E57-A543-81F7-48BE109E8C13}" dt="2023-02-21T07:24:13.066" v="3357" actId="2696"/>
        <pc:sldMkLst>
          <pc:docMk/>
          <pc:sldMk cId="2395170792" sldId="2713"/>
        </pc:sldMkLst>
      </pc:sldChg>
      <pc:sldChg chg="addSp modSp add mod">
        <pc:chgData name="Xin Luo" userId="82312ee5779919a4" providerId="LiveId" clId="{4DB6C473-8E57-A543-81F7-48BE109E8C13}" dt="2023-02-21T07:23:52.393" v="3353" actId="20577"/>
        <pc:sldMkLst>
          <pc:docMk/>
          <pc:sldMk cId="280619949" sldId="2714"/>
        </pc:sldMkLst>
      </pc:sldChg>
      <pc:sldChg chg="addSp modSp add mod">
        <pc:chgData name="Xin Luo" userId="82312ee5779919a4" providerId="LiveId" clId="{4DB6C473-8E57-A543-81F7-48BE109E8C13}" dt="2023-02-21T13:47:35.461" v="4912" actId="1076"/>
        <pc:sldMkLst>
          <pc:docMk/>
          <pc:sldMk cId="3852391939" sldId="2715"/>
        </pc:sldMkLst>
      </pc:sldChg>
      <pc:sldChg chg="addSp modSp add mod ord">
        <pc:chgData name="Xin Luo" userId="82312ee5779919a4" providerId="LiveId" clId="{4DB6C473-8E57-A543-81F7-48BE109E8C13}" dt="2023-02-21T13:15:30.678" v="4562" actId="1035"/>
        <pc:sldMkLst>
          <pc:docMk/>
          <pc:sldMk cId="3026715585" sldId="2716"/>
        </pc:sldMkLst>
      </pc:sldChg>
      <pc:sldChg chg="addSp modSp add mod">
        <pc:chgData name="Xin Luo" userId="82312ee5779919a4" providerId="LiveId" clId="{4DB6C473-8E57-A543-81F7-48BE109E8C13}" dt="2023-02-21T13:48:38.001" v="4936" actId="1076"/>
        <pc:sldMkLst>
          <pc:docMk/>
          <pc:sldMk cId="4136986794" sldId="2717"/>
        </pc:sldMkLst>
      </pc:sldChg>
      <pc:sldChg chg="addSp delSp modSp add mod">
        <pc:chgData name="Xin Luo" userId="82312ee5779919a4" providerId="LiveId" clId="{4DB6C473-8E57-A543-81F7-48BE109E8C13}" dt="2023-02-21T14:08:09.514" v="5152" actId="1035"/>
        <pc:sldMkLst>
          <pc:docMk/>
          <pc:sldMk cId="1778017482" sldId="2718"/>
        </pc:sldMkLst>
      </pc:sldChg>
      <pc:sldChg chg="delSp modSp add mod">
        <pc:chgData name="Xin Luo" userId="82312ee5779919a4" providerId="LiveId" clId="{4DB6C473-8E57-A543-81F7-48BE109E8C13}" dt="2023-02-21T15:10:04.498" v="5724" actId="108"/>
        <pc:sldMkLst>
          <pc:docMk/>
          <pc:sldMk cId="1858913004" sldId="2719"/>
        </pc:sldMkLst>
      </pc:sldChg>
      <pc:sldChg chg="addSp delSp modSp add mod ord">
        <pc:chgData name="Xin Luo" userId="82312ee5779919a4" providerId="LiveId" clId="{4DB6C473-8E57-A543-81F7-48BE109E8C13}" dt="2023-02-21T15:06:45.211" v="5600" actId="20578"/>
        <pc:sldMkLst>
          <pc:docMk/>
          <pc:sldMk cId="3480831675" sldId="2720"/>
        </pc:sldMkLst>
      </pc:sldChg>
      <pc:sldChg chg="add del">
        <pc:chgData name="Xin Luo" userId="82312ee5779919a4" providerId="LiveId" clId="{4DB6C473-8E57-A543-81F7-48BE109E8C13}" dt="2023-02-21T14:55:30.326" v="5468" actId="2696"/>
        <pc:sldMkLst>
          <pc:docMk/>
          <pc:sldMk cId="120373349" sldId="2721"/>
        </pc:sldMkLst>
      </pc:sldChg>
      <pc:sldChg chg="addSp delSp modSp add mod ord">
        <pc:chgData name="Xin Luo" userId="82312ee5779919a4" providerId="LiveId" clId="{4DB6C473-8E57-A543-81F7-48BE109E8C13}" dt="2023-02-21T15:06:40.684" v="5599" actId="20578"/>
        <pc:sldMkLst>
          <pc:docMk/>
          <pc:sldMk cId="1410676903" sldId="2721"/>
        </pc:sldMkLst>
      </pc:sldChg>
      <pc:sldMasterChg chg="del delSldLayout">
        <pc:chgData name="Xin Luo" userId="82312ee5779919a4" providerId="LiveId" clId="{4DB6C473-8E57-A543-81F7-48BE109E8C13}" dt="2023-02-21T08:54:15.791" v="3593" actId="2696"/>
        <pc:sldMasterMkLst>
          <pc:docMk/>
          <pc:sldMasterMk cId="1248561168" sldId="2147484998"/>
        </pc:sldMasterMkLst>
        <pc:sldLayoutChg chg="del">
          <pc:chgData name="Xin Luo" userId="82312ee5779919a4" providerId="LiveId" clId="{4DB6C473-8E57-A543-81F7-48BE109E8C13}" dt="2023-02-21T08:54:15.772" v="3576" actId="2696"/>
          <pc:sldLayoutMkLst>
            <pc:docMk/>
            <pc:sldMasterMk cId="1248561168" sldId="2147484998"/>
            <pc:sldLayoutMk cId="2755518727" sldId="2147484999"/>
          </pc:sldLayoutMkLst>
        </pc:sldLayoutChg>
        <pc:sldLayoutChg chg="del">
          <pc:chgData name="Xin Luo" userId="82312ee5779919a4" providerId="LiveId" clId="{4DB6C473-8E57-A543-81F7-48BE109E8C13}" dt="2023-02-21T08:54:15.773" v="3577" actId="2696"/>
          <pc:sldLayoutMkLst>
            <pc:docMk/>
            <pc:sldMasterMk cId="1248561168" sldId="2147484998"/>
            <pc:sldLayoutMk cId="784447712" sldId="2147485000"/>
          </pc:sldLayoutMkLst>
        </pc:sldLayoutChg>
        <pc:sldLayoutChg chg="del">
          <pc:chgData name="Xin Luo" userId="82312ee5779919a4" providerId="LiveId" clId="{4DB6C473-8E57-A543-81F7-48BE109E8C13}" dt="2023-02-21T08:54:15.774" v="3578" actId="2696"/>
          <pc:sldLayoutMkLst>
            <pc:docMk/>
            <pc:sldMasterMk cId="1248561168" sldId="2147484998"/>
            <pc:sldLayoutMk cId="36404751" sldId="2147485001"/>
          </pc:sldLayoutMkLst>
        </pc:sldLayoutChg>
        <pc:sldLayoutChg chg="del">
          <pc:chgData name="Xin Luo" userId="82312ee5779919a4" providerId="LiveId" clId="{4DB6C473-8E57-A543-81F7-48BE109E8C13}" dt="2023-02-21T08:54:15.775" v="3579" actId="2696"/>
          <pc:sldLayoutMkLst>
            <pc:docMk/>
            <pc:sldMasterMk cId="1248561168" sldId="2147484998"/>
            <pc:sldLayoutMk cId="2142531553" sldId="2147485002"/>
          </pc:sldLayoutMkLst>
        </pc:sldLayoutChg>
        <pc:sldLayoutChg chg="del">
          <pc:chgData name="Xin Luo" userId="82312ee5779919a4" providerId="LiveId" clId="{4DB6C473-8E57-A543-81F7-48BE109E8C13}" dt="2023-02-21T08:54:15.776" v="3580" actId="2696"/>
          <pc:sldLayoutMkLst>
            <pc:docMk/>
            <pc:sldMasterMk cId="1248561168" sldId="2147484998"/>
            <pc:sldLayoutMk cId="646270699" sldId="2147485003"/>
          </pc:sldLayoutMkLst>
        </pc:sldLayoutChg>
        <pc:sldLayoutChg chg="del">
          <pc:chgData name="Xin Luo" userId="82312ee5779919a4" providerId="LiveId" clId="{4DB6C473-8E57-A543-81F7-48BE109E8C13}" dt="2023-02-21T08:54:15.777" v="3581" actId="2696"/>
          <pc:sldLayoutMkLst>
            <pc:docMk/>
            <pc:sldMasterMk cId="1248561168" sldId="2147484998"/>
            <pc:sldLayoutMk cId="1316154404" sldId="2147485004"/>
          </pc:sldLayoutMkLst>
        </pc:sldLayoutChg>
        <pc:sldLayoutChg chg="del">
          <pc:chgData name="Xin Luo" userId="82312ee5779919a4" providerId="LiveId" clId="{4DB6C473-8E57-A543-81F7-48BE109E8C13}" dt="2023-02-21T08:54:15.778" v="3582" actId="2696"/>
          <pc:sldLayoutMkLst>
            <pc:docMk/>
            <pc:sldMasterMk cId="1248561168" sldId="2147484998"/>
            <pc:sldLayoutMk cId="275448905" sldId="2147485005"/>
          </pc:sldLayoutMkLst>
        </pc:sldLayoutChg>
        <pc:sldLayoutChg chg="del">
          <pc:chgData name="Xin Luo" userId="82312ee5779919a4" providerId="LiveId" clId="{4DB6C473-8E57-A543-81F7-48BE109E8C13}" dt="2023-02-21T08:54:15.779" v="3583" actId="2696"/>
          <pc:sldLayoutMkLst>
            <pc:docMk/>
            <pc:sldMasterMk cId="1248561168" sldId="2147484998"/>
            <pc:sldLayoutMk cId="3173493555" sldId="2147485006"/>
          </pc:sldLayoutMkLst>
        </pc:sldLayoutChg>
        <pc:sldLayoutChg chg="del">
          <pc:chgData name="Xin Luo" userId="82312ee5779919a4" providerId="LiveId" clId="{4DB6C473-8E57-A543-81F7-48BE109E8C13}" dt="2023-02-21T08:54:15.780" v="3584" actId="2696"/>
          <pc:sldLayoutMkLst>
            <pc:docMk/>
            <pc:sldMasterMk cId="1248561168" sldId="2147484998"/>
            <pc:sldLayoutMk cId="2494408642" sldId="2147485007"/>
          </pc:sldLayoutMkLst>
        </pc:sldLayoutChg>
        <pc:sldLayoutChg chg="del">
          <pc:chgData name="Xin Luo" userId="82312ee5779919a4" providerId="LiveId" clId="{4DB6C473-8E57-A543-81F7-48BE109E8C13}" dt="2023-02-21T08:54:15.781" v="3585" actId="2696"/>
          <pc:sldLayoutMkLst>
            <pc:docMk/>
            <pc:sldMasterMk cId="1248561168" sldId="2147484998"/>
            <pc:sldLayoutMk cId="2144339703" sldId="2147485008"/>
          </pc:sldLayoutMkLst>
        </pc:sldLayoutChg>
        <pc:sldLayoutChg chg="del">
          <pc:chgData name="Xin Luo" userId="82312ee5779919a4" providerId="LiveId" clId="{4DB6C473-8E57-A543-81F7-48BE109E8C13}" dt="2023-02-21T08:54:15.781" v="3586" actId="2696"/>
          <pc:sldLayoutMkLst>
            <pc:docMk/>
            <pc:sldMasterMk cId="1248561168" sldId="2147484998"/>
            <pc:sldLayoutMk cId="3933479768" sldId="2147485009"/>
          </pc:sldLayoutMkLst>
        </pc:sldLayoutChg>
        <pc:sldLayoutChg chg="del">
          <pc:chgData name="Xin Luo" userId="82312ee5779919a4" providerId="LiveId" clId="{4DB6C473-8E57-A543-81F7-48BE109E8C13}" dt="2023-02-21T08:54:15.782" v="3587" actId="2696"/>
          <pc:sldLayoutMkLst>
            <pc:docMk/>
            <pc:sldMasterMk cId="1248561168" sldId="2147484998"/>
            <pc:sldLayoutMk cId="2569911404" sldId="2147485010"/>
          </pc:sldLayoutMkLst>
        </pc:sldLayoutChg>
        <pc:sldLayoutChg chg="del">
          <pc:chgData name="Xin Luo" userId="82312ee5779919a4" providerId="LiveId" clId="{4DB6C473-8E57-A543-81F7-48BE109E8C13}" dt="2023-02-21T08:54:15.783" v="3588" actId="2696"/>
          <pc:sldLayoutMkLst>
            <pc:docMk/>
            <pc:sldMasterMk cId="1248561168" sldId="2147484998"/>
            <pc:sldLayoutMk cId="487309151" sldId="2147485011"/>
          </pc:sldLayoutMkLst>
        </pc:sldLayoutChg>
        <pc:sldLayoutChg chg="del">
          <pc:chgData name="Xin Luo" userId="82312ee5779919a4" providerId="LiveId" clId="{4DB6C473-8E57-A543-81F7-48BE109E8C13}" dt="2023-02-21T08:54:15.784" v="3589" actId="2696"/>
          <pc:sldLayoutMkLst>
            <pc:docMk/>
            <pc:sldMasterMk cId="1248561168" sldId="2147484998"/>
            <pc:sldLayoutMk cId="940838525" sldId="2147485012"/>
          </pc:sldLayoutMkLst>
        </pc:sldLayoutChg>
        <pc:sldLayoutChg chg="del">
          <pc:chgData name="Xin Luo" userId="82312ee5779919a4" providerId="LiveId" clId="{4DB6C473-8E57-A543-81F7-48BE109E8C13}" dt="2023-02-21T08:54:15.785" v="3590" actId="2696"/>
          <pc:sldLayoutMkLst>
            <pc:docMk/>
            <pc:sldMasterMk cId="1248561168" sldId="2147484998"/>
            <pc:sldLayoutMk cId="858249230" sldId="2147485013"/>
          </pc:sldLayoutMkLst>
        </pc:sldLayoutChg>
        <pc:sldLayoutChg chg="del">
          <pc:chgData name="Xin Luo" userId="82312ee5779919a4" providerId="LiveId" clId="{4DB6C473-8E57-A543-81F7-48BE109E8C13}" dt="2023-02-21T08:54:15.786" v="3591" actId="2696"/>
          <pc:sldLayoutMkLst>
            <pc:docMk/>
            <pc:sldMasterMk cId="1248561168" sldId="2147484998"/>
            <pc:sldLayoutMk cId="1094809115" sldId="2147485014"/>
          </pc:sldLayoutMkLst>
        </pc:sldLayoutChg>
        <pc:sldLayoutChg chg="del">
          <pc:chgData name="Xin Luo" userId="82312ee5779919a4" providerId="LiveId" clId="{4DB6C473-8E57-A543-81F7-48BE109E8C13}" dt="2023-02-21T08:54:15.787" v="3592" actId="2696"/>
          <pc:sldLayoutMkLst>
            <pc:docMk/>
            <pc:sldMasterMk cId="1248561168" sldId="2147484998"/>
            <pc:sldLayoutMk cId="2452001345" sldId="2147485015"/>
          </pc:sldLayoutMkLst>
        </pc:sldLayoutChg>
      </pc:sldMasterChg>
    </pc:docChg>
  </pc:docChgLst>
  <pc:docChgLst>
    <pc:chgData name="Xin Luo" userId="82312ee5779919a4" providerId="LiveId" clId="{743256A7-6CE7-B242-894F-C640845B5FDB}"/>
    <pc:docChg chg="addSld delSld modSld">
      <pc:chgData name="Xin Luo" userId="82312ee5779919a4" providerId="LiveId" clId="{743256A7-6CE7-B242-894F-C640845B5FDB}" dt="2025-05-08T15:21:00.183" v="109" actId="2696"/>
      <pc:docMkLst>
        <pc:docMk/>
      </pc:docMkLst>
      <pc:sldChg chg="modSp mod">
        <pc:chgData name="Xin Luo" userId="82312ee5779919a4" providerId="LiveId" clId="{743256A7-6CE7-B242-894F-C640845B5FDB}" dt="2025-05-08T15:20:37.707" v="84" actId="20577"/>
        <pc:sldMkLst>
          <pc:docMk/>
          <pc:sldMk cId="1576120367" sldId="2387"/>
        </pc:sldMkLst>
        <pc:spChg chg="mod">
          <ac:chgData name="Xin Luo" userId="82312ee5779919a4" providerId="LiveId" clId="{743256A7-6CE7-B242-894F-C640845B5FDB}" dt="2025-05-08T15:20:37.707" v="84" actId="20577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743256A7-6CE7-B242-894F-C640845B5FDB}" dt="2025-05-08T15:20:26.333" v="64" actId="20577"/>
          <ac:spMkLst>
            <pc:docMk/>
            <pc:sldMk cId="1576120367" sldId="2387"/>
            <ac:spMk id="14" creationId="{00000000-0000-0000-0000-000000000000}"/>
          </ac:spMkLst>
        </pc:spChg>
      </pc:sldChg>
      <pc:sldChg chg="modSp mod">
        <pc:chgData name="Xin Luo" userId="82312ee5779919a4" providerId="LiveId" clId="{743256A7-6CE7-B242-894F-C640845B5FDB}" dt="2025-05-08T15:20:46.798" v="105" actId="20577"/>
        <pc:sldMkLst>
          <pc:docMk/>
          <pc:sldMk cId="2415901206" sldId="2447"/>
        </pc:sldMkLst>
      </pc:sldChg>
      <pc:sldChg chg="modSp mod">
        <pc:chgData name="Xin Luo" userId="82312ee5779919a4" providerId="LiveId" clId="{743256A7-6CE7-B242-894F-C640845B5FDB}" dt="2025-05-08T15:19:20.037" v="22" actId="20577"/>
        <pc:sldMkLst>
          <pc:docMk/>
          <pc:sldMk cId="1658607177" sldId="2708"/>
        </pc:sldMkLst>
        <pc:spChg chg="mod">
          <ac:chgData name="Xin Luo" userId="82312ee5779919a4" providerId="LiveId" clId="{743256A7-6CE7-B242-894F-C640845B5FDB}" dt="2025-05-08T15:19:20.037" v="22" actId="2057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743256A7-6CE7-B242-894F-C640845B5FDB}" dt="2025-05-08T15:19:16.924" v="19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del">
        <pc:chgData name="Xin Luo" userId="82312ee5779919a4" providerId="LiveId" clId="{743256A7-6CE7-B242-894F-C640845B5FDB}" dt="2025-05-08T15:21:00.169" v="107" actId="2696"/>
        <pc:sldMkLst>
          <pc:docMk/>
          <pc:sldMk cId="2826444872" sldId="2723"/>
        </pc:sldMkLst>
      </pc:sldChg>
      <pc:sldChg chg="del">
        <pc:chgData name="Xin Luo" userId="82312ee5779919a4" providerId="LiveId" clId="{743256A7-6CE7-B242-894F-C640845B5FDB}" dt="2025-05-08T15:21:00.180" v="108" actId="2696"/>
        <pc:sldMkLst>
          <pc:docMk/>
          <pc:sldMk cId="965496355" sldId="2726"/>
        </pc:sldMkLst>
      </pc:sldChg>
      <pc:sldChg chg="add">
        <pc:chgData name="Xin Luo" userId="82312ee5779919a4" providerId="LiveId" clId="{743256A7-6CE7-B242-894F-C640845B5FDB}" dt="2025-05-08T15:20:56.193" v="106"/>
        <pc:sldMkLst>
          <pc:docMk/>
          <pc:sldMk cId="2742362314" sldId="2727"/>
        </pc:sldMkLst>
      </pc:sldChg>
      <pc:sldChg chg="add">
        <pc:chgData name="Xin Luo" userId="82312ee5779919a4" providerId="LiveId" clId="{743256A7-6CE7-B242-894F-C640845B5FDB}" dt="2025-05-08T15:20:56.193" v="106"/>
        <pc:sldMkLst>
          <pc:docMk/>
          <pc:sldMk cId="3682048310" sldId="2728"/>
        </pc:sldMkLst>
      </pc:sldChg>
      <pc:sldChg chg="add">
        <pc:chgData name="Xin Luo" userId="82312ee5779919a4" providerId="LiveId" clId="{743256A7-6CE7-B242-894F-C640845B5FDB}" dt="2025-05-08T15:20:56.193" v="106"/>
        <pc:sldMkLst>
          <pc:docMk/>
          <pc:sldMk cId="13868781" sldId="2732"/>
        </pc:sldMkLst>
      </pc:sldChg>
      <pc:sldChg chg="del">
        <pc:chgData name="Xin Luo" userId="82312ee5779919a4" providerId="LiveId" clId="{743256A7-6CE7-B242-894F-C640845B5FDB}" dt="2025-05-08T15:21:00.183" v="109" actId="2696"/>
        <pc:sldMkLst>
          <pc:docMk/>
          <pc:sldMk cId="3506380824" sldId="2764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2875" y="768350"/>
            <a:ext cx="68183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7ECF62-1638-4DD4-9C28-B7A1E023F854}" type="slidenum">
              <a:rPr lang="zh-CN" altLang="en-US" smtClean="0">
                <a:solidFill>
                  <a:prstClr val="black"/>
                </a:solidFill>
              </a:rPr>
              <a:pPr/>
              <a:t>2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552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55554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0EB36-E65D-72D8-E515-13D9095AC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CC7FD3F-5A8A-1021-4086-B7BE2AF27C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0DEE36-DB7D-C80E-81F9-E4CDA70172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356719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743328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BD2CC-8B0B-34CA-08F1-1C15AD8FD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BA361F3-D0FD-45CE-B7B5-94C386302D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CE72C3D-9C52-863C-9070-57668E11F9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963113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DC3A7-841F-220E-FC74-0D3781EED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BCE0D22-5E18-0AC7-C93B-4F04A39172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A690ED7-7516-F85A-7ADE-B5E02F9C9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041260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D3239-485F-19B1-F59C-616A4DEB9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B93E92F-8DFD-24A9-42E4-F42C0EAD36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27B13AE-9689-84F1-8BC1-86385C4F0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03635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15706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0547756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break</a:t>
            </a:r>
            <a:r>
              <a:rPr lang="zh-CN" altLang="en-US" dirty="0"/>
              <a:t>跳出整个循环；</a:t>
            </a:r>
            <a:r>
              <a:rPr lang="en-US" altLang="zh-CN" dirty="0"/>
              <a:t>continue</a:t>
            </a:r>
            <a:r>
              <a:rPr lang="zh-CN" altLang="en-US" dirty="0"/>
              <a:t>跳出循环中部分循环。</a:t>
            </a:r>
          </a:p>
        </p:txBody>
      </p:sp>
    </p:spTree>
    <p:extLst>
      <p:ext uri="{BB962C8B-B14F-4D97-AF65-F5344CB8AC3E}">
        <p14:creationId xmlns:p14="http://schemas.microsoft.com/office/powerpoint/2010/main" val="8548701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1D1E-E827-D5D8-F135-ED7D30905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04E861B-3E96-E4A8-55B6-9DE6F5C68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4A67601-298F-BD90-DE05-F93294DA2B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342663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D5ED6-7D70-8349-ED32-EC76E6376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9CC6A6A-6367-3598-0372-684139946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A3D8B95-0806-D841-67D7-AC26247AF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423743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35F16-24DE-D32F-A500-050718E40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33D6D4-58F8-0A16-F9F3-697EA880D4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CED5BB7-C43D-6A93-BA62-B5ED4FFD4E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165297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285BD-8A1C-A3FF-1ED4-6467BB73B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1CF1398-7C25-62EF-B4A0-E3220E37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2AE387C-182D-7F95-8377-E398E8E3E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迭代器自行学习</a:t>
            </a:r>
          </a:p>
        </p:txBody>
      </p:sp>
    </p:spTree>
    <p:extLst>
      <p:ext uri="{BB962C8B-B14F-4D97-AF65-F5344CB8AC3E}">
        <p14:creationId xmlns:p14="http://schemas.microsoft.com/office/powerpoint/2010/main" val="35781258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4CD7B-0676-979A-AEFF-83320CE94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D90C674-8C2A-9698-42ED-45F3611AAA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5C94855-3E43-8B84-51D6-BEF8224702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971638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3F41F-90BA-FD28-D810-F9873618D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693B346-C053-8F50-F623-157ABDC102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259B823-9BF7-5CE5-DDA0-5FB66A77BD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953767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33262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12192000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2438400" y="1828800"/>
            <a:ext cx="92456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4572000"/>
            <a:ext cx="92456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12192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914400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09685" y="6467405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12192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60939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3945235"/>
            <a:ext cx="10363200" cy="46166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3918" y="1087439"/>
            <a:ext cx="5369983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07100" y="1087439"/>
            <a:ext cx="5369984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39344"/>
            <a:ext cx="5386917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639344"/>
            <a:ext cx="5389033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266534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6832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17676" y="1087439"/>
            <a:ext cx="3459409" cy="23329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676218" y="115889"/>
            <a:ext cx="2891367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30674" y="115889"/>
            <a:ext cx="2942344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380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6030021" y="-5257469"/>
            <a:ext cx="72000" cy="1213204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11385532" y="38088"/>
            <a:ext cx="72000" cy="1540935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" y="1"/>
            <a:ext cx="12189884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9"/>
            <a:ext cx="11567584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3918" y="1087439"/>
            <a:ext cx="10943167" cy="233294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03267" y="6499226"/>
            <a:ext cx="28448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1843693" y="1685332"/>
            <a:ext cx="8501204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>
              <a:defRPr/>
            </a:pPr>
            <a:r>
              <a:rPr lang="zh-CN" altLang="en-US" sz="5400" b="1" dirty="0">
                <a:solidFill>
                  <a:srgbClr val="FF0000"/>
                </a:solidFill>
                <a:latin typeface="微软雅黑"/>
                <a:ea typeface="微软雅黑"/>
              </a:rPr>
              <a:t>第三章 条件与循环</a:t>
            </a:r>
            <a:endParaRPr lang="zh-CN" altLang="zh-CN" sz="5400" b="1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677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罗 新</a:t>
            </a:r>
            <a:endParaRPr lang="en-US" altLang="zh-CN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lang="en-US" altLang="zh-CN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endParaRPr lang="zh-CN" altLang="en-US" sz="2800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18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2316000" y="3614405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1831819" y="5474698"/>
            <a:ext cx="8627953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prstClr val="black"/>
                </a:solidFill>
                <a:latin typeface="微软雅黑"/>
                <a:ea typeface="微软雅黑"/>
              </a:rPr>
              <a:t>邮箱</a:t>
            </a: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: xinluo_xin@ynu.edu.cn</a:t>
            </a:r>
          </a:p>
          <a:p>
            <a:pPr>
              <a:defRPr/>
            </a:pP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地址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：地球科学学院</a:t>
            </a:r>
            <a:r>
              <a:rPr lang="en-US" altLang="zh-CN" sz="1800">
                <a:solidFill>
                  <a:prstClr val="black"/>
                </a:solidFill>
                <a:latin typeface="微软雅黑"/>
                <a:ea typeface="微软雅黑"/>
              </a:rPr>
              <a:t>1327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办公室</a:t>
            </a:r>
            <a:endParaRPr lang="en-CN" sz="180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694" y="243145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2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6739914" y="243144"/>
            <a:ext cx="4662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云南大学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《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 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地学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编程基础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》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课程第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三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6586071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835696" cy="6858000"/>
          </a:xfrm>
          <a:prstGeom prst="rect">
            <a:avLst/>
          </a:prstGeom>
          <a:solidFill>
            <a:srgbClr val="00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/>
              </a:solidFill>
              <a:latin typeface="Calibri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4B9B8D5-4BCC-CDFF-1E13-B005060A8BDF}"/>
              </a:ext>
            </a:extLst>
          </p:cNvPr>
          <p:cNvGrpSpPr/>
          <p:nvPr/>
        </p:nvGrpSpPr>
        <p:grpSpPr>
          <a:xfrm>
            <a:off x="1898544" y="3779520"/>
            <a:ext cx="6402618" cy="772176"/>
            <a:chOff x="2121802" y="2115450"/>
            <a:chExt cx="5027421" cy="576000"/>
          </a:xfrm>
        </p:grpSpPr>
        <p:sp>
          <p:nvSpPr>
            <p:cNvPr id="10" name="椭圆 9"/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 dirty="0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二</a:t>
              </a:r>
            </a:p>
          </p:txBody>
        </p:sp>
        <p:sp>
          <p:nvSpPr>
            <p:cNvPr id="12" name="矩形 11"/>
            <p:cNvSpPr/>
            <p:nvPr/>
          </p:nvSpPr>
          <p:spPr>
            <a:xfrm>
              <a:off x="2697803" y="2150559"/>
              <a:ext cx="4451420" cy="482127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循环语句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2ED16A1-79B8-7DB1-1CC1-250B051BAD58}"/>
              </a:ext>
            </a:extLst>
          </p:cNvPr>
          <p:cNvGrpSpPr/>
          <p:nvPr/>
        </p:nvGrpSpPr>
        <p:grpSpPr>
          <a:xfrm>
            <a:off x="1898545" y="2523394"/>
            <a:ext cx="6403721" cy="717997"/>
            <a:chOff x="2121801" y="3511390"/>
            <a:chExt cx="5718901" cy="576000"/>
          </a:xfrm>
        </p:grpSpPr>
        <p:sp>
          <p:nvSpPr>
            <p:cNvPr id="13" name="椭圆 12"/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 dirty="0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一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2777899" y="3535749"/>
              <a:ext cx="5062803" cy="518507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条件语句</a:t>
              </a:r>
              <a:endParaRPr lang="en-US" altLang="zh-CN" sz="36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9525994" y="236425"/>
            <a:ext cx="16081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5400" b="1" dirty="0">
                <a:solidFill>
                  <a:schemeClr val="accent1"/>
                </a:solidFill>
                <a:latin typeface="Arial"/>
                <a:ea typeface="微软雅黑"/>
              </a:rPr>
              <a:t>目录</a:t>
            </a:r>
            <a:endParaRPr lang="en-US" altLang="zh-CN" sz="5400" b="1" dirty="0">
              <a:solidFill>
                <a:schemeClr val="accent1"/>
              </a:solidFill>
              <a:latin typeface="Arial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57612036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18168" y="3520308"/>
            <a:ext cx="12173832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7233" y="3917337"/>
            <a:ext cx="875305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800" b="1" dirty="0">
                <a:latin typeface="微软雅黑" pitchFamily="34" charset="-122"/>
                <a:ea typeface="微软雅黑" pitchFamily="34" charset="-122"/>
              </a:rPr>
              <a:t>一、条件语句</a:t>
            </a:r>
          </a:p>
        </p:txBody>
      </p:sp>
      <p:sp>
        <p:nvSpPr>
          <p:cNvPr id="8" name="矩形 7"/>
          <p:cNvSpPr/>
          <p:nvPr/>
        </p:nvSpPr>
        <p:spPr>
          <a:xfrm>
            <a:off x="18168" y="5063357"/>
            <a:ext cx="12173832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81122590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A482D-C7BB-32E0-E944-374D79FC1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DE205C4-818C-8150-F768-46C492E9D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一、条件语句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441D31-5719-59DF-5079-DB372564FAF6}"/>
              </a:ext>
            </a:extLst>
          </p:cNvPr>
          <p:cNvSpPr txBox="1"/>
          <p:nvPr/>
        </p:nvSpPr>
        <p:spPr>
          <a:xfrm>
            <a:off x="566057" y="1017028"/>
            <a:ext cx="81134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chemeClr val="bg2"/>
                </a:solidFill>
                <a:latin typeface="+mn-ea"/>
                <a:ea typeface="+mn-ea"/>
              </a:rPr>
              <a:t>程序三大结构</a:t>
            </a:r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：顺序、分支、循环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5AFD8C70-6941-B357-4017-618314ACE09A}"/>
              </a:ext>
            </a:extLst>
          </p:cNvPr>
          <p:cNvGrpSpPr/>
          <p:nvPr/>
        </p:nvGrpSpPr>
        <p:grpSpPr>
          <a:xfrm>
            <a:off x="1031096" y="2042125"/>
            <a:ext cx="2336218" cy="4235304"/>
            <a:chOff x="1031096" y="2042125"/>
            <a:chExt cx="1889904" cy="360937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F94CDEC-06DA-1ABE-9B92-7AA1B1F6B9AB}"/>
                </a:ext>
              </a:extLst>
            </p:cNvPr>
            <p:cNvSpPr/>
            <p:nvPr/>
          </p:nvSpPr>
          <p:spPr>
            <a:xfrm>
              <a:off x="1031096" y="2042125"/>
              <a:ext cx="1889904" cy="770583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步骤一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98F771B-E95E-E79F-A2C2-729DC0F76100}"/>
                </a:ext>
              </a:extLst>
            </p:cNvPr>
            <p:cNvSpPr/>
            <p:nvPr/>
          </p:nvSpPr>
          <p:spPr>
            <a:xfrm>
              <a:off x="1031096" y="3511377"/>
              <a:ext cx="1889904" cy="770583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步骤二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9C9FA85-CCD6-88DE-BFDF-43EECE15CDE3}"/>
                </a:ext>
              </a:extLst>
            </p:cNvPr>
            <p:cNvSpPr/>
            <p:nvPr/>
          </p:nvSpPr>
          <p:spPr>
            <a:xfrm>
              <a:off x="1031096" y="4880917"/>
              <a:ext cx="1889904" cy="770583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步骤三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628E76A6-A10A-5E61-6172-E71C88C38219}"/>
                </a:ext>
              </a:extLst>
            </p:cNvPr>
            <p:cNvCxnSpPr>
              <a:stCxn id="8" idx="2"/>
              <a:endCxn id="11" idx="0"/>
            </p:cNvCxnSpPr>
            <p:nvPr/>
          </p:nvCxnSpPr>
          <p:spPr bwMode="auto">
            <a:xfrm>
              <a:off x="1976048" y="2812708"/>
              <a:ext cx="0" cy="698669"/>
            </a:xfrm>
            <a:prstGeom prst="straightConnector1">
              <a:avLst/>
            </a:prstGeom>
            <a:ln w="28575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7C08D9C-AADC-42F6-6126-E5DCAEAF78F4}"/>
                </a:ext>
              </a:extLst>
            </p:cNvPr>
            <p:cNvCxnSpPr>
              <a:cxnSpLocks/>
              <a:stCxn id="11" idx="2"/>
              <a:endCxn id="12" idx="0"/>
            </p:cNvCxnSpPr>
            <p:nvPr/>
          </p:nvCxnSpPr>
          <p:spPr bwMode="auto">
            <a:xfrm>
              <a:off x="1976048" y="4281960"/>
              <a:ext cx="0" cy="598957"/>
            </a:xfrm>
            <a:prstGeom prst="straightConnector1">
              <a:avLst/>
            </a:prstGeom>
            <a:ln w="28575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A75DCDB3-9C66-6752-D665-6342E48B0942}"/>
              </a:ext>
            </a:extLst>
          </p:cNvPr>
          <p:cNvGrpSpPr/>
          <p:nvPr/>
        </p:nvGrpSpPr>
        <p:grpSpPr>
          <a:xfrm>
            <a:off x="4126658" y="2042125"/>
            <a:ext cx="4153737" cy="3095932"/>
            <a:chOff x="4126659" y="2042125"/>
            <a:chExt cx="3903158" cy="223983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963E5F3-0A76-4F1D-FB75-B57AFA8785DE}"/>
                </a:ext>
              </a:extLst>
            </p:cNvPr>
            <p:cNvSpPr/>
            <p:nvPr/>
          </p:nvSpPr>
          <p:spPr>
            <a:xfrm>
              <a:off x="5190639" y="2042125"/>
              <a:ext cx="1754208" cy="770582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步骤一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E74E830-8282-7D1B-33CE-BBC5ED3E3776}"/>
                </a:ext>
              </a:extLst>
            </p:cNvPr>
            <p:cNvSpPr/>
            <p:nvPr/>
          </p:nvSpPr>
          <p:spPr>
            <a:xfrm>
              <a:off x="4126659" y="3511377"/>
              <a:ext cx="1754208" cy="770582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步骤二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CB4E39-2825-73DB-4F80-6518513FC1C2}"/>
                </a:ext>
              </a:extLst>
            </p:cNvPr>
            <p:cNvSpPr/>
            <p:nvPr/>
          </p:nvSpPr>
          <p:spPr>
            <a:xfrm>
              <a:off x="6275609" y="3511376"/>
              <a:ext cx="1754208" cy="770582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步骤三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F916940-2FD7-56B6-C229-8EACE57184DE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 bwMode="auto">
            <a:xfrm flipH="1">
              <a:off x="5003763" y="2812707"/>
              <a:ext cx="1063980" cy="698670"/>
            </a:xfrm>
            <a:prstGeom prst="straightConnector1">
              <a:avLst/>
            </a:prstGeom>
            <a:ln w="28575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DD26FCC-49C5-D57D-6C56-DC036AA2B373}"/>
                </a:ext>
              </a:extLst>
            </p:cNvPr>
            <p:cNvCxnSpPr>
              <a:cxnSpLocks/>
              <a:stCxn id="14" idx="2"/>
              <a:endCxn id="16" idx="0"/>
            </p:cNvCxnSpPr>
            <p:nvPr/>
          </p:nvCxnSpPr>
          <p:spPr bwMode="auto">
            <a:xfrm>
              <a:off x="6067743" y="2812707"/>
              <a:ext cx="1084970" cy="698669"/>
            </a:xfrm>
            <a:prstGeom prst="straightConnector1">
              <a:avLst/>
            </a:prstGeom>
            <a:ln w="28575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E997C571-83B7-B229-65E5-BBE723AFB51C}"/>
              </a:ext>
            </a:extLst>
          </p:cNvPr>
          <p:cNvGrpSpPr/>
          <p:nvPr/>
        </p:nvGrpSpPr>
        <p:grpSpPr>
          <a:xfrm>
            <a:off x="8922862" y="1839980"/>
            <a:ext cx="2336215" cy="4437449"/>
            <a:chOff x="9104292" y="1963351"/>
            <a:chExt cx="1766908" cy="345062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732244A-53EE-AB77-19E6-2799E1F0E168}"/>
                </a:ext>
              </a:extLst>
            </p:cNvPr>
            <p:cNvSpPr/>
            <p:nvPr/>
          </p:nvSpPr>
          <p:spPr>
            <a:xfrm>
              <a:off x="9104292" y="1963351"/>
              <a:ext cx="1754208" cy="770582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步骤一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D730D1A-B74A-5DE3-98ED-62E90A6B14C2}"/>
                </a:ext>
              </a:extLst>
            </p:cNvPr>
            <p:cNvSpPr/>
            <p:nvPr/>
          </p:nvSpPr>
          <p:spPr>
            <a:xfrm>
              <a:off x="9104292" y="3273853"/>
              <a:ext cx="1754208" cy="770582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步骤二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5AE055E-0F2D-2C5F-E37C-B238B4F4695B}"/>
                </a:ext>
              </a:extLst>
            </p:cNvPr>
            <p:cNvSpPr/>
            <p:nvPr/>
          </p:nvSpPr>
          <p:spPr>
            <a:xfrm>
              <a:off x="9104292" y="4643393"/>
              <a:ext cx="1754208" cy="770582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步骤三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E179FCB4-F757-9E55-9A7F-E9A5752B8297}"/>
                </a:ext>
              </a:extLst>
            </p:cNvPr>
            <p:cNvCxnSpPr>
              <a:cxnSpLocks/>
              <a:stCxn id="17" idx="2"/>
              <a:endCxn id="18" idx="0"/>
            </p:cNvCxnSpPr>
            <p:nvPr/>
          </p:nvCxnSpPr>
          <p:spPr bwMode="auto">
            <a:xfrm>
              <a:off x="9981396" y="2733933"/>
              <a:ext cx="0" cy="539920"/>
            </a:xfrm>
            <a:prstGeom prst="straightConnector1">
              <a:avLst/>
            </a:prstGeom>
            <a:ln w="28575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5DC430BC-294B-9AF2-EF66-3FCCDC6D1C66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 bwMode="auto">
            <a:xfrm>
              <a:off x="9981396" y="4044435"/>
              <a:ext cx="0" cy="598958"/>
            </a:xfrm>
            <a:prstGeom prst="straightConnector1">
              <a:avLst/>
            </a:prstGeom>
            <a:ln w="28575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Elbow Connector 45">
              <a:extLst>
                <a:ext uri="{FF2B5EF4-FFF2-40B4-BE49-F238E27FC236}">
                  <a16:creationId xmlns:a16="http://schemas.microsoft.com/office/drawing/2014/main" id="{9A62E57C-ABC3-F35D-9A10-6B2765C9F7C1}"/>
                </a:ext>
              </a:extLst>
            </p:cNvPr>
            <p:cNvCxnSpPr>
              <a:stCxn id="19" idx="3"/>
              <a:endCxn id="18" idx="3"/>
            </p:cNvCxnSpPr>
            <p:nvPr/>
          </p:nvCxnSpPr>
          <p:spPr bwMode="auto">
            <a:xfrm flipV="1">
              <a:off x="10858500" y="3659144"/>
              <a:ext cx="12700" cy="1369540"/>
            </a:xfrm>
            <a:prstGeom prst="bentConnector3">
              <a:avLst>
                <a:gd name="adj1" fmla="val 1800000"/>
              </a:avLst>
            </a:prstGeom>
            <a:ln w="28575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47407875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二、条件语句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260350" y="846749"/>
            <a:ext cx="7981783" cy="5550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4000" b="1" dirty="0">
                <a:solidFill>
                  <a:srgbClr val="333333"/>
                </a:solidFill>
                <a:latin typeface="+mn-ea"/>
                <a:ea typeface="+mn-ea"/>
              </a:rPr>
              <a:t>1. </a:t>
            </a:r>
            <a:r>
              <a:rPr lang="zh-CN" altLang="en-US" sz="4000" b="1" dirty="0">
                <a:solidFill>
                  <a:srgbClr val="333333"/>
                </a:solidFill>
                <a:latin typeface="+mn-ea"/>
                <a:ea typeface="+mn-ea"/>
              </a:rPr>
              <a:t>条件判断</a:t>
            </a:r>
            <a:endParaRPr lang="en-US" altLang="zh-CN" sz="40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条件语句是通过一条或多条语句的</a:t>
            </a:r>
            <a:r>
              <a:rPr lang="zh-CN" altLang="en-US" sz="3000" b="1" u="sng" dirty="0">
                <a:solidFill>
                  <a:srgbClr val="333333"/>
                </a:solidFill>
                <a:latin typeface="+mn-ea"/>
                <a:ea typeface="+mn-ea"/>
              </a:rPr>
              <a:t>执行结果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True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或者</a:t>
            </a: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False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）来</a:t>
            </a:r>
            <a:r>
              <a:rPr lang="zh-CN" altLang="en-US" sz="3000" b="1" u="sng" dirty="0">
                <a:solidFill>
                  <a:srgbClr val="333333"/>
                </a:solidFill>
                <a:latin typeface="+mn-ea"/>
                <a:ea typeface="+mn-ea"/>
              </a:rPr>
              <a:t>决定是否执行代码块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。</a:t>
            </a:r>
            <a:endParaRPr lang="en-US" altLang="zh-CN" sz="30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条件判断一般通过</a:t>
            </a:r>
            <a:r>
              <a:rPr lang="en-US" altLang="zh-CN" sz="3000" b="1" u="sng" dirty="0">
                <a:solidFill>
                  <a:srgbClr val="333333"/>
                </a:solidFill>
                <a:latin typeface="+mn-ea"/>
                <a:ea typeface="+mn-ea"/>
              </a:rPr>
              <a:t>if-</a:t>
            </a:r>
            <a:r>
              <a:rPr lang="en-US" altLang="zh-CN" sz="3000" b="1" u="sng" dirty="0" err="1">
                <a:solidFill>
                  <a:srgbClr val="333333"/>
                </a:solidFill>
                <a:latin typeface="+mn-ea"/>
                <a:ea typeface="+mn-ea"/>
              </a:rPr>
              <a:t>elif</a:t>
            </a:r>
            <a:r>
              <a:rPr lang="en-US" altLang="zh-CN" sz="3000" b="1" u="sng" dirty="0">
                <a:solidFill>
                  <a:srgbClr val="333333"/>
                </a:solidFill>
                <a:latin typeface="+mn-ea"/>
                <a:ea typeface="+mn-ea"/>
              </a:rPr>
              <a:t>-else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语句实现。要么“</a:t>
            </a: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if”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区块的代码被执行，要么一个“</a:t>
            </a:r>
            <a:r>
              <a:rPr lang="en-US" altLang="zh-CN" sz="3000" dirty="0" err="1">
                <a:solidFill>
                  <a:srgbClr val="333333"/>
                </a:solidFill>
                <a:latin typeface="+mn-ea"/>
                <a:ea typeface="+mn-ea"/>
              </a:rPr>
              <a:t>elif</a:t>
            </a: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”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区块的代码被执行，要么“</a:t>
            </a: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else”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区块的代码被执行。</a:t>
            </a:r>
            <a:endParaRPr lang="en-US" altLang="zh-CN" sz="30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69" name="组合 68">
            <a:extLst>
              <a:ext uri="{FF2B5EF4-FFF2-40B4-BE49-F238E27FC236}">
                <a16:creationId xmlns:a16="http://schemas.microsoft.com/office/drawing/2014/main" id="{5A18C9E3-0F1A-A6F5-02AA-0B73FD93D1A3}"/>
              </a:ext>
            </a:extLst>
          </p:cNvPr>
          <p:cNvGrpSpPr/>
          <p:nvPr/>
        </p:nvGrpSpPr>
        <p:grpSpPr>
          <a:xfrm>
            <a:off x="8410800" y="1084440"/>
            <a:ext cx="3848402" cy="4960760"/>
            <a:chOff x="5508523" y="1278957"/>
            <a:chExt cx="3644609" cy="4730140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E1037E90-C543-B3BF-0515-994D952BA3AD}"/>
                </a:ext>
              </a:extLst>
            </p:cNvPr>
            <p:cNvSpPr/>
            <p:nvPr/>
          </p:nvSpPr>
          <p:spPr>
            <a:xfrm>
              <a:off x="5702071" y="4351910"/>
              <a:ext cx="1862032" cy="697546"/>
            </a:xfrm>
            <a:prstGeom prst="rect">
              <a:avLst/>
            </a:prstGeom>
            <a:noFill/>
            <a:ln w="28575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sz="32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条件代码</a:t>
              </a:r>
            </a:p>
          </p:txBody>
        </p:sp>
        <p:sp>
          <p:nvSpPr>
            <p:cNvPr id="5" name="菱形 4">
              <a:extLst>
                <a:ext uri="{FF2B5EF4-FFF2-40B4-BE49-F238E27FC236}">
                  <a16:creationId xmlns:a16="http://schemas.microsoft.com/office/drawing/2014/main" id="{BA4FF0D2-99F8-C708-CF13-E5A0FFB8E6B5}"/>
                </a:ext>
              </a:extLst>
            </p:cNvPr>
            <p:cNvSpPr/>
            <p:nvPr/>
          </p:nvSpPr>
          <p:spPr>
            <a:xfrm>
              <a:off x="5508523" y="2179273"/>
              <a:ext cx="2249129" cy="794052"/>
            </a:xfrm>
            <a:prstGeom prst="diamond">
              <a:avLst/>
            </a:prstGeom>
            <a:noFill/>
            <a:ln w="28575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sz="32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条件</a:t>
              </a:r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8A9231CB-8B36-D956-749D-3500DCB1ABBA}"/>
                </a:ext>
              </a:extLst>
            </p:cNvPr>
            <p:cNvSpPr/>
            <p:nvPr/>
          </p:nvSpPr>
          <p:spPr>
            <a:xfrm>
              <a:off x="6478229" y="1278957"/>
              <a:ext cx="309716" cy="302341"/>
            </a:xfrm>
            <a:prstGeom prst="ellipse">
              <a:avLst/>
            </a:prstGeom>
            <a:solidFill>
              <a:schemeClr val="bg2">
                <a:lumMod val="85000"/>
                <a:lumOff val="15000"/>
              </a:schemeClr>
            </a:solidFill>
          </p:spPr>
          <p:txBody>
            <a:bodyPr wrap="square" lIns="0" rtlCol="0" anchor="ctr">
              <a:noAutofit/>
            </a:bodyPr>
            <a:lstStyle/>
            <a:p>
              <a:pPr algn="l"/>
              <a:endParaRPr lang="zh-CN" altLang="en-US" sz="3200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6CA97CB2-CA55-635A-316D-75D20462DAD1}"/>
                </a:ext>
              </a:extLst>
            </p:cNvPr>
            <p:cNvSpPr/>
            <p:nvPr/>
          </p:nvSpPr>
          <p:spPr>
            <a:xfrm>
              <a:off x="6478229" y="5706756"/>
              <a:ext cx="309716" cy="302341"/>
            </a:xfrm>
            <a:prstGeom prst="ellipse">
              <a:avLst/>
            </a:prstGeom>
            <a:solidFill>
              <a:schemeClr val="bg2">
                <a:lumMod val="85000"/>
                <a:lumOff val="15000"/>
              </a:schemeClr>
            </a:solidFill>
          </p:spPr>
          <p:txBody>
            <a:bodyPr wrap="square" lIns="0" rtlCol="0" anchor="ctr">
              <a:noAutofit/>
            </a:bodyPr>
            <a:lstStyle/>
            <a:p>
              <a:pPr algn="l"/>
              <a:endParaRPr lang="zh-CN" altLang="en-US" sz="3200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4E680E97-53A0-EAF2-3C08-9F6913A69168}"/>
                </a:ext>
              </a:extLst>
            </p:cNvPr>
            <p:cNvCxnSpPr>
              <a:cxnSpLocks/>
              <a:stCxn id="6" idx="4"/>
              <a:endCxn id="5" idx="0"/>
            </p:cNvCxnSpPr>
            <p:nvPr/>
          </p:nvCxnSpPr>
          <p:spPr bwMode="auto">
            <a:xfrm>
              <a:off x="6633087" y="1581298"/>
              <a:ext cx="1" cy="597975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65F340BA-D08D-1954-B7A7-817880C6D73D}"/>
                </a:ext>
              </a:extLst>
            </p:cNvPr>
            <p:cNvCxnSpPr>
              <a:cxnSpLocks/>
              <a:stCxn id="35" idx="2"/>
              <a:endCxn id="4" idx="0"/>
            </p:cNvCxnSpPr>
            <p:nvPr/>
          </p:nvCxnSpPr>
          <p:spPr bwMode="auto">
            <a:xfrm>
              <a:off x="6631466" y="3831443"/>
              <a:ext cx="1620" cy="520466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1E23391E-E90F-AFF2-54B1-8BB505910B16}"/>
                </a:ext>
              </a:extLst>
            </p:cNvPr>
            <p:cNvCxnSpPr>
              <a:cxnSpLocks/>
              <a:stCxn id="4" idx="2"/>
              <a:endCxn id="7" idx="0"/>
            </p:cNvCxnSpPr>
            <p:nvPr/>
          </p:nvCxnSpPr>
          <p:spPr bwMode="auto">
            <a:xfrm>
              <a:off x="6633087" y="5049456"/>
              <a:ext cx="0" cy="657300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连接符: 肘形 25">
              <a:extLst>
                <a:ext uri="{FF2B5EF4-FFF2-40B4-BE49-F238E27FC236}">
                  <a16:creationId xmlns:a16="http://schemas.microsoft.com/office/drawing/2014/main" id="{9F03EEB3-00D9-CBE5-AB06-7796F691FF53}"/>
                </a:ext>
              </a:extLst>
            </p:cNvPr>
            <p:cNvCxnSpPr>
              <a:cxnSpLocks/>
              <a:stCxn id="38" idx="2"/>
              <a:endCxn id="7" idx="6"/>
            </p:cNvCxnSpPr>
            <p:nvPr/>
          </p:nvCxnSpPr>
          <p:spPr bwMode="auto">
            <a:xfrm rot="5400000">
              <a:off x="6738556" y="4259488"/>
              <a:ext cx="1647827" cy="1549049"/>
            </a:xfrm>
            <a:prstGeom prst="bentConnector2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连接符: 肘形 32">
              <a:extLst>
                <a:ext uri="{FF2B5EF4-FFF2-40B4-BE49-F238E27FC236}">
                  <a16:creationId xmlns:a16="http://schemas.microsoft.com/office/drawing/2014/main" id="{26DC0F8D-AC1F-F572-261D-8B536E7C5A01}"/>
                </a:ext>
              </a:extLst>
            </p:cNvPr>
            <p:cNvCxnSpPr>
              <a:cxnSpLocks/>
              <a:stCxn id="38" idx="0"/>
              <a:endCxn id="5" idx="3"/>
            </p:cNvCxnSpPr>
            <p:nvPr/>
          </p:nvCxnSpPr>
          <p:spPr bwMode="auto">
            <a:xfrm rot="16200000" flipV="1">
              <a:off x="7450524" y="2883428"/>
              <a:ext cx="1193599" cy="579341"/>
            </a:xfrm>
            <a:prstGeom prst="bentConnector2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C2EEEDFF-3E0A-9377-5B2F-E37FF44321F2}"/>
                </a:ext>
              </a:extLst>
            </p:cNvPr>
            <p:cNvSpPr txBox="1"/>
            <p:nvPr/>
          </p:nvSpPr>
          <p:spPr>
            <a:xfrm>
              <a:off x="5856942" y="3391241"/>
              <a:ext cx="1549049" cy="4402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solidFill>
                    <a:srgbClr val="0000CC"/>
                  </a:solidFill>
                  <a:latin typeface="+mn-ea"/>
                  <a:ea typeface="+mn-ea"/>
                </a:rPr>
                <a:t>满足条件</a:t>
              </a: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9B76AD53-817B-D66B-BC02-0A5702D32E00}"/>
                </a:ext>
              </a:extLst>
            </p:cNvPr>
            <p:cNvSpPr txBox="1"/>
            <p:nvPr/>
          </p:nvSpPr>
          <p:spPr>
            <a:xfrm>
              <a:off x="7520854" y="3769897"/>
              <a:ext cx="1632278" cy="4402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solidFill>
                    <a:srgbClr val="0000CC"/>
                  </a:solidFill>
                  <a:latin typeface="+mn-ea"/>
                  <a:ea typeface="+mn-ea"/>
                </a:rPr>
                <a:t>不满足条件</a:t>
              </a:r>
            </a:p>
          </p:txBody>
        </p: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DC5BE3EA-88A7-7B83-5447-842977E52C73}"/>
                </a:ext>
              </a:extLst>
            </p:cNvPr>
            <p:cNvCxnSpPr>
              <a:cxnSpLocks/>
              <a:stCxn id="5" idx="2"/>
              <a:endCxn id="35" idx="0"/>
            </p:cNvCxnSpPr>
            <p:nvPr/>
          </p:nvCxnSpPr>
          <p:spPr bwMode="auto">
            <a:xfrm flipH="1">
              <a:off x="6631466" y="2973324"/>
              <a:ext cx="1621" cy="417916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2362314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F6711-E464-5A33-E7D4-6D062796D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88A258D-7A8C-8AC1-5FCC-88DF62F72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51" y="8526"/>
            <a:ext cx="1045482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二、条件语句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FB9C93-210B-6ECD-FB6C-9E33E3F06F39}"/>
              </a:ext>
            </a:extLst>
          </p:cNvPr>
          <p:cNvSpPr txBox="1"/>
          <p:nvPr/>
        </p:nvSpPr>
        <p:spPr>
          <a:xfrm>
            <a:off x="392792" y="800688"/>
            <a:ext cx="6203951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just">
              <a:lnSpc>
                <a:spcPct val="150000"/>
              </a:lnSpc>
              <a:buAutoNum type="arabicPeriod"/>
            </a:pPr>
            <a:r>
              <a:rPr lang="zh-CN" altLang="en-US" sz="4000" b="1" dirty="0">
                <a:solidFill>
                  <a:srgbClr val="333333"/>
                </a:solidFill>
                <a:latin typeface="+mn-ea"/>
                <a:ea typeface="+mn-ea"/>
              </a:rPr>
              <a:t>条件判断表达式</a:t>
            </a:r>
            <a:endParaRPr lang="en-US" altLang="zh-CN" sz="40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dirty="0">
                <a:solidFill>
                  <a:srgbClr val="333333"/>
                </a:solidFill>
                <a:latin typeface="+mn-ea"/>
                <a:ea typeface="+mn-ea"/>
              </a:rPr>
              <a:t>布尔表达式与逻辑运算：</a:t>
            </a:r>
            <a:endParaRPr lang="en-US" altLang="zh-CN" sz="32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布尔值：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True/False</a:t>
            </a:r>
          </a:p>
          <a:p>
            <a:pPr algn="just"/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比较运算符：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==, !=, &gt;, &lt;…</a:t>
            </a:r>
          </a:p>
          <a:p>
            <a:pPr algn="just"/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逻辑运算符：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and, or, not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692DE4F-DFAC-1BCB-F1B8-2ADC0A20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8993"/>
          <a:stretch>
            <a:fillRect/>
          </a:stretch>
        </p:blipFill>
        <p:spPr>
          <a:xfrm>
            <a:off x="6289087" y="2837650"/>
            <a:ext cx="5679462" cy="1516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835855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9A7DB-64F0-032A-0347-7C4EB0FAA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78E6111-3053-28C9-8882-EAB831015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51" y="8526"/>
            <a:ext cx="1046752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二、条件语句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E7FE04-ED10-AD28-7E79-0FFF219A8228}"/>
              </a:ext>
            </a:extLst>
          </p:cNvPr>
          <p:cNvSpPr txBox="1"/>
          <p:nvPr/>
        </p:nvSpPr>
        <p:spPr>
          <a:xfrm>
            <a:off x="400050" y="846748"/>
            <a:ext cx="6733918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条件语句基础语法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107D873E-CA1D-1E6E-CB57-3F58E5AAF4E2}"/>
              </a:ext>
            </a:extLst>
          </p:cNvPr>
          <p:cNvGrpSpPr/>
          <p:nvPr/>
        </p:nvGrpSpPr>
        <p:grpSpPr>
          <a:xfrm>
            <a:off x="1088891" y="3429000"/>
            <a:ext cx="9120340" cy="3348452"/>
            <a:chOff x="1364662" y="3429000"/>
            <a:chExt cx="9120340" cy="334845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4B97976-EB68-DC67-5DEC-7ABF98606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64663" y="4052788"/>
              <a:ext cx="3145250" cy="2724664"/>
            </a:xfrm>
            <a:prstGeom prst="rect">
              <a:avLst/>
            </a:prstGeom>
          </p:spPr>
        </p:pic>
        <p:pic>
          <p:nvPicPr>
            <p:cNvPr id="7" name="Picture 6" descr="A screen shot of a computer code&#10;&#10;AI-generated content may be incorrect.">
              <a:extLst>
                <a:ext uri="{FF2B5EF4-FFF2-40B4-BE49-F238E27FC236}">
                  <a16:creationId xmlns:a16="http://schemas.microsoft.com/office/drawing/2014/main" id="{607894F7-E1BB-7627-C4FB-1F46085122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95999" y="4059004"/>
              <a:ext cx="4389003" cy="2718448"/>
            </a:xfrm>
            <a:prstGeom prst="rect">
              <a:avLst/>
            </a:prstGeom>
          </p:spPr>
        </p:pic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CE50B879-C39F-CE80-A983-BB2720366799}"/>
                </a:ext>
              </a:extLst>
            </p:cNvPr>
            <p:cNvSpPr/>
            <p:nvPr/>
          </p:nvSpPr>
          <p:spPr>
            <a:xfrm>
              <a:off x="4634555" y="5073929"/>
              <a:ext cx="1399123" cy="404602"/>
            </a:xfrm>
            <a:prstGeom prst="rightArrow">
              <a:avLst/>
            </a:prstGeom>
            <a:solidFill>
              <a:schemeClr val="tx2"/>
            </a:solidFill>
            <a:ln w="19050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18F394F-DDD4-6C97-0D0E-1D1DB3DD3A5B}"/>
                </a:ext>
              </a:extLst>
            </p:cNvPr>
            <p:cNvSpPr txBox="1"/>
            <p:nvPr/>
          </p:nvSpPr>
          <p:spPr>
            <a:xfrm>
              <a:off x="4572234" y="4612264"/>
              <a:ext cx="14614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b="1" dirty="0">
                  <a:solidFill>
                    <a:schemeClr val="accent2"/>
                  </a:solidFill>
                  <a:latin typeface="+mn-ea"/>
                  <a:ea typeface="+mn-ea"/>
                </a:rPr>
                <a:t>具体案例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AB4425C-04AB-C511-10CB-7F7F2F90872F}"/>
                </a:ext>
              </a:extLst>
            </p:cNvPr>
            <p:cNvSpPr txBox="1"/>
            <p:nvPr/>
          </p:nvSpPr>
          <p:spPr>
            <a:xfrm>
              <a:off x="1364662" y="3429000"/>
              <a:ext cx="3145250" cy="5810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zh-CN" b="1" dirty="0">
                  <a:solidFill>
                    <a:schemeClr val="accent2"/>
                  </a:solidFill>
                  <a:latin typeface="+mn-ea"/>
                  <a:ea typeface="+mn-ea"/>
                </a:rPr>
                <a:t>If/</a:t>
              </a:r>
              <a:r>
                <a:rPr lang="en-US" altLang="zh-CN" b="1" dirty="0" err="1">
                  <a:solidFill>
                    <a:schemeClr val="accent2"/>
                  </a:solidFill>
                  <a:latin typeface="+mn-ea"/>
                  <a:ea typeface="+mn-ea"/>
                </a:rPr>
                <a:t>elif</a:t>
              </a:r>
              <a:r>
                <a:rPr lang="en-US" altLang="zh-CN" b="1" dirty="0">
                  <a:solidFill>
                    <a:schemeClr val="accent2"/>
                  </a:solidFill>
                  <a:latin typeface="+mn-ea"/>
                  <a:ea typeface="+mn-ea"/>
                </a:rPr>
                <a:t>/else: </a:t>
              </a:r>
              <a:r>
                <a:rPr lang="zh-CN" altLang="en-US" b="1" dirty="0">
                  <a:solidFill>
                    <a:schemeClr val="accent2"/>
                  </a:solidFill>
                  <a:latin typeface="+mn-ea"/>
                  <a:ea typeface="+mn-ea"/>
                </a:rPr>
                <a:t>多分支</a:t>
              </a:r>
              <a:endParaRPr lang="en-US" altLang="zh-CN" b="1" dirty="0">
                <a:solidFill>
                  <a:schemeClr val="accent2"/>
                </a:solidFill>
                <a:latin typeface="+mn-ea"/>
                <a:ea typeface="+mn-ea"/>
              </a:endParaRPr>
            </a:p>
          </p:txBody>
        </p: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9058BAE8-59B9-CD94-8564-C565FD9AA547}"/>
              </a:ext>
            </a:extLst>
          </p:cNvPr>
          <p:cNvGrpSpPr/>
          <p:nvPr/>
        </p:nvGrpSpPr>
        <p:grpSpPr>
          <a:xfrm>
            <a:off x="2750262" y="1495530"/>
            <a:ext cx="3505394" cy="1856200"/>
            <a:chOff x="746236" y="1415242"/>
            <a:chExt cx="3146742" cy="1701377"/>
          </a:xfrm>
        </p:grpSpPr>
        <p:pic>
          <p:nvPicPr>
            <p:cNvPr id="11" name="Picture 10" descr="A black background with white text&#10;&#10;AI-generated content may be incorrect.">
              <a:extLst>
                <a:ext uri="{FF2B5EF4-FFF2-40B4-BE49-F238E27FC236}">
                  <a16:creationId xmlns:a16="http://schemas.microsoft.com/office/drawing/2014/main" id="{46EB6E5A-85F0-9346-6E60-F50B6AB69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47728" y="2078846"/>
              <a:ext cx="3145250" cy="1037773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83AE1B9-F195-4055-AF97-5F7058ABCEE5}"/>
                </a:ext>
              </a:extLst>
            </p:cNvPr>
            <p:cNvSpPr txBox="1"/>
            <p:nvPr/>
          </p:nvSpPr>
          <p:spPr>
            <a:xfrm>
              <a:off x="746236" y="1415242"/>
              <a:ext cx="847615" cy="6072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lang="en-US" altLang="zh-CN" sz="2800" b="1" dirty="0">
                  <a:solidFill>
                    <a:schemeClr val="accent2"/>
                  </a:solidFill>
                  <a:latin typeface="+mn-ea"/>
                  <a:ea typeface="+mn-ea"/>
                </a:rPr>
                <a:t>If</a:t>
              </a:r>
            </a:p>
          </p:txBody>
        </p:sp>
      </p:grpSp>
      <p:grpSp>
        <p:nvGrpSpPr>
          <p:cNvPr id="4" name="组合 3">
            <a:extLst>
              <a:ext uri="{FF2B5EF4-FFF2-40B4-BE49-F238E27FC236}">
                <a16:creationId xmlns:a16="http://schemas.microsoft.com/office/drawing/2014/main" id="{F4551741-5D52-C0A0-59C6-36BE8A53A977}"/>
              </a:ext>
            </a:extLst>
          </p:cNvPr>
          <p:cNvGrpSpPr/>
          <p:nvPr/>
        </p:nvGrpSpPr>
        <p:grpSpPr>
          <a:xfrm>
            <a:off x="6723485" y="1029645"/>
            <a:ext cx="3199721" cy="2675722"/>
            <a:chOff x="6199605" y="1535418"/>
            <a:chExt cx="2804174" cy="239450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D43ABD5-5B57-8113-B38D-657948375C6F}"/>
                </a:ext>
              </a:extLst>
            </p:cNvPr>
            <p:cNvSpPr txBox="1"/>
            <p:nvPr/>
          </p:nvSpPr>
          <p:spPr>
            <a:xfrm>
              <a:off x="6199605" y="1535418"/>
              <a:ext cx="2460738" cy="5929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lang="en-US" altLang="zh-CN" sz="2800" b="1" dirty="0">
                  <a:solidFill>
                    <a:schemeClr val="accent2"/>
                  </a:solidFill>
                  <a:latin typeface="+mn-ea"/>
                  <a:ea typeface="+mn-ea"/>
                </a:rPr>
                <a:t>If/else</a:t>
              </a:r>
            </a:p>
          </p:txBody>
        </p:sp>
        <p:pic>
          <p:nvPicPr>
            <p:cNvPr id="17" name="Picture 16" descr="A black background with white text and blue letters&#10;&#10;AI-generated content may be incorrect.">
              <a:extLst>
                <a:ext uri="{FF2B5EF4-FFF2-40B4-BE49-F238E27FC236}">
                  <a16:creationId xmlns:a16="http://schemas.microsoft.com/office/drawing/2014/main" id="{2BFD923F-620B-CC75-A34B-8043277DF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247342" y="2116474"/>
              <a:ext cx="2756437" cy="1813445"/>
            </a:xfrm>
            <a:prstGeom prst="rect">
              <a:avLst/>
            </a:prstGeom>
          </p:spPr>
        </p:pic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F40432DF-FE1A-2F7C-86AB-8E010D261FE4}"/>
              </a:ext>
            </a:extLst>
          </p:cNvPr>
          <p:cNvSpPr txBox="1"/>
          <p:nvPr/>
        </p:nvSpPr>
        <p:spPr>
          <a:xfrm>
            <a:off x="187929" y="2211146"/>
            <a:ext cx="22352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缩进规则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  <a:p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4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空格 或 </a:t>
            </a:r>
            <a:r>
              <a:rPr lang="en-US" dirty="0">
                <a:solidFill>
                  <a:schemeClr val="bg2"/>
                </a:solidFill>
                <a:latin typeface="+mn-ea"/>
                <a:ea typeface="+mn-ea"/>
              </a:rPr>
              <a:t>Tab</a:t>
            </a:r>
            <a:endParaRPr lang="en-CN" dirty="0">
              <a:solidFill>
                <a:schemeClr val="bg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9226244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B4E560-E74B-EF86-0B10-2E9E72D82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155C662-FA64-BB6F-1D15-6AFA005D8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1" y="8526"/>
            <a:ext cx="1048022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二、条件语句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ED012DB-8942-8839-D497-3485DD138C48}"/>
              </a:ext>
            </a:extLst>
          </p:cNvPr>
          <p:cNvSpPr txBox="1"/>
          <p:nvPr/>
        </p:nvSpPr>
        <p:spPr>
          <a:xfrm>
            <a:off x="361950" y="846748"/>
            <a:ext cx="677201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条件语句基础语法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If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语句的嵌套与简化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B66AF0-5876-C132-0855-94A67F7109F4}"/>
              </a:ext>
            </a:extLst>
          </p:cNvPr>
          <p:cNvSpPr txBox="1"/>
          <p:nvPr/>
        </p:nvSpPr>
        <p:spPr>
          <a:xfrm>
            <a:off x="427266" y="2492943"/>
            <a:ext cx="421730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条件</a:t>
            </a:r>
            <a:r>
              <a:rPr kumimoji="0" lang="zh-CN" alt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</a:rPr>
              <a:t>嵌套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：多层级判断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428F37B-100F-1642-A331-0E81F1F3E6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207329"/>
            <a:ext cx="5807211" cy="418218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910D128-253B-0A87-A9A6-47B14F3B36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266" y="5781136"/>
            <a:ext cx="10110107" cy="691428"/>
          </a:xfrm>
          <a:prstGeom prst="rect">
            <a:avLst/>
          </a:prstGeom>
        </p:spPr>
      </p:pic>
      <p:sp>
        <p:nvSpPr>
          <p:cNvPr id="8" name="TextBox 5">
            <a:extLst>
              <a:ext uri="{FF2B5EF4-FFF2-40B4-BE49-F238E27FC236}">
                <a16:creationId xmlns:a16="http://schemas.microsoft.com/office/drawing/2014/main" id="{A8AB5692-AA6E-F45E-1D65-A3B8F5567036}"/>
              </a:ext>
            </a:extLst>
          </p:cNvPr>
          <p:cNvSpPr txBox="1"/>
          <p:nvPr/>
        </p:nvSpPr>
        <p:spPr>
          <a:xfrm>
            <a:off x="427266" y="5112512"/>
            <a:ext cx="309711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3000" b="1" dirty="0">
                <a:solidFill>
                  <a:schemeClr val="bg2"/>
                </a:solidFill>
                <a:latin typeface="+mn-ea"/>
                <a:ea typeface="+mn-ea"/>
              </a:rPr>
              <a:t>if</a:t>
            </a:r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简化写法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51555128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68893"/>
            <a:ext cx="11670743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二、循环语句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72163772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247652" y="846748"/>
            <a:ext cx="7248978" cy="4985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1. 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概念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200000"/>
              </a:lnSpc>
            </a:pPr>
            <a:r>
              <a:rPr lang="zh-CN" altLang="zh-CN" sz="3000" dirty="0">
                <a:solidFill>
                  <a:srgbClr val="333333"/>
                </a:solidFill>
                <a:latin typeface="+mn-ea"/>
                <a:ea typeface="+mn-ea"/>
              </a:rPr>
              <a:t>循环语句 (Loop statement) 又称重复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语句</a:t>
            </a:r>
            <a:r>
              <a:rPr lang="zh-CN" altLang="zh-CN" sz="3000" dirty="0">
                <a:solidFill>
                  <a:srgbClr val="333333"/>
                </a:solidFill>
                <a:latin typeface="+mn-ea"/>
                <a:ea typeface="+mn-ea"/>
              </a:rPr>
              <a:t>，用于</a:t>
            </a:r>
            <a:r>
              <a:rPr lang="zh-CN" altLang="zh-CN" sz="3000" b="1" u="sng" dirty="0">
                <a:solidFill>
                  <a:srgbClr val="333333"/>
                </a:solidFill>
                <a:latin typeface="+mn-ea"/>
                <a:ea typeface="+mn-ea"/>
              </a:rPr>
              <a:t>反复执行</a:t>
            </a:r>
            <a:r>
              <a:rPr lang="zh-CN" altLang="en-US" sz="3000" b="1" u="sng" dirty="0">
                <a:solidFill>
                  <a:srgbClr val="333333"/>
                </a:solidFill>
                <a:latin typeface="+mn-ea"/>
                <a:ea typeface="+mn-ea"/>
              </a:rPr>
              <a:t>某种</a:t>
            </a:r>
            <a:r>
              <a:rPr lang="zh-CN" altLang="zh-CN" sz="3000" b="1" u="sng" dirty="0">
                <a:solidFill>
                  <a:srgbClr val="333333"/>
                </a:solidFill>
                <a:latin typeface="+mn-ea"/>
                <a:ea typeface="+mn-ea"/>
              </a:rPr>
              <a:t>操作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。循环语句一般都与条件控制语句搭配使用，根据判断条件的返回值，决定是否执行循环体。</a:t>
            </a:r>
            <a:endParaRPr lang="en-US" altLang="zh-CN" sz="30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1860310E-A2A6-8DC0-9871-1DC78B0851BB}"/>
              </a:ext>
            </a:extLst>
          </p:cNvPr>
          <p:cNvGrpSpPr/>
          <p:nvPr/>
        </p:nvGrpSpPr>
        <p:grpSpPr>
          <a:xfrm>
            <a:off x="8360230" y="1226785"/>
            <a:ext cx="3955143" cy="4745843"/>
            <a:chOff x="5682075" y="1829379"/>
            <a:chExt cx="3247180" cy="3386565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CC2FDB18-72FD-634A-5DA0-E9367156C8A6}"/>
                </a:ext>
              </a:extLst>
            </p:cNvPr>
            <p:cNvSpPr/>
            <p:nvPr/>
          </p:nvSpPr>
          <p:spPr>
            <a:xfrm>
              <a:off x="5682075" y="2316719"/>
              <a:ext cx="2083886" cy="815573"/>
            </a:xfrm>
            <a:prstGeom prst="rect">
              <a:avLst/>
            </a:prstGeom>
            <a:solidFill>
              <a:schemeClr val="accent6"/>
            </a:solidFill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循环条件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036FB50-34EA-A237-E4CA-F0BE8F02293B}"/>
                </a:ext>
              </a:extLst>
            </p:cNvPr>
            <p:cNvSpPr/>
            <p:nvPr/>
          </p:nvSpPr>
          <p:spPr>
            <a:xfrm>
              <a:off x="5682075" y="3565969"/>
              <a:ext cx="2083886" cy="815573"/>
            </a:xfrm>
            <a:prstGeom prst="rect">
              <a:avLst/>
            </a:prstGeom>
            <a:solidFill>
              <a:schemeClr val="accent6"/>
            </a:solidFill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循环体</a:t>
              </a:r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3F16E751-D6D1-8166-7B23-5C0684B1A6B8}"/>
                </a:ext>
              </a:extLst>
            </p:cNvPr>
            <p:cNvCxnSpPr>
              <a:stCxn id="5" idx="2"/>
              <a:endCxn id="6" idx="0"/>
            </p:cNvCxnSpPr>
            <p:nvPr/>
          </p:nvCxnSpPr>
          <p:spPr bwMode="auto">
            <a:xfrm>
              <a:off x="6724018" y="3132292"/>
              <a:ext cx="0" cy="433677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86059AD7-7202-DBA6-503E-D1311CDDB2A8}"/>
                </a:ext>
              </a:extLst>
            </p:cNvPr>
            <p:cNvCxnSpPr>
              <a:cxnSpLocks/>
              <a:endCxn id="5" idx="0"/>
            </p:cNvCxnSpPr>
            <p:nvPr/>
          </p:nvCxnSpPr>
          <p:spPr bwMode="auto">
            <a:xfrm>
              <a:off x="6724018" y="1829379"/>
              <a:ext cx="0" cy="487340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连接符: 肘形 12">
              <a:extLst>
                <a:ext uri="{FF2B5EF4-FFF2-40B4-BE49-F238E27FC236}">
                  <a16:creationId xmlns:a16="http://schemas.microsoft.com/office/drawing/2014/main" id="{A1BA7944-2524-D182-5B72-8A4AA3E00F8F}"/>
                </a:ext>
              </a:extLst>
            </p:cNvPr>
            <p:cNvCxnSpPr>
              <a:cxnSpLocks/>
              <a:stCxn id="5" idx="3"/>
            </p:cNvCxnSpPr>
            <p:nvPr/>
          </p:nvCxnSpPr>
          <p:spPr bwMode="auto">
            <a:xfrm>
              <a:off x="7765961" y="2724506"/>
              <a:ext cx="264016" cy="2491438"/>
            </a:xfrm>
            <a:prstGeom prst="bentConnector2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连接符: 肘形 13">
              <a:extLst>
                <a:ext uri="{FF2B5EF4-FFF2-40B4-BE49-F238E27FC236}">
                  <a16:creationId xmlns:a16="http://schemas.microsoft.com/office/drawing/2014/main" id="{5D72AB84-0978-5B82-1032-E381A6B23A45}"/>
                </a:ext>
              </a:extLst>
            </p:cNvPr>
            <p:cNvCxnSpPr>
              <a:cxnSpLocks/>
              <a:stCxn id="6" idx="2"/>
              <a:endCxn id="5" idx="1"/>
            </p:cNvCxnSpPr>
            <p:nvPr/>
          </p:nvCxnSpPr>
          <p:spPr bwMode="auto">
            <a:xfrm rot="5400000" flipH="1">
              <a:off x="5374529" y="3032053"/>
              <a:ext cx="1657036" cy="1041943"/>
            </a:xfrm>
            <a:prstGeom prst="bentConnector4">
              <a:avLst>
                <a:gd name="adj1" fmla="val -13796"/>
                <a:gd name="adj2" fmla="val 124412"/>
              </a:avLst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C2D80ACF-3D26-2E94-9688-EC532DAADAC0}"/>
                </a:ext>
              </a:extLst>
            </p:cNvPr>
            <p:cNvSpPr txBox="1"/>
            <p:nvPr/>
          </p:nvSpPr>
          <p:spPr>
            <a:xfrm>
              <a:off x="8024327" y="3429000"/>
              <a:ext cx="90492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chemeClr val="bg2"/>
                  </a:solidFill>
                  <a:latin typeface="+mj-ea"/>
                  <a:ea typeface="+mj-ea"/>
                </a:rPr>
                <a:t>False</a:t>
              </a:r>
              <a:endParaRPr lang="zh-CN" altLang="en-US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366E5F04-BF75-2A37-322C-D7169B736A22}"/>
                </a:ext>
              </a:extLst>
            </p:cNvPr>
            <p:cNvSpPr txBox="1"/>
            <p:nvPr/>
          </p:nvSpPr>
          <p:spPr>
            <a:xfrm>
              <a:off x="6756212" y="3118365"/>
              <a:ext cx="1041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altLang="zh-CN" dirty="0">
                  <a:solidFill>
                    <a:schemeClr val="bg2"/>
                  </a:solidFill>
                  <a:latin typeface="+mj-ea"/>
                  <a:ea typeface="+mj-ea"/>
                </a:rPr>
                <a:t>True</a:t>
              </a:r>
              <a:endParaRPr lang="zh-CN" altLang="en-US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2048310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44450" y="8526"/>
            <a:ext cx="10492923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266704" y="846749"/>
            <a:ext cx="7799874" cy="54583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概念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Python 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中的循环语句包括 </a:t>
            </a:r>
            <a:r>
              <a:rPr lang="en-US" altLang="zh-CN" sz="3000" b="1" u="sng" dirty="0">
                <a:solidFill>
                  <a:srgbClr val="333333"/>
                </a:solidFill>
                <a:latin typeface="+mn-ea"/>
                <a:ea typeface="+mn-ea"/>
              </a:rPr>
              <a:t>while </a:t>
            </a:r>
            <a:r>
              <a:rPr lang="zh-CN" altLang="en-US" sz="3000" b="1" u="sng" dirty="0">
                <a:solidFill>
                  <a:srgbClr val="333333"/>
                </a:solidFill>
                <a:latin typeface="+mn-ea"/>
                <a:ea typeface="+mn-ea"/>
              </a:rPr>
              <a:t>循环 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与 </a:t>
            </a:r>
            <a:r>
              <a:rPr lang="en-US" altLang="zh-CN" sz="3000" b="1" u="sng" dirty="0">
                <a:solidFill>
                  <a:srgbClr val="333333"/>
                </a:solidFill>
                <a:latin typeface="+mn-ea"/>
                <a:ea typeface="+mn-ea"/>
              </a:rPr>
              <a:t>for </a:t>
            </a:r>
            <a:r>
              <a:rPr lang="zh-CN" altLang="en-US" sz="3000" b="1" u="sng" dirty="0">
                <a:solidFill>
                  <a:srgbClr val="333333"/>
                </a:solidFill>
                <a:latin typeface="+mn-ea"/>
                <a:ea typeface="+mn-ea"/>
              </a:rPr>
              <a:t>循环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，</a:t>
            </a:r>
            <a:r>
              <a:rPr lang="zh-CN" altLang="en-US" sz="3000" u="sng" dirty="0">
                <a:solidFill>
                  <a:srgbClr val="333333"/>
                </a:solidFill>
                <a:latin typeface="+mn-ea"/>
                <a:ea typeface="+mn-ea"/>
              </a:rPr>
              <a:t>前者通过判断是否满足特定条件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，以决定是否重复执行某种操作；</a:t>
            </a:r>
            <a:r>
              <a:rPr lang="zh-CN" altLang="en-US" sz="3000" u="sng" dirty="0">
                <a:solidFill>
                  <a:srgbClr val="333333"/>
                </a:solidFill>
                <a:latin typeface="+mn-ea"/>
                <a:ea typeface="+mn-ea"/>
              </a:rPr>
              <a:t>后者采用遍历的形式反复执行某种操作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。</a:t>
            </a:r>
            <a:endParaRPr lang="en-US" altLang="zh-CN" sz="30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为了更加灵活的控制循环语句，</a:t>
            </a: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Python 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中还提供了</a:t>
            </a:r>
            <a:r>
              <a:rPr lang="en-US" altLang="zh-CN" sz="3000" b="1" u="sng" dirty="0">
                <a:solidFill>
                  <a:srgbClr val="333333"/>
                </a:solidFill>
                <a:latin typeface="+mn-ea"/>
                <a:ea typeface="+mn-ea"/>
              </a:rPr>
              <a:t>break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、</a:t>
            </a:r>
            <a:r>
              <a:rPr lang="en-US" altLang="zh-CN" sz="3000" b="1" u="sng" dirty="0">
                <a:solidFill>
                  <a:srgbClr val="333333"/>
                </a:solidFill>
                <a:latin typeface="+mn-ea"/>
                <a:ea typeface="+mn-ea"/>
              </a:rPr>
              <a:t>continue</a:t>
            </a: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等语句。</a:t>
            </a:r>
            <a:endParaRPr lang="en-US" altLang="zh-CN" sz="30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105" name="组合 104">
            <a:extLst>
              <a:ext uri="{FF2B5EF4-FFF2-40B4-BE49-F238E27FC236}">
                <a16:creationId xmlns:a16="http://schemas.microsoft.com/office/drawing/2014/main" id="{D052DDC4-3246-1B3C-EF34-66067440EA89}"/>
              </a:ext>
            </a:extLst>
          </p:cNvPr>
          <p:cNvGrpSpPr/>
          <p:nvPr/>
        </p:nvGrpSpPr>
        <p:grpSpPr>
          <a:xfrm>
            <a:off x="8715829" y="3839881"/>
            <a:ext cx="3362785" cy="2872975"/>
            <a:chOff x="6403973" y="3976512"/>
            <a:chExt cx="2740027" cy="2261409"/>
          </a:xfrm>
        </p:grpSpPr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8162FAEB-1DB7-D845-F638-5C533CF6E59C}"/>
                </a:ext>
              </a:extLst>
            </p:cNvPr>
            <p:cNvSpPr/>
            <p:nvPr/>
          </p:nvSpPr>
          <p:spPr>
            <a:xfrm>
              <a:off x="7082107" y="3976512"/>
              <a:ext cx="234896" cy="236873"/>
            </a:xfrm>
            <a:prstGeom prst="ellipse">
              <a:avLst/>
            </a:prstGeom>
            <a:solidFill>
              <a:srgbClr val="00B050"/>
            </a:solidFill>
          </p:spPr>
          <p:txBody>
            <a:bodyPr wrap="square" lIns="0" rtlCol="0" anchor="ctr">
              <a:noAutofit/>
            </a:bodyPr>
            <a:lstStyle/>
            <a:p>
              <a:pPr algn="l"/>
              <a:endParaRPr lang="zh-CN" altLang="en-US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菱形 9">
              <a:extLst>
                <a:ext uri="{FF2B5EF4-FFF2-40B4-BE49-F238E27FC236}">
                  <a16:creationId xmlns:a16="http://schemas.microsoft.com/office/drawing/2014/main" id="{BE46F00D-C7DD-34BC-73D6-15DDDB072029}"/>
                </a:ext>
              </a:extLst>
            </p:cNvPr>
            <p:cNvSpPr/>
            <p:nvPr/>
          </p:nvSpPr>
          <p:spPr>
            <a:xfrm>
              <a:off x="6403973" y="4575722"/>
              <a:ext cx="1591159" cy="634922"/>
            </a:xfrm>
            <a:prstGeom prst="diamond">
              <a:avLst/>
            </a:prstGeom>
            <a:solidFill>
              <a:srgbClr val="CC6600"/>
            </a:solidFill>
          </p:spPr>
          <p:txBody>
            <a:bodyPr wrap="square" lIns="0" rtlCol="0" anchor="ctr">
              <a:noAutofit/>
            </a:bodyPr>
            <a:lstStyle/>
            <a:p>
              <a:r>
                <a:rPr lang="en-US" altLang="zh-CN" sz="1800" b="1" dirty="0">
                  <a:latin typeface="微软雅黑" pitchFamily="34" charset="-122"/>
                  <a:ea typeface="微软雅黑" pitchFamily="34" charset="-122"/>
                </a:rPr>
                <a:t>For</a:t>
              </a:r>
              <a:r>
                <a:rPr lang="zh-CN" altLang="en-US" sz="1800" b="1" dirty="0">
                  <a:latin typeface="微软雅黑" pitchFamily="34" charset="-122"/>
                  <a:ea typeface="微软雅黑" pitchFamily="34" charset="-122"/>
                </a:rPr>
                <a:t>元素集</a:t>
              </a:r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62B46BB3-AC68-F2FA-DD5C-53019AF569CD}"/>
                </a:ext>
              </a:extLst>
            </p:cNvPr>
            <p:cNvSpPr/>
            <p:nvPr/>
          </p:nvSpPr>
          <p:spPr>
            <a:xfrm>
              <a:off x="6553200" y="5489886"/>
              <a:ext cx="1292709" cy="552344"/>
            </a:xfrm>
            <a:prstGeom prst="roundRect">
              <a:avLst/>
            </a:prstGeom>
            <a:solidFill>
              <a:srgbClr val="CC6600"/>
            </a:solidFill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sz="1800" b="1" dirty="0">
                  <a:latin typeface="微软雅黑" pitchFamily="34" charset="-122"/>
                  <a:ea typeface="微软雅黑" pitchFamily="34" charset="-122"/>
                </a:rPr>
                <a:t>循环体</a:t>
              </a: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700E8035-BBF4-301A-68AF-CF1F38D576CA}"/>
                </a:ext>
              </a:extLst>
            </p:cNvPr>
            <p:cNvSpPr/>
            <p:nvPr/>
          </p:nvSpPr>
          <p:spPr>
            <a:xfrm>
              <a:off x="8138900" y="6001048"/>
              <a:ext cx="234896" cy="236873"/>
            </a:xfrm>
            <a:prstGeom prst="ellipse">
              <a:avLst/>
            </a:prstGeom>
            <a:solidFill>
              <a:srgbClr val="00B050"/>
            </a:solidFill>
          </p:spPr>
          <p:txBody>
            <a:bodyPr wrap="square" lIns="0" rtlCol="0" anchor="ctr">
              <a:noAutofit/>
            </a:bodyPr>
            <a:lstStyle/>
            <a:p>
              <a:pPr algn="l"/>
              <a:endParaRPr lang="zh-CN" altLang="en-US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14A08140-4680-F675-00A2-3A0814E05D4B}"/>
                </a:ext>
              </a:extLst>
            </p:cNvPr>
            <p:cNvCxnSpPr>
              <a:cxnSpLocks/>
              <a:stCxn id="9" idx="4"/>
              <a:endCxn id="10" idx="0"/>
            </p:cNvCxnSpPr>
            <p:nvPr/>
          </p:nvCxnSpPr>
          <p:spPr bwMode="auto">
            <a:xfrm flipH="1">
              <a:off x="7199554" y="4213385"/>
              <a:ext cx="2" cy="362337"/>
            </a:xfrm>
            <a:prstGeom prst="straightConnector1">
              <a:avLst/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5D16E459-F446-67C7-181E-76EBEB653C8E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 bwMode="auto">
            <a:xfrm>
              <a:off x="7199554" y="5210643"/>
              <a:ext cx="0" cy="279243"/>
            </a:xfrm>
            <a:prstGeom prst="straightConnector1">
              <a:avLst/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连接符: 肘形 35">
              <a:extLst>
                <a:ext uri="{FF2B5EF4-FFF2-40B4-BE49-F238E27FC236}">
                  <a16:creationId xmlns:a16="http://schemas.microsoft.com/office/drawing/2014/main" id="{E5B2402E-DE4E-F422-25D2-25202BA3C25B}"/>
                </a:ext>
              </a:extLst>
            </p:cNvPr>
            <p:cNvCxnSpPr>
              <a:cxnSpLocks/>
              <a:stCxn id="11" idx="1"/>
              <a:endCxn id="10" idx="1"/>
            </p:cNvCxnSpPr>
            <p:nvPr/>
          </p:nvCxnSpPr>
          <p:spPr bwMode="auto">
            <a:xfrm rot="10800000">
              <a:off x="6403976" y="4893183"/>
              <a:ext cx="149225" cy="872875"/>
            </a:xfrm>
            <a:prstGeom prst="bentConnector3">
              <a:avLst>
                <a:gd name="adj1" fmla="val 227364"/>
              </a:avLst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连接符: 肘形 38">
              <a:extLst>
                <a:ext uri="{FF2B5EF4-FFF2-40B4-BE49-F238E27FC236}">
                  <a16:creationId xmlns:a16="http://schemas.microsoft.com/office/drawing/2014/main" id="{61DBB9C8-0742-DE75-2284-9749A2EDC28B}"/>
                </a:ext>
              </a:extLst>
            </p:cNvPr>
            <p:cNvCxnSpPr>
              <a:cxnSpLocks/>
              <a:stCxn id="10" idx="3"/>
              <a:endCxn id="27" idx="0"/>
            </p:cNvCxnSpPr>
            <p:nvPr/>
          </p:nvCxnSpPr>
          <p:spPr bwMode="auto">
            <a:xfrm>
              <a:off x="7995134" y="4893183"/>
              <a:ext cx="261215" cy="1107866"/>
            </a:xfrm>
            <a:prstGeom prst="bentConnector2">
              <a:avLst/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80844747-4223-E5D6-BA2D-0FB6AC328F13}"/>
                </a:ext>
              </a:extLst>
            </p:cNvPr>
            <p:cNvSpPr txBox="1"/>
            <p:nvPr/>
          </p:nvSpPr>
          <p:spPr>
            <a:xfrm>
              <a:off x="7336023" y="5078882"/>
              <a:ext cx="622925" cy="3332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>
                  <a:solidFill>
                    <a:schemeClr val="bg2"/>
                  </a:solidFill>
                  <a:latin typeface="+mj-ea"/>
                  <a:ea typeface="+mj-ea"/>
                </a:rPr>
                <a:t>True</a:t>
              </a:r>
              <a:endParaRPr lang="zh-CN" altLang="en-US" sz="2000" b="1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122F7816-63C3-0C27-C6D9-25ECD9FE7520}"/>
                </a:ext>
              </a:extLst>
            </p:cNvPr>
            <p:cNvSpPr txBox="1"/>
            <p:nvPr/>
          </p:nvSpPr>
          <p:spPr>
            <a:xfrm>
              <a:off x="8256348" y="5030733"/>
              <a:ext cx="887652" cy="3332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b="1" dirty="0">
                  <a:solidFill>
                    <a:schemeClr val="bg2"/>
                  </a:solidFill>
                  <a:latin typeface="+mj-ea"/>
                  <a:ea typeface="+mj-ea"/>
                </a:rPr>
                <a:t>False</a:t>
              </a:r>
              <a:endParaRPr lang="zh-CN" altLang="en-US" sz="2000" b="1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104" name="组合 103">
            <a:extLst>
              <a:ext uri="{FF2B5EF4-FFF2-40B4-BE49-F238E27FC236}">
                <a16:creationId xmlns:a16="http://schemas.microsoft.com/office/drawing/2014/main" id="{101DF4CB-7B32-BCB3-1A3A-C0474FF7E7D3}"/>
              </a:ext>
            </a:extLst>
          </p:cNvPr>
          <p:cNvGrpSpPr/>
          <p:nvPr/>
        </p:nvGrpSpPr>
        <p:grpSpPr>
          <a:xfrm>
            <a:off x="8677033" y="975436"/>
            <a:ext cx="3354726" cy="2947999"/>
            <a:chOff x="6403976" y="1174766"/>
            <a:chExt cx="2731971" cy="2319278"/>
          </a:xfrm>
        </p:grpSpPr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A4E97B50-99B3-64F9-20FA-EDF26F766881}"/>
                </a:ext>
              </a:extLst>
            </p:cNvPr>
            <p:cNvSpPr/>
            <p:nvPr/>
          </p:nvSpPr>
          <p:spPr>
            <a:xfrm>
              <a:off x="7074053" y="1174766"/>
              <a:ext cx="251003" cy="253470"/>
            </a:xfrm>
            <a:prstGeom prst="ellipse">
              <a:avLst/>
            </a:prstGeom>
            <a:solidFill>
              <a:srgbClr val="00B050"/>
            </a:solidFill>
          </p:spPr>
          <p:txBody>
            <a:bodyPr wrap="square" lIns="0" rtlCol="0" anchor="ctr">
              <a:noAutofit/>
            </a:bodyPr>
            <a:lstStyle/>
            <a:p>
              <a:pPr algn="l"/>
              <a:endParaRPr lang="zh-CN" altLang="en-US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" name="菱形 6">
              <a:extLst>
                <a:ext uri="{FF2B5EF4-FFF2-40B4-BE49-F238E27FC236}">
                  <a16:creationId xmlns:a16="http://schemas.microsoft.com/office/drawing/2014/main" id="{D58DAA6B-887B-6F89-A2C9-15246563EB02}"/>
                </a:ext>
              </a:extLst>
            </p:cNvPr>
            <p:cNvSpPr/>
            <p:nvPr/>
          </p:nvSpPr>
          <p:spPr>
            <a:xfrm>
              <a:off x="6403976" y="1695075"/>
              <a:ext cx="1591158" cy="634922"/>
            </a:xfrm>
            <a:prstGeom prst="diamond">
              <a:avLst/>
            </a:prstGeom>
            <a:solidFill>
              <a:srgbClr val="CC6600"/>
            </a:solidFill>
          </p:spPr>
          <p:txBody>
            <a:bodyPr wrap="square" lIns="0" rtlCol="0" anchor="ctr">
              <a:noAutofit/>
            </a:bodyPr>
            <a:lstStyle/>
            <a:p>
              <a:r>
                <a:rPr lang="en-US" altLang="zh-CN" sz="1800" b="1" dirty="0">
                  <a:latin typeface="微软雅黑" pitchFamily="34" charset="-122"/>
                  <a:ea typeface="微软雅黑" pitchFamily="34" charset="-122"/>
                </a:rPr>
                <a:t>while </a:t>
              </a:r>
              <a:r>
                <a:rPr lang="zh-CN" altLang="en-US" sz="1800" b="1" dirty="0">
                  <a:latin typeface="微软雅黑" pitchFamily="34" charset="-122"/>
                  <a:ea typeface="微软雅黑" pitchFamily="34" charset="-122"/>
                </a:rPr>
                <a:t>条件</a:t>
              </a:r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E82DCEB7-44E4-078A-D7EF-C5910A9FD071}"/>
                </a:ext>
              </a:extLst>
            </p:cNvPr>
            <p:cNvSpPr/>
            <p:nvPr/>
          </p:nvSpPr>
          <p:spPr>
            <a:xfrm>
              <a:off x="6553200" y="2706668"/>
              <a:ext cx="1292709" cy="533906"/>
            </a:xfrm>
            <a:prstGeom prst="roundRect">
              <a:avLst/>
            </a:prstGeom>
            <a:solidFill>
              <a:srgbClr val="CC6600"/>
            </a:solidFill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sz="1800" b="1" dirty="0">
                  <a:latin typeface="微软雅黑" pitchFamily="34" charset="-122"/>
                  <a:ea typeface="微软雅黑" pitchFamily="34" charset="-122"/>
                </a:rPr>
                <a:t>循环体</a:t>
              </a: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41C280EC-69EA-9868-7549-41CE5E3241E0}"/>
                </a:ext>
              </a:extLst>
            </p:cNvPr>
            <p:cNvSpPr/>
            <p:nvPr/>
          </p:nvSpPr>
          <p:spPr>
            <a:xfrm>
              <a:off x="8122793" y="3240574"/>
              <a:ext cx="251003" cy="253470"/>
            </a:xfrm>
            <a:prstGeom prst="ellipse">
              <a:avLst/>
            </a:prstGeom>
            <a:solidFill>
              <a:srgbClr val="00B050"/>
            </a:solidFill>
          </p:spPr>
          <p:txBody>
            <a:bodyPr wrap="square" lIns="0" rtlCol="0" anchor="ctr">
              <a:noAutofit/>
            </a:bodyPr>
            <a:lstStyle/>
            <a:p>
              <a:pPr algn="l"/>
              <a:endParaRPr lang="zh-CN" altLang="en-US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61AE5B61-75AA-22F6-8BEC-F1C54F8EB53D}"/>
                </a:ext>
              </a:extLst>
            </p:cNvPr>
            <p:cNvCxnSpPr>
              <a:cxnSpLocks/>
              <a:stCxn id="6" idx="4"/>
              <a:endCxn id="7" idx="0"/>
            </p:cNvCxnSpPr>
            <p:nvPr/>
          </p:nvCxnSpPr>
          <p:spPr bwMode="auto">
            <a:xfrm>
              <a:off x="7199555" y="1428236"/>
              <a:ext cx="0" cy="266839"/>
            </a:xfrm>
            <a:prstGeom prst="straightConnector1">
              <a:avLst/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8A1D1A88-5A81-6790-4308-4037292255C4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 bwMode="auto">
            <a:xfrm flipH="1">
              <a:off x="7199555" y="2329997"/>
              <a:ext cx="1" cy="376671"/>
            </a:xfrm>
            <a:prstGeom prst="straightConnector1">
              <a:avLst/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连接符: 肘形 23">
              <a:extLst>
                <a:ext uri="{FF2B5EF4-FFF2-40B4-BE49-F238E27FC236}">
                  <a16:creationId xmlns:a16="http://schemas.microsoft.com/office/drawing/2014/main" id="{877973F6-C933-8190-2AE1-0677CB902644}"/>
                </a:ext>
              </a:extLst>
            </p:cNvPr>
            <p:cNvCxnSpPr>
              <a:cxnSpLocks/>
              <a:stCxn id="7" idx="3"/>
              <a:endCxn id="14" idx="0"/>
            </p:cNvCxnSpPr>
            <p:nvPr/>
          </p:nvCxnSpPr>
          <p:spPr bwMode="auto">
            <a:xfrm>
              <a:off x="7995134" y="2012536"/>
              <a:ext cx="253161" cy="1228038"/>
            </a:xfrm>
            <a:prstGeom prst="bentConnector2">
              <a:avLst/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连接符: 肘形 25">
              <a:extLst>
                <a:ext uri="{FF2B5EF4-FFF2-40B4-BE49-F238E27FC236}">
                  <a16:creationId xmlns:a16="http://schemas.microsoft.com/office/drawing/2014/main" id="{0B486635-09B9-729E-1E44-521F1411C510}"/>
                </a:ext>
              </a:extLst>
            </p:cNvPr>
            <p:cNvCxnSpPr>
              <a:cxnSpLocks/>
              <a:stCxn id="8" idx="1"/>
              <a:endCxn id="7" idx="1"/>
            </p:cNvCxnSpPr>
            <p:nvPr/>
          </p:nvCxnSpPr>
          <p:spPr bwMode="auto">
            <a:xfrm rot="10800000">
              <a:off x="6403977" y="2012536"/>
              <a:ext cx="149224" cy="961085"/>
            </a:xfrm>
            <a:prstGeom prst="bentConnector3">
              <a:avLst>
                <a:gd name="adj1" fmla="val 227302"/>
              </a:avLst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9" name="文本框 98">
              <a:extLst>
                <a:ext uri="{FF2B5EF4-FFF2-40B4-BE49-F238E27FC236}">
                  <a16:creationId xmlns:a16="http://schemas.microsoft.com/office/drawing/2014/main" id="{EF1C49CF-030C-5275-F084-AE5321095BD6}"/>
                </a:ext>
              </a:extLst>
            </p:cNvPr>
            <p:cNvSpPr txBox="1"/>
            <p:nvPr/>
          </p:nvSpPr>
          <p:spPr>
            <a:xfrm>
              <a:off x="7274492" y="2318173"/>
              <a:ext cx="622616" cy="3416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>
                  <a:solidFill>
                    <a:schemeClr val="bg2"/>
                  </a:solidFill>
                  <a:latin typeface="+mj-ea"/>
                  <a:ea typeface="+mj-ea"/>
                </a:rPr>
                <a:t>True</a:t>
              </a:r>
              <a:endParaRPr lang="zh-CN" altLang="en-US" sz="2000" b="1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  <p:sp>
          <p:nvSpPr>
            <p:cNvPr id="103" name="文本框 102">
              <a:extLst>
                <a:ext uri="{FF2B5EF4-FFF2-40B4-BE49-F238E27FC236}">
                  <a16:creationId xmlns:a16="http://schemas.microsoft.com/office/drawing/2014/main" id="{BD30DFD6-20AA-FDC8-B2BA-6721A1FB1445}"/>
                </a:ext>
              </a:extLst>
            </p:cNvPr>
            <p:cNvSpPr txBox="1"/>
            <p:nvPr/>
          </p:nvSpPr>
          <p:spPr>
            <a:xfrm>
              <a:off x="8248294" y="2312540"/>
              <a:ext cx="887653" cy="3416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b="1" dirty="0">
                  <a:solidFill>
                    <a:schemeClr val="bg2"/>
                  </a:solidFill>
                  <a:latin typeface="+mj-ea"/>
                  <a:ea typeface="+mj-ea"/>
                </a:rPr>
                <a:t>False</a:t>
              </a:r>
              <a:endParaRPr lang="zh-CN" altLang="en-US" sz="2000" b="1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868781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EEB1C-0800-AB75-0979-EE8E2C172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1F01A01-DCA0-E182-0057-8C4F1C2D5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779C0AB8-9B4D-2273-555F-030D7E28AA11}"/>
              </a:ext>
            </a:extLst>
          </p:cNvPr>
          <p:cNvGrpSpPr/>
          <p:nvPr/>
        </p:nvGrpSpPr>
        <p:grpSpPr>
          <a:xfrm>
            <a:off x="6349550" y="858892"/>
            <a:ext cx="5627288" cy="3728753"/>
            <a:chOff x="221470" y="788693"/>
            <a:chExt cx="5627288" cy="3728753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1CCF177-61DC-54A7-A2FB-DF1876DFA561}"/>
                </a:ext>
              </a:extLst>
            </p:cNvPr>
            <p:cNvSpPr txBox="1"/>
            <p:nvPr/>
          </p:nvSpPr>
          <p:spPr>
            <a:xfrm>
              <a:off x="301172" y="788693"/>
              <a:ext cx="4331856" cy="8254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lang="en-US" altLang="zh-CN" sz="3600" b="1" dirty="0">
                  <a:solidFill>
                    <a:srgbClr val="FF0000"/>
                  </a:solidFill>
                  <a:latin typeface="+mn-ea"/>
                  <a:ea typeface="+mn-ea"/>
                </a:rPr>
                <a:t>while</a:t>
              </a:r>
              <a:r>
                <a:rPr lang="zh-CN" altLang="en-US" sz="3600" b="1" dirty="0">
                  <a:solidFill>
                    <a:srgbClr val="FF0000"/>
                  </a:solidFill>
                  <a:latin typeface="+mn-ea"/>
                  <a:ea typeface="+mn-ea"/>
                </a:rPr>
                <a:t>循环</a:t>
              </a:r>
              <a:endParaRPr lang="en-US" altLang="zh-CN" sz="3600" b="1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pic>
          <p:nvPicPr>
            <p:cNvPr id="11" name="Picture 10" descr="A black background with white text&#10;&#10;AI-generated content may be incorrect.">
              <a:extLst>
                <a:ext uri="{FF2B5EF4-FFF2-40B4-BE49-F238E27FC236}">
                  <a16:creationId xmlns:a16="http://schemas.microsoft.com/office/drawing/2014/main" id="{715330CE-A75C-9E94-2DC2-1AD026ACBE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94307" y="1706009"/>
              <a:ext cx="4654451" cy="1762531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9F8F2CC-7778-CD15-760C-27DFEB546C64}"/>
                </a:ext>
              </a:extLst>
            </p:cNvPr>
            <p:cNvSpPr txBox="1"/>
            <p:nvPr/>
          </p:nvSpPr>
          <p:spPr>
            <a:xfrm>
              <a:off x="221470" y="3605958"/>
              <a:ext cx="396240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zh-CN" altLang="en-US" b="1" dirty="0">
                  <a:solidFill>
                    <a:srgbClr val="FF0000"/>
                  </a:solidFill>
                  <a:latin typeface="+mj-ea"/>
                  <a:ea typeface="+mj-ea"/>
                </a:rPr>
                <a:t>示例</a:t>
              </a:r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：累加，用户输入数字，直到输入</a:t>
              </a:r>
              <a:r>
                <a:rPr lang="en-US" altLang="zh-CN" dirty="0">
                  <a:solidFill>
                    <a:schemeClr val="bg2"/>
                  </a:solidFill>
                  <a:latin typeface="+mj-ea"/>
                  <a:ea typeface="+mj-ea"/>
                </a:rPr>
                <a:t>0</a:t>
              </a:r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，统计输入次数</a:t>
              </a:r>
              <a:endParaRPr lang="en-US" altLang="zh-CN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  <p:sp>
          <p:nvSpPr>
            <p:cNvPr id="24" name="Right Arrow 23">
              <a:extLst>
                <a:ext uri="{FF2B5EF4-FFF2-40B4-BE49-F238E27FC236}">
                  <a16:creationId xmlns:a16="http://schemas.microsoft.com/office/drawing/2014/main" id="{1D8EF0F3-02B3-29AB-512E-2547DBD29A10}"/>
                </a:ext>
              </a:extLst>
            </p:cNvPr>
            <p:cNvSpPr/>
            <p:nvPr/>
          </p:nvSpPr>
          <p:spPr>
            <a:xfrm rot="5400000">
              <a:off x="4137166" y="3700994"/>
              <a:ext cx="991722" cy="641181"/>
            </a:xfrm>
            <a:prstGeom prst="rightArrow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6B0A3CF6-A88F-BD5B-A7A2-10925C14F4BC}"/>
              </a:ext>
            </a:extLst>
          </p:cNvPr>
          <p:cNvGrpSpPr/>
          <p:nvPr/>
        </p:nvGrpSpPr>
        <p:grpSpPr>
          <a:xfrm>
            <a:off x="566059" y="1094820"/>
            <a:ext cx="5493656" cy="5450209"/>
            <a:chOff x="566059" y="1094820"/>
            <a:chExt cx="5493656" cy="5450209"/>
          </a:xfrm>
        </p:grpSpPr>
        <p:sp>
          <p:nvSpPr>
            <p:cNvPr id="4" name="TextBox 16">
              <a:extLst>
                <a:ext uri="{FF2B5EF4-FFF2-40B4-BE49-F238E27FC236}">
                  <a16:creationId xmlns:a16="http://schemas.microsoft.com/office/drawing/2014/main" id="{925F1F6A-6025-40D8-39B1-B563A9253EA5}"/>
                </a:ext>
              </a:extLst>
            </p:cNvPr>
            <p:cNvSpPr txBox="1"/>
            <p:nvPr/>
          </p:nvSpPr>
          <p:spPr>
            <a:xfrm>
              <a:off x="566059" y="1094820"/>
              <a:ext cx="5493656" cy="1292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US" altLang="zh-CN" sz="3600" b="1" dirty="0">
                  <a:solidFill>
                    <a:srgbClr val="FF0000"/>
                  </a:solidFill>
                  <a:latin typeface="+mn-ea"/>
                  <a:ea typeface="+mn-ea"/>
                </a:rPr>
                <a:t>for</a:t>
              </a:r>
              <a:r>
                <a:rPr lang="zh-CN" altLang="en-US" sz="3600" b="1" dirty="0">
                  <a:solidFill>
                    <a:srgbClr val="FF0000"/>
                  </a:solidFill>
                  <a:latin typeface="+mn-ea"/>
                  <a:ea typeface="+mn-ea"/>
                </a:rPr>
                <a:t>循环</a:t>
              </a:r>
              <a:endParaRPr lang="en-US" altLang="zh-CN" sz="3600" b="1" dirty="0">
                <a:solidFill>
                  <a:srgbClr val="FF0000"/>
                </a:solidFill>
                <a:latin typeface="+mn-ea"/>
                <a:ea typeface="+mn-ea"/>
              </a:endParaRPr>
            </a:p>
            <a:p>
              <a:pPr algn="just"/>
              <a:r>
                <a:rPr lang="en-US" altLang="zh-CN" sz="2800" b="1" dirty="0">
                  <a:solidFill>
                    <a:srgbClr val="333333"/>
                  </a:solidFill>
                  <a:latin typeface="+mn-ea"/>
                  <a:ea typeface="+mn-ea"/>
                </a:rPr>
                <a:t>range()</a:t>
              </a:r>
              <a:r>
                <a:rPr lang="zh-CN" altLang="en-US" sz="2800" b="1" dirty="0">
                  <a:solidFill>
                    <a:srgbClr val="333333"/>
                  </a:solidFill>
                  <a:latin typeface="+mn-ea"/>
                  <a:ea typeface="+mn-ea"/>
                </a:rPr>
                <a:t>函数</a:t>
              </a:r>
              <a:r>
                <a:rPr lang="en-US" altLang="zh-CN" sz="2800" dirty="0">
                  <a:solidFill>
                    <a:srgbClr val="333333"/>
                  </a:solidFill>
                  <a:latin typeface="+mn-ea"/>
                  <a:ea typeface="+mn-ea"/>
                </a:rPr>
                <a:t>: </a:t>
              </a:r>
              <a:r>
                <a:rPr lang="zh-CN" altLang="en-US" sz="2800" dirty="0">
                  <a:solidFill>
                    <a:srgbClr val="333333"/>
                  </a:solidFill>
                  <a:latin typeface="+mn-ea"/>
                  <a:ea typeface="+mn-ea"/>
                </a:rPr>
                <a:t>常用生成数字序列</a:t>
              </a:r>
              <a:endParaRPr lang="en-US" altLang="zh-CN" sz="2800" dirty="0">
                <a:solidFill>
                  <a:srgbClr val="333333"/>
                </a:solidFill>
                <a:latin typeface="+mn-ea"/>
                <a:ea typeface="+mn-ea"/>
              </a:endParaRPr>
            </a:p>
          </p:txBody>
        </p:sp>
        <p:pic>
          <p:nvPicPr>
            <p:cNvPr id="5" name="Picture 18">
              <a:extLst>
                <a:ext uri="{FF2B5EF4-FFF2-40B4-BE49-F238E27FC236}">
                  <a16:creationId xmlns:a16="http://schemas.microsoft.com/office/drawing/2014/main" id="{9BF0FE50-35D6-9186-177A-A164C6F78BB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47663"/>
            <a:stretch>
              <a:fillRect/>
            </a:stretch>
          </p:blipFill>
          <p:spPr>
            <a:xfrm>
              <a:off x="602343" y="2591409"/>
              <a:ext cx="5319938" cy="848472"/>
            </a:xfrm>
            <a:prstGeom prst="rect">
              <a:avLst/>
            </a:prstGeom>
          </p:spPr>
        </p:pic>
        <p:sp>
          <p:nvSpPr>
            <p:cNvPr id="7" name="TextBox 22">
              <a:extLst>
                <a:ext uri="{FF2B5EF4-FFF2-40B4-BE49-F238E27FC236}">
                  <a16:creationId xmlns:a16="http://schemas.microsoft.com/office/drawing/2014/main" id="{189EC7DF-7C0E-5263-CE57-18A35C2D0A11}"/>
                </a:ext>
              </a:extLst>
            </p:cNvPr>
            <p:cNvSpPr txBox="1"/>
            <p:nvPr/>
          </p:nvSpPr>
          <p:spPr>
            <a:xfrm>
              <a:off x="773916" y="3714001"/>
              <a:ext cx="226521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zh-CN" altLang="en-US" sz="2800" dirty="0">
                  <a:solidFill>
                    <a:srgbClr val="333333"/>
                  </a:solidFill>
                  <a:latin typeface="+mn-ea"/>
                  <a:ea typeface="+mn-ea"/>
                </a:rPr>
                <a:t>遍历字典：</a:t>
              </a:r>
              <a:endParaRPr lang="en-US" altLang="zh-CN" sz="2800" dirty="0">
                <a:solidFill>
                  <a:srgbClr val="333333"/>
                </a:solidFill>
                <a:latin typeface="+mn-ea"/>
                <a:ea typeface="+mn-ea"/>
              </a:endParaRP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5C5063AE-0418-13E4-CA2E-C127166C8353}"/>
                </a:ext>
              </a:extLst>
            </p:cNvPr>
            <p:cNvSpPr txBox="1"/>
            <p:nvPr/>
          </p:nvSpPr>
          <p:spPr>
            <a:xfrm>
              <a:off x="602343" y="5590922"/>
              <a:ext cx="5319938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zh-CN" altLang="en-US" sz="2800" dirty="0">
                  <a:solidFill>
                    <a:srgbClr val="333333"/>
                  </a:solidFill>
                  <a:latin typeface="+mn-ea"/>
                  <a:ea typeface="+mn-ea"/>
                </a:rPr>
                <a:t>常用列表、字符串、元组、字典键等元素的遍历。</a:t>
              </a:r>
              <a:endParaRPr lang="en-US" altLang="zh-CN" sz="2800" dirty="0">
                <a:solidFill>
                  <a:srgbClr val="333333"/>
                </a:solidFill>
                <a:latin typeface="+mn-ea"/>
                <a:ea typeface="+mn-ea"/>
              </a:endParaRPr>
            </a:p>
          </p:txBody>
        </p:sp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1E58B9D7-9554-C2AB-E19A-FD7FE9D6C3A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94434" y="4260691"/>
              <a:ext cx="5327847" cy="1176860"/>
            </a:xfrm>
            <a:prstGeom prst="rect">
              <a:avLst/>
            </a:prstGeom>
            <a:ln>
              <a:solidFill>
                <a:schemeClr val="bg2"/>
              </a:solidFill>
            </a:ln>
          </p:spPr>
        </p:pic>
      </p:grpSp>
      <p:pic>
        <p:nvPicPr>
          <p:cNvPr id="22" name="图片 21">
            <a:extLst>
              <a:ext uri="{FF2B5EF4-FFF2-40B4-BE49-F238E27FC236}">
                <a16:creationId xmlns:a16="http://schemas.microsoft.com/office/drawing/2014/main" id="{87494305-8A16-935B-8592-01D18BAF08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9721" y="4774981"/>
            <a:ext cx="5701938" cy="1732606"/>
          </a:xfrm>
          <a:prstGeom prst="rect">
            <a:avLst/>
          </a:prstGeom>
          <a:ln>
            <a:solidFill>
              <a:schemeClr val="bg2"/>
            </a:solidFill>
          </a:ln>
        </p:spPr>
      </p:pic>
    </p:spTree>
    <p:extLst>
      <p:ext uri="{BB962C8B-B14F-4D97-AF65-F5344CB8AC3E}">
        <p14:creationId xmlns:p14="http://schemas.microsoft.com/office/powerpoint/2010/main" val="3693262253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7A4E4-4A33-E7E7-E5CA-3774E6990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EF2D9F2-33FA-F8E5-C89A-231057232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526"/>
            <a:ext cx="10537373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ACC44B-2985-3CB9-03D7-98BEB254FA18}"/>
              </a:ext>
            </a:extLst>
          </p:cNvPr>
          <p:cNvSpPr txBox="1"/>
          <p:nvPr/>
        </p:nvSpPr>
        <p:spPr>
          <a:xfrm>
            <a:off x="674914" y="846748"/>
            <a:ext cx="7908913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循环控制：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AA8721-8AB0-FD63-C515-B41BF6589657}"/>
              </a:ext>
            </a:extLst>
          </p:cNvPr>
          <p:cNvSpPr txBox="1"/>
          <p:nvPr/>
        </p:nvSpPr>
        <p:spPr>
          <a:xfrm>
            <a:off x="551543" y="1745040"/>
            <a:ext cx="5783943" cy="4191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3200" b="1" dirty="0">
                <a:solidFill>
                  <a:schemeClr val="bg2"/>
                </a:solidFill>
                <a:latin typeface="+mn-ea"/>
                <a:ea typeface="+mn-ea"/>
              </a:rPr>
              <a:t>break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立即终止整个循环</a:t>
            </a:r>
          </a:p>
          <a:p>
            <a:pPr algn="l">
              <a:lnSpc>
                <a:spcPct val="150000"/>
              </a:lnSpc>
            </a:pPr>
            <a:r>
              <a:rPr lang="en-US" sz="3200" b="1" dirty="0">
                <a:solidFill>
                  <a:schemeClr val="bg2"/>
                </a:solidFill>
                <a:latin typeface="+mn-ea"/>
                <a:ea typeface="+mn-ea"/>
              </a:rPr>
              <a:t>continue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跳过当前轮次，进入下一轮</a:t>
            </a:r>
          </a:p>
          <a:p>
            <a:pPr algn="l">
              <a:lnSpc>
                <a:spcPct val="150000"/>
              </a:lnSpc>
            </a:pPr>
            <a:r>
              <a:rPr lang="en-US" sz="3200" b="1" dirty="0">
                <a:solidFill>
                  <a:schemeClr val="bg2"/>
                </a:solidFill>
                <a:latin typeface="+mn-ea"/>
                <a:ea typeface="+mn-ea"/>
              </a:rPr>
              <a:t>pass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占位符，无操作（保持语法完整性）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8373DE9-5277-76A9-0BD2-9CFCF3653A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6011" y="2296202"/>
            <a:ext cx="5818292" cy="2863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559666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388CA-BE6F-DF06-0F5C-D20958495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9B612A5-0F18-F415-6911-857C3D8F2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174917-5D93-3CA2-B20E-18CBCBBD1C3C}"/>
              </a:ext>
            </a:extLst>
          </p:cNvPr>
          <p:cNvSpPr txBox="1"/>
          <p:nvPr/>
        </p:nvSpPr>
        <p:spPr>
          <a:xfrm>
            <a:off x="384630" y="846748"/>
            <a:ext cx="8199198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循环嵌套：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E5267F-B4B4-DFAA-C864-2D3D76FB5FB1}"/>
              </a:ext>
            </a:extLst>
          </p:cNvPr>
          <p:cNvSpPr txBox="1"/>
          <p:nvPr/>
        </p:nvSpPr>
        <p:spPr>
          <a:xfrm>
            <a:off x="449942" y="1846823"/>
            <a:ext cx="1080588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概念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：外层循环每执行一次，内层循环完整执行</a:t>
            </a:r>
          </a:p>
          <a:p>
            <a:pPr algn="just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应用场景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：矩阵运算、多级菜单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960FA1-F1DC-D891-8E2A-86EB801665ED}"/>
              </a:ext>
            </a:extLst>
          </p:cNvPr>
          <p:cNvSpPr txBox="1"/>
          <p:nvPr/>
        </p:nvSpPr>
        <p:spPr>
          <a:xfrm>
            <a:off x="563029" y="3480001"/>
            <a:ext cx="1069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2800" b="1" dirty="0">
                <a:solidFill>
                  <a:srgbClr val="FF0000"/>
                </a:solidFill>
                <a:latin typeface="+mj-ea"/>
                <a:ea typeface="+mj-ea"/>
              </a:rPr>
              <a:t>程序示例</a:t>
            </a:r>
            <a:r>
              <a:rPr lang="zh-CN" altLang="en-US" sz="2800" dirty="0">
                <a:solidFill>
                  <a:schemeClr val="bg2"/>
                </a:solidFill>
                <a:latin typeface="+mj-ea"/>
                <a:ea typeface="+mj-ea"/>
              </a:rPr>
              <a:t>：</a:t>
            </a:r>
            <a:endParaRPr lang="en-US" altLang="zh-CN" sz="2800" dirty="0">
              <a:solidFill>
                <a:schemeClr val="bg2"/>
              </a:solidFill>
              <a:latin typeface="+mj-ea"/>
              <a:ea typeface="+mj-ea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E99B2FC-78C6-4265-49BE-AB4642C53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29" y="4085769"/>
            <a:ext cx="10692800" cy="2334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154155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FA560-7005-DCCC-ECB1-C4E7456AE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FBBEEF1-4CAC-147E-53BB-A4FE461E6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68AB1A-DF7F-E4B7-1620-FAAA0AAC4645}"/>
              </a:ext>
            </a:extLst>
          </p:cNvPr>
          <p:cNvSpPr txBox="1"/>
          <p:nvPr/>
        </p:nvSpPr>
        <p:spPr>
          <a:xfrm>
            <a:off x="246744" y="846748"/>
            <a:ext cx="8337084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迭代器与可迭代对象：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F101EB-393E-FE56-EB84-9C937140F7CE}"/>
              </a:ext>
            </a:extLst>
          </p:cNvPr>
          <p:cNvSpPr txBox="1"/>
          <p:nvPr/>
        </p:nvSpPr>
        <p:spPr>
          <a:xfrm>
            <a:off x="246744" y="1940982"/>
            <a:ext cx="1121954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可迭代对象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：列表、字符串、字典（</a:t>
            </a:r>
            <a:r>
              <a:rPr lang="en-US" sz="3200" b="1" dirty="0">
                <a:solidFill>
                  <a:srgbClr val="FF0000"/>
                </a:solidFill>
                <a:latin typeface="+mn-ea"/>
                <a:ea typeface="+mn-ea"/>
              </a:rPr>
              <a:t>for</a:t>
            </a:r>
            <a:r>
              <a:rPr lang="zh-CN" altLang="en-US" sz="3200" b="1" dirty="0">
                <a:solidFill>
                  <a:srgbClr val="FF0000"/>
                </a:solidFill>
                <a:latin typeface="+mn-ea"/>
                <a:ea typeface="+mn-ea"/>
              </a:rPr>
              <a:t>循环的底层支持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）；</a:t>
            </a:r>
          </a:p>
          <a:p>
            <a:pPr algn="just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迭代器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：实现了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__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iter__()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与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__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next__()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方法对象。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99D5099-C274-4892-EA6C-06813C3F73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314" r="10250"/>
          <a:stretch>
            <a:fillRect/>
          </a:stretch>
        </p:blipFill>
        <p:spPr>
          <a:xfrm>
            <a:off x="6096000" y="3829158"/>
            <a:ext cx="5146052" cy="1917303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B7A83A53-400D-DD74-8183-2B9866422E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56" b="55798"/>
          <a:stretch>
            <a:fillRect/>
          </a:stretch>
        </p:blipFill>
        <p:spPr>
          <a:xfrm>
            <a:off x="524307" y="3829158"/>
            <a:ext cx="5383707" cy="1917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494882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81E41-6614-99B3-2A13-801793CAE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0632663-8865-DC00-482D-95BC2EE08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6801B3-2DE5-DDC5-6B3E-F2AD4E4F7F7A}"/>
              </a:ext>
            </a:extLst>
          </p:cNvPr>
          <p:cNvSpPr txBox="1"/>
          <p:nvPr/>
        </p:nvSpPr>
        <p:spPr>
          <a:xfrm>
            <a:off x="166914" y="846748"/>
            <a:ext cx="8416913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CN" sz="3200" b="1" dirty="0">
                <a:solidFill>
                  <a:srgbClr val="FF0000"/>
                </a:solidFill>
                <a:latin typeface="+mn-ea"/>
                <a:ea typeface="+mn-ea"/>
              </a:rPr>
              <a:t>推导式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：循环的简洁实现形式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015DC7F8-49B5-1DDF-8AA6-9B04C6D1C1B9}"/>
              </a:ext>
            </a:extLst>
          </p:cNvPr>
          <p:cNvGrpSpPr/>
          <p:nvPr/>
        </p:nvGrpSpPr>
        <p:grpSpPr>
          <a:xfrm>
            <a:off x="323343" y="1676174"/>
            <a:ext cx="11545309" cy="1573061"/>
            <a:chOff x="323345" y="1850529"/>
            <a:chExt cx="11545309" cy="15730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8DB5932-470B-681C-10BF-660ADE8ECD54}"/>
                </a:ext>
              </a:extLst>
            </p:cNvPr>
            <p:cNvSpPr txBox="1"/>
            <p:nvPr/>
          </p:nvSpPr>
          <p:spPr>
            <a:xfrm>
              <a:off x="323345" y="1850529"/>
              <a:ext cx="1154530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800" b="1" dirty="0">
                  <a:solidFill>
                    <a:srgbClr val="FF0000"/>
                  </a:solidFill>
                  <a:latin typeface="+mn-ea"/>
                  <a:ea typeface="+mn-ea"/>
                </a:rPr>
                <a:t>列表推导式</a:t>
              </a:r>
              <a:r>
                <a:rPr lang="zh-CN" altLang="en-US" sz="2800" b="1" dirty="0">
                  <a:solidFill>
                    <a:schemeClr val="bg2"/>
                  </a:solidFill>
                  <a:latin typeface="+mn-ea"/>
                  <a:ea typeface="+mn-ea"/>
                </a:rPr>
                <a:t>：</a:t>
              </a:r>
              <a:r>
                <a:rPr lang="zh-CN" altLang="en-US" sz="2800" dirty="0">
                  <a:solidFill>
                    <a:schemeClr val="bg2"/>
                  </a:solidFill>
                  <a:latin typeface="+mn-ea"/>
                  <a:ea typeface="+mn-ea"/>
                </a:rPr>
                <a:t>快速生成列表</a:t>
              </a:r>
            </a:p>
          </p:txBody>
        </p:sp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12B75EEE-5604-A055-1E19-57B4002627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25156" b="72072"/>
            <a:stretch>
              <a:fillRect/>
            </a:stretch>
          </p:blipFill>
          <p:spPr>
            <a:xfrm>
              <a:off x="323345" y="2421310"/>
              <a:ext cx="11545309" cy="1002280"/>
            </a:xfrm>
            <a:prstGeom prst="rect">
              <a:avLst/>
            </a:prstGeom>
          </p:spPr>
        </p:pic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3B7240A5-732F-6517-FA04-F94620F07C2B}"/>
              </a:ext>
            </a:extLst>
          </p:cNvPr>
          <p:cNvGrpSpPr/>
          <p:nvPr/>
        </p:nvGrpSpPr>
        <p:grpSpPr>
          <a:xfrm>
            <a:off x="406706" y="3456450"/>
            <a:ext cx="11378581" cy="1440195"/>
            <a:chOff x="406708" y="3600406"/>
            <a:chExt cx="11378581" cy="1440195"/>
          </a:xfrm>
        </p:grpSpPr>
        <p:sp>
          <p:nvSpPr>
            <p:cNvPr id="14" name="TextBox 4">
              <a:extLst>
                <a:ext uri="{FF2B5EF4-FFF2-40B4-BE49-F238E27FC236}">
                  <a16:creationId xmlns:a16="http://schemas.microsoft.com/office/drawing/2014/main" id="{A80B2442-8FA6-CC2D-43B6-2CEFE77535E7}"/>
                </a:ext>
              </a:extLst>
            </p:cNvPr>
            <p:cNvSpPr txBox="1"/>
            <p:nvPr/>
          </p:nvSpPr>
          <p:spPr>
            <a:xfrm>
              <a:off x="406709" y="3600406"/>
              <a:ext cx="1137858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800" b="1" dirty="0">
                  <a:solidFill>
                    <a:srgbClr val="FF0000"/>
                  </a:solidFill>
                  <a:latin typeface="+mn-ea"/>
                  <a:ea typeface="+mn-ea"/>
                </a:rPr>
                <a:t>字典推导式</a:t>
              </a:r>
              <a:r>
                <a:rPr lang="zh-CN" altLang="en-US" sz="2800" b="1" dirty="0">
                  <a:solidFill>
                    <a:schemeClr val="bg2"/>
                  </a:solidFill>
                  <a:latin typeface="+mn-ea"/>
                  <a:ea typeface="+mn-ea"/>
                </a:rPr>
                <a:t>：</a:t>
              </a:r>
              <a:r>
                <a:rPr lang="zh-CN" altLang="en-US" sz="2800" dirty="0">
                  <a:solidFill>
                    <a:schemeClr val="bg2"/>
                  </a:solidFill>
                  <a:latin typeface="+mn-ea"/>
                  <a:ea typeface="+mn-ea"/>
                </a:rPr>
                <a:t>快速生成字典</a:t>
              </a:r>
            </a:p>
          </p:txBody>
        </p:sp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522B9669-0B06-3CFF-5776-4B83575CBF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33546" r="19375" b="38527"/>
            <a:stretch>
              <a:fillRect/>
            </a:stretch>
          </p:blipFill>
          <p:spPr>
            <a:xfrm>
              <a:off x="406708" y="4123626"/>
              <a:ext cx="11378581" cy="916975"/>
            </a:xfrm>
            <a:prstGeom prst="rect">
              <a:avLst/>
            </a:prstGeom>
          </p:spPr>
        </p:pic>
      </p:grp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2BB51F7F-CD45-9B32-4758-B05109E6366C}"/>
              </a:ext>
            </a:extLst>
          </p:cNvPr>
          <p:cNvGrpSpPr/>
          <p:nvPr/>
        </p:nvGrpSpPr>
        <p:grpSpPr>
          <a:xfrm>
            <a:off x="1254029" y="5107463"/>
            <a:ext cx="8936813" cy="1452991"/>
            <a:chOff x="1159687" y="5216323"/>
            <a:chExt cx="8936813" cy="1452991"/>
          </a:xfrm>
        </p:grpSpPr>
        <p:sp>
          <p:nvSpPr>
            <p:cNvPr id="15" name="TextBox 4">
              <a:extLst>
                <a:ext uri="{FF2B5EF4-FFF2-40B4-BE49-F238E27FC236}">
                  <a16:creationId xmlns:a16="http://schemas.microsoft.com/office/drawing/2014/main" id="{0AF8196E-AFC1-DDB4-9853-DB41A70762D5}"/>
                </a:ext>
              </a:extLst>
            </p:cNvPr>
            <p:cNvSpPr txBox="1"/>
            <p:nvPr/>
          </p:nvSpPr>
          <p:spPr>
            <a:xfrm>
              <a:off x="1230087" y="5216323"/>
              <a:ext cx="886641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800" b="1" dirty="0">
                  <a:solidFill>
                    <a:srgbClr val="FF0000"/>
                  </a:solidFill>
                  <a:latin typeface="+mn-ea"/>
                  <a:ea typeface="+mn-ea"/>
                </a:rPr>
                <a:t>带条件推导式</a:t>
              </a:r>
              <a:endParaRPr lang="zh-CN" altLang="en-US" sz="28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7C09C1E2-91EE-A1DF-441E-B4BDAE1EE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72072" r="31406"/>
            <a:stretch>
              <a:fillRect/>
            </a:stretch>
          </p:blipFill>
          <p:spPr>
            <a:xfrm>
              <a:off x="1159687" y="5822793"/>
              <a:ext cx="8936813" cy="84652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77184621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A2A7F-D1DE-A893-7D94-4EA0F7D4C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113F72B-AFD2-D212-4F42-B926908BB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C78015-0E7D-654C-0B58-247C85D66E8D}"/>
              </a:ext>
            </a:extLst>
          </p:cNvPr>
          <p:cNvSpPr txBox="1"/>
          <p:nvPr/>
        </p:nvSpPr>
        <p:spPr>
          <a:xfrm>
            <a:off x="217714" y="846748"/>
            <a:ext cx="3947885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综合实践：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CBD4A2-17CE-0B15-E6D8-9C777704BF68}"/>
              </a:ext>
            </a:extLst>
          </p:cNvPr>
          <p:cNvSpPr txBox="1"/>
          <p:nvPr/>
        </p:nvSpPr>
        <p:spPr>
          <a:xfrm>
            <a:off x="1074057" y="1768401"/>
            <a:ext cx="35269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成绩等级分类</a:t>
            </a:r>
            <a:endParaRPr lang="zh-CN" altLang="en-US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6" name="Picture 5" descr="A screen shot of a black background with white text&#10;&#10;AI-generated content may be incorrect.">
            <a:extLst>
              <a:ext uri="{FF2B5EF4-FFF2-40B4-BE49-F238E27FC236}">
                <a16:creationId xmlns:a16="http://schemas.microsoft.com/office/drawing/2014/main" id="{1D4765C1-C7D2-6B77-B5F2-AD3408B81C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057" y="2353176"/>
            <a:ext cx="3526971" cy="426560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9BD1779-1247-FF78-7205-4B19381D21C2}"/>
              </a:ext>
            </a:extLst>
          </p:cNvPr>
          <p:cNvSpPr txBox="1"/>
          <p:nvPr/>
        </p:nvSpPr>
        <p:spPr>
          <a:xfrm>
            <a:off x="5372267" y="1757650"/>
            <a:ext cx="65385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猜数字游戏</a:t>
            </a:r>
            <a:endParaRPr lang="zh-CN" altLang="en-US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15" name="Picture 14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5570B240-4AD9-03E9-01BE-0EC4AAD4D0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2267" y="2353175"/>
            <a:ext cx="6538516" cy="4265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283813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DBE2EB52-1153-547D-4DDB-F105FCA1059C}"/>
              </a:ext>
            </a:extLst>
          </p:cNvPr>
          <p:cNvSpPr txBox="1"/>
          <p:nvPr/>
        </p:nvSpPr>
        <p:spPr>
          <a:xfrm>
            <a:off x="552734" y="937433"/>
            <a:ext cx="9984639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章节实验</a:t>
            </a: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-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统计参与本门课程同学的家乡所在省市情况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12">
            <a:extLst>
              <a:ext uri="{FF2B5EF4-FFF2-40B4-BE49-F238E27FC236}">
                <a16:creationId xmlns:a16="http://schemas.microsoft.com/office/drawing/2014/main" id="{68615743-0F76-1E7B-8513-381292D6BC62}"/>
              </a:ext>
            </a:extLst>
          </p:cNvPr>
          <p:cNvSpPr txBox="1"/>
          <p:nvPr/>
        </p:nvSpPr>
        <p:spPr>
          <a:xfrm>
            <a:off x="627797" y="1701891"/>
            <a:ext cx="11143398" cy="49457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0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实验目标：</a:t>
            </a:r>
            <a:endParaRPr lang="en-US" altLang="zh-CN" sz="30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掌握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编程中条件循环语句的使用</a:t>
            </a:r>
            <a:endParaRPr lang="en-US" altLang="zh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0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实验内容及要求：</a:t>
            </a:r>
            <a:endParaRPr lang="en-US" altLang="zh-CN" sz="30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）获取表格中同学家乡信息，并</a:t>
            </a:r>
            <a:r>
              <a:rPr lang="zh-CN" altLang="en-US" sz="2600" u="sng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选取合适数据类型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存储同学家乡信息。</a:t>
            </a:r>
            <a:endParaRPr lang="en-US" altLang="zh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</a:t>
            </a:r>
            <a:r>
              <a:rPr lang="zh-CN" altLang="en-US" sz="2600" u="sng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编写条件循环语句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，统计与自己家乡同为一个省的同学数量。</a:t>
            </a:r>
            <a:endParaRPr lang="en-US" altLang="zh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3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</a:t>
            </a:r>
            <a:r>
              <a:rPr lang="zh-CN" altLang="en-US" sz="2600" u="sng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主要代码及结果发课程群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。</a:t>
            </a:r>
            <a:endParaRPr lang="en-US" altLang="zh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7004688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528</TotalTime>
  <Words>662</Words>
  <Application>Microsoft Office PowerPoint</Application>
  <PresentationFormat>宽屏</PresentationFormat>
  <Paragraphs>114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18</vt:i4>
      </vt:variant>
    </vt:vector>
  </HeadingPairs>
  <TitlesOfParts>
    <vt:vector size="26" baseType="lpstr">
      <vt:lpstr>黑体</vt:lpstr>
      <vt:lpstr>微软雅黑</vt:lpstr>
      <vt:lpstr>Arial</vt:lpstr>
      <vt:lpstr>Calibri</vt:lpstr>
      <vt:lpstr>Times New Roman</vt:lpstr>
      <vt:lpstr>Wingdings</vt:lpstr>
      <vt:lpstr>2_Global</vt:lpstr>
      <vt:lpstr>1_Copyright (c) 2007-2010 NordriDesign™ _light</vt:lpstr>
      <vt:lpstr>PowerPoint 演示文稿</vt:lpstr>
      <vt:lpstr>PowerPoint 演示文稿</vt:lpstr>
      <vt:lpstr>PowerPoint 演示文稿</vt:lpstr>
      <vt:lpstr>一、条件语句</vt:lpstr>
      <vt:lpstr>二、条件语句</vt:lpstr>
      <vt:lpstr>二、条件语句</vt:lpstr>
      <vt:lpstr>二、条件语句</vt:lpstr>
      <vt:lpstr>二、条件语句</vt:lpstr>
      <vt:lpstr>PowerPoint 演示文稿</vt:lpstr>
      <vt:lpstr>二、循环语句</vt:lpstr>
      <vt:lpstr>二、循环语句</vt:lpstr>
      <vt:lpstr>二、循环语句</vt:lpstr>
      <vt:lpstr>二、循环语句</vt:lpstr>
      <vt:lpstr>二、循环语句</vt:lpstr>
      <vt:lpstr>二、循环语句</vt:lpstr>
      <vt:lpstr>二、循环语句</vt:lpstr>
      <vt:lpstr>二、循环语句</vt:lpstr>
      <vt:lpstr>二、循环语句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1327 ynu</cp:lastModifiedBy>
  <cp:revision>29</cp:revision>
  <dcterms:created xsi:type="dcterms:W3CDTF">2004-07-09T11:40:27Z</dcterms:created>
  <dcterms:modified xsi:type="dcterms:W3CDTF">2025-12-03T02:16:51Z</dcterms:modified>
</cp:coreProperties>
</file>