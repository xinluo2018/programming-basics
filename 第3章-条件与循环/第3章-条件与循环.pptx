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1"/>
  </p:notesMasterIdLst>
  <p:handoutMasterIdLst>
    <p:handoutMasterId r:id="rId22"/>
  </p:handoutMasterIdLst>
  <p:sldIdLst>
    <p:sldId id="2708" r:id="rId3"/>
    <p:sldId id="2387" r:id="rId4"/>
    <p:sldId id="2709" r:id="rId5"/>
    <p:sldId id="2761" r:id="rId6"/>
    <p:sldId id="2727" r:id="rId7"/>
    <p:sldId id="2763" r:id="rId8"/>
    <p:sldId id="2764" r:id="rId9"/>
    <p:sldId id="2765" r:id="rId10"/>
    <p:sldId id="2720" r:id="rId11"/>
    <p:sldId id="2728" r:id="rId12"/>
    <p:sldId id="2732" r:id="rId13"/>
    <p:sldId id="2762" r:id="rId14"/>
    <p:sldId id="2766" r:id="rId15"/>
    <p:sldId id="2767" r:id="rId16"/>
    <p:sldId id="2768" r:id="rId17"/>
    <p:sldId id="2771" r:id="rId18"/>
    <p:sldId id="2769" r:id="rId19"/>
    <p:sldId id="2741" r:id="rId20"/>
  </p:sldIdLst>
  <p:sldSz cx="12192000" cy="6858000"/>
  <p:notesSz cx="7099300" cy="10234613"/>
  <p:custDataLst>
    <p:tags r:id="rId23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2D48E-4392-624B-B7FE-4C89A1D87AB0}" v="53" dt="2025-05-25T09:34:25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33" autoAdjust="0"/>
    <p:restoredTop sz="79029" autoAdjust="0"/>
  </p:normalViewPr>
  <p:slideViewPr>
    <p:cSldViewPr snapToGrid="0">
      <p:cViewPr varScale="1">
        <p:scale>
          <a:sx n="70" d="100"/>
          <a:sy n="70" d="100"/>
        </p:scale>
        <p:origin x="408" y="36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39.103" v="224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  <pc:spChg chg="mod">
          <ac:chgData name="Xin Luo" userId="82312ee5779919a4" providerId="LiveId" clId="{9073B790-108B-9A41-B544-91FBC3D671E5}" dt="2025-05-08T15:08:23.041" v="317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  <pc:spChg chg="mod">
          <ac:chgData name="Xin Luo" userId="82312ee5779919a4" providerId="LiveId" clId="{9073B790-108B-9A41-B544-91FBC3D671E5}" dt="2025-05-08T15:05:06.820" v="23" actId="14100"/>
          <ac:spMkLst>
            <pc:docMk/>
            <pc:sldMk cId="1125183986" sldId="2760"/>
            <ac:spMk id="13" creationId="{303BC878-BC57-D350-27A3-F03AE48213AC}"/>
          </ac:spMkLst>
        </pc:spChg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F5C2D48E-4392-624B-B7FE-4C89A1D87AB0}"/>
    <pc:docChg chg="undo custSel addSld delSld modSld sldOrd">
      <pc:chgData name="Xin Luo" userId="82312ee5779919a4" providerId="LiveId" clId="{F5C2D48E-4392-624B-B7FE-4C89A1D87AB0}" dt="2025-05-25T09:37:25.692" v="1619" actId="1076"/>
      <pc:docMkLst>
        <pc:docMk/>
      </pc:docMkLst>
      <pc:sldChg chg="addSp delSp modSp mod">
        <pc:chgData name="Xin Luo" userId="82312ee5779919a4" providerId="LiveId" clId="{F5C2D48E-4392-624B-B7FE-4C89A1D87AB0}" dt="2025-05-25T05:40:36.754" v="318" actId="1035"/>
        <pc:sldMkLst>
          <pc:docMk/>
          <pc:sldMk cId="1576120367" sldId="2387"/>
        </pc:sldMkLst>
        <pc:spChg chg="mod">
          <ac:chgData name="Xin Luo" userId="82312ee5779919a4" providerId="LiveId" clId="{F5C2D48E-4392-624B-B7FE-4C89A1D87AB0}" dt="2025-05-25T05:40:29.653" v="289" actId="20577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F5C2D48E-4392-624B-B7FE-4C89A1D87AB0}" dt="2025-05-25T05:40:22.643" v="280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F5C2D48E-4392-624B-B7FE-4C89A1D87AB0}" dt="2025-05-25T05:40:28.068" v="285" actId="20577"/>
          <ac:spMkLst>
            <pc:docMk/>
            <pc:sldMk cId="1576120367" sldId="2387"/>
            <ac:spMk id="13" creationId="{00000000-0000-0000-0000-000000000000}"/>
          </ac:spMkLst>
        </pc:spChg>
        <pc:grpChg chg="add del">
          <ac:chgData name="Xin Luo" userId="82312ee5779919a4" providerId="LiveId" clId="{F5C2D48E-4392-624B-B7FE-4C89A1D87AB0}" dt="2025-05-25T05:40:25.367" v="281" actId="478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F5C2D48E-4392-624B-B7FE-4C89A1D87AB0}" dt="2025-05-25T05:40:36.754" v="318" actId="1035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F5C2D48E-4392-624B-B7FE-4C89A1D87AB0}" dt="2025-05-25T05:40:36.754" v="318" actId="1035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del mod">
        <pc:chgData name="Xin Luo" userId="82312ee5779919a4" providerId="LiveId" clId="{F5C2D48E-4392-624B-B7FE-4C89A1D87AB0}" dt="2025-05-25T05:40:46.371" v="325" actId="2696"/>
        <pc:sldMkLst>
          <pc:docMk/>
          <pc:sldMk cId="2415901206" sldId="2447"/>
        </pc:sldMkLst>
        <pc:spChg chg="mod">
          <ac:chgData name="Xin Luo" userId="82312ee5779919a4" providerId="LiveId" clId="{F5C2D48E-4392-624B-B7FE-4C89A1D87AB0}" dt="2025-05-25T05:40:45.033" v="324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ord">
        <pc:chgData name="Xin Luo" userId="82312ee5779919a4" providerId="LiveId" clId="{F5C2D48E-4392-624B-B7FE-4C89A1D87AB0}" dt="2025-05-25T05:39:46.908" v="251" actId="20578"/>
        <pc:sldMkLst>
          <pc:docMk/>
          <pc:sldMk cId="481122590" sldId="2709"/>
        </pc:sldMkLst>
        <pc:spChg chg="mod">
          <ac:chgData name="Xin Luo" userId="82312ee5779919a4" providerId="LiveId" clId="{F5C2D48E-4392-624B-B7FE-4C89A1D87AB0}" dt="2025-05-25T05:39:17.031" v="24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modSp mod ord">
        <pc:chgData name="Xin Luo" userId="82312ee5779919a4" providerId="LiveId" clId="{F5C2D48E-4392-624B-B7FE-4C89A1D87AB0}" dt="2025-05-25T05:40:02.977" v="267" actId="20578"/>
        <pc:sldMkLst>
          <pc:docMk/>
          <pc:sldMk cId="972163772" sldId="2720"/>
        </pc:sldMkLst>
        <pc:spChg chg="mod">
          <ac:chgData name="Xin Luo" userId="82312ee5779919a4" providerId="LiveId" clId="{F5C2D48E-4392-624B-B7FE-4C89A1D87AB0}" dt="2025-05-25T05:39:57.191" v="266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modSp mod">
        <pc:chgData name="Xin Luo" userId="82312ee5779919a4" providerId="LiveId" clId="{F5C2D48E-4392-624B-B7FE-4C89A1D87AB0}" dt="2025-05-25T05:31:59.069" v="1" actId="20577"/>
        <pc:sldMkLst>
          <pc:docMk/>
          <pc:sldMk cId="2742362314" sldId="2727"/>
        </pc:sldMkLst>
        <pc:spChg chg="mod">
          <ac:chgData name="Xin Luo" userId="82312ee5779919a4" providerId="LiveId" clId="{F5C2D48E-4392-624B-B7FE-4C89A1D87AB0}" dt="2025-05-25T05:31:59.069" v="1" actId="20577"/>
          <ac:spMkLst>
            <pc:docMk/>
            <pc:sldMk cId="2742362314" sldId="2727"/>
            <ac:spMk id="2" creationId="{631AADB6-C88A-D817-4683-FC087E4E240F}"/>
          </ac:spMkLst>
        </pc:spChg>
      </pc:sldChg>
      <pc:sldChg chg="modSp mod">
        <pc:chgData name="Xin Luo" userId="82312ee5779919a4" providerId="LiveId" clId="{F5C2D48E-4392-624B-B7FE-4C89A1D87AB0}" dt="2025-05-25T05:32:02.598" v="3" actId="20577"/>
        <pc:sldMkLst>
          <pc:docMk/>
          <pc:sldMk cId="3682048310" sldId="2728"/>
        </pc:sldMkLst>
        <pc:spChg chg="mod">
          <ac:chgData name="Xin Luo" userId="82312ee5779919a4" providerId="LiveId" clId="{F5C2D48E-4392-624B-B7FE-4C89A1D87AB0}" dt="2025-05-25T05:32:02.598" v="3" actId="20577"/>
          <ac:spMkLst>
            <pc:docMk/>
            <pc:sldMk cId="3682048310" sldId="2728"/>
            <ac:spMk id="2" creationId="{631AADB6-C88A-D817-4683-FC087E4E240F}"/>
          </ac:spMkLst>
        </pc:spChg>
      </pc:sldChg>
      <pc:sldChg chg="modSp mod">
        <pc:chgData name="Xin Luo" userId="82312ee5779919a4" providerId="LiveId" clId="{F5C2D48E-4392-624B-B7FE-4C89A1D87AB0}" dt="2025-05-25T05:32:05.645" v="5" actId="20577"/>
        <pc:sldMkLst>
          <pc:docMk/>
          <pc:sldMk cId="13868781" sldId="2732"/>
        </pc:sldMkLst>
        <pc:spChg chg="mod">
          <ac:chgData name="Xin Luo" userId="82312ee5779919a4" providerId="LiveId" clId="{F5C2D48E-4392-624B-B7FE-4C89A1D87AB0}" dt="2025-05-25T05:32:05.645" v="5" actId="20577"/>
          <ac:spMkLst>
            <pc:docMk/>
            <pc:sldMk cId="13868781" sldId="2732"/>
            <ac:spMk id="2" creationId="{631AADB6-C88A-D817-4683-FC087E4E240F}"/>
          </ac:spMkLst>
        </pc:spChg>
      </pc:sldChg>
      <pc:sldChg chg="addSp delSp modSp add mod ord">
        <pc:chgData name="Xin Luo" userId="82312ee5779919a4" providerId="LiveId" clId="{F5C2D48E-4392-624B-B7FE-4C89A1D87AB0}" dt="2025-05-25T05:40:10.491" v="269" actId="1076"/>
        <pc:sldMkLst>
          <pc:docMk/>
          <pc:sldMk cId="4047407875" sldId="2761"/>
        </pc:sldMkLst>
        <pc:spChg chg="mod">
          <ac:chgData name="Xin Luo" userId="82312ee5779919a4" providerId="LiveId" clId="{F5C2D48E-4392-624B-B7FE-4C89A1D87AB0}" dt="2025-05-25T05:40:10.491" v="269" actId="1076"/>
          <ac:spMkLst>
            <pc:docMk/>
            <pc:sldMk cId="4047407875" sldId="2761"/>
            <ac:spMk id="2" creationId="{93441D31-5719-59DF-5079-DB372564FAF6}"/>
          </ac:spMkLst>
        </pc:spChg>
        <pc:spChg chg="mod">
          <ac:chgData name="Xin Luo" userId="82312ee5779919a4" providerId="LiveId" clId="{F5C2D48E-4392-624B-B7FE-4C89A1D87AB0}" dt="2025-05-25T05:34:54.417" v="111" actId="20577"/>
          <ac:spMkLst>
            <pc:docMk/>
            <pc:sldMk cId="4047407875" sldId="2761"/>
            <ac:spMk id="3" creationId="{CDE205C4-818C-8150-F768-46C492E9D698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8" creationId="{EF94CDEC-06DA-1ABE-9B92-7AA1B1F6B9AB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11" creationId="{098F771B-E95E-E79F-A2C2-729DC0F76100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12" creationId="{99C9FA85-CCD6-88DE-BFDF-43EECE15CDE3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4" creationId="{6963E5F3-0A76-4F1D-FB75-B57AFA8785DE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5" creationId="{EE74E830-8282-7D1B-33CE-BBC5ED3E3776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6" creationId="{58CB4E39-2825-73DB-4F80-6518513FC1C2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7" creationId="{8732244A-53EE-AB77-19E6-2799E1F0E168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8" creationId="{1D730D1A-B74A-5DE3-98ED-62E90A6B14C2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9" creationId="{75AE055E-0F2D-2C5F-E37C-B238B4F4695B}"/>
          </ac:spMkLst>
        </pc:spChg>
        <pc:grpChg chg="del">
          <ac:chgData name="Xin Luo" userId="82312ee5779919a4" providerId="LiveId" clId="{F5C2D48E-4392-624B-B7FE-4C89A1D87AB0}" dt="2025-05-25T05:34:58.964" v="112" actId="478"/>
          <ac:grpSpMkLst>
            <pc:docMk/>
            <pc:sldMk cId="4047407875" sldId="2761"/>
            <ac:grpSpMk id="69" creationId="{57269F70-BEF7-36B2-C7F3-57DD256065C3}"/>
          </ac:grpSpMkLst>
        </pc:grp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9" creationId="{3B1317D9-899E-A571-12E1-EDB38D4E1037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10" creationId="{7E706F97-8498-CEE6-29F8-01B5DAC0D935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13" creationId="{5E491273-C2D9-21F8-71D4-C27899B78F2F}"/>
          </ac:cxnSpMkLst>
        </pc:cxnChg>
        <pc:cxnChg chg="add mod">
          <ac:chgData name="Xin Luo" userId="82312ee5779919a4" providerId="LiveId" clId="{F5C2D48E-4392-624B-B7FE-4C89A1D87AB0}" dt="2025-05-25T05:38:56.904" v="233" actId="1037"/>
          <ac:cxnSpMkLst>
            <pc:docMk/>
            <pc:sldMk cId="4047407875" sldId="2761"/>
            <ac:cxnSpMk id="21" creationId="{628E76A6-A10A-5E61-6172-E71C88C38219}"/>
          </ac:cxnSpMkLst>
        </pc:cxnChg>
        <pc:cxnChg chg="add mod">
          <ac:chgData name="Xin Luo" userId="82312ee5779919a4" providerId="LiveId" clId="{F5C2D48E-4392-624B-B7FE-4C89A1D87AB0}" dt="2025-05-25T05:38:56.904" v="233" actId="1037"/>
          <ac:cxnSpMkLst>
            <pc:docMk/>
            <pc:sldMk cId="4047407875" sldId="2761"/>
            <ac:cxnSpMk id="22" creationId="{57C08D9C-AADC-42F6-6126-E5DCAEAF78F4}"/>
          </ac:cxnSpMkLst>
        </pc:cxnChg>
        <pc:cxnChg chg="add mod">
          <ac:chgData name="Xin Luo" userId="82312ee5779919a4" providerId="LiveId" clId="{F5C2D48E-4392-624B-B7FE-4C89A1D87AB0}" dt="2025-05-25T05:38:59.554" v="239" actId="1037"/>
          <ac:cxnSpMkLst>
            <pc:docMk/>
            <pc:sldMk cId="4047407875" sldId="2761"/>
            <ac:cxnSpMk id="25" creationId="{EF916940-2FD7-56B6-C229-8EACE57184DE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26" creationId="{DD816219-89EB-4711-B9DA-00F56A10637A}"/>
          </ac:cxnSpMkLst>
        </pc:cxnChg>
        <pc:cxnChg chg="add mod">
          <ac:chgData name="Xin Luo" userId="82312ee5779919a4" providerId="LiveId" clId="{F5C2D48E-4392-624B-B7FE-4C89A1D87AB0}" dt="2025-05-25T05:38:59.554" v="239" actId="1037"/>
          <ac:cxnSpMkLst>
            <pc:docMk/>
            <pc:sldMk cId="4047407875" sldId="2761"/>
            <ac:cxnSpMk id="30" creationId="{6DD26FCC-49C5-D57D-6C56-DC036AA2B373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33" creationId="{C50355C1-6C4E-F9DC-075E-BCEB9DFA4610}"/>
          </ac:cxnSpMkLst>
        </pc:cxnChg>
        <pc:cxnChg chg="add mod">
          <ac:chgData name="Xin Luo" userId="82312ee5779919a4" providerId="LiveId" clId="{F5C2D48E-4392-624B-B7FE-4C89A1D87AB0}" dt="2025-05-25T05:38:18.897" v="198" actId="208"/>
          <ac:cxnSpMkLst>
            <pc:docMk/>
            <pc:sldMk cId="4047407875" sldId="2761"/>
            <ac:cxnSpMk id="37" creationId="{E179FCB4-F757-9E55-9A7F-E9A5752B8297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40" creationId="{984E1D2C-B9A5-1280-B406-86A49B26EFAE}"/>
          </ac:cxnSpMkLst>
        </pc:cxnChg>
        <pc:cxnChg chg="add mod">
          <ac:chgData name="Xin Luo" userId="82312ee5779919a4" providerId="LiveId" clId="{F5C2D48E-4392-624B-B7FE-4C89A1D87AB0}" dt="2025-05-25T05:38:18.897" v="198" actId="208"/>
          <ac:cxnSpMkLst>
            <pc:docMk/>
            <pc:sldMk cId="4047407875" sldId="2761"/>
            <ac:cxnSpMk id="42" creationId="{5DC430BC-294B-9AF2-EF66-3FCCDC6D1C66}"/>
          </ac:cxnSpMkLst>
        </pc:cxnChg>
        <pc:cxnChg chg="add mod">
          <ac:chgData name="Xin Luo" userId="82312ee5779919a4" providerId="LiveId" clId="{F5C2D48E-4392-624B-B7FE-4C89A1D87AB0}" dt="2025-05-25T05:38:23.161" v="199" actId="14100"/>
          <ac:cxnSpMkLst>
            <pc:docMk/>
            <pc:sldMk cId="4047407875" sldId="2761"/>
            <ac:cxnSpMk id="46" creationId="{9A62E57C-ABC3-F35D-9A10-6B2765C9F7C1}"/>
          </ac:cxnSpMkLst>
        </pc:cxnChg>
      </pc:sldChg>
      <pc:sldChg chg="addSp delSp modSp add mod">
        <pc:chgData name="Xin Luo" userId="82312ee5779919a4" providerId="LiveId" clId="{F5C2D48E-4392-624B-B7FE-4C89A1D87AB0}" dt="2025-05-25T09:24:36.148" v="1307" actId="1076"/>
        <pc:sldMkLst>
          <pc:docMk/>
          <pc:sldMk cId="3693262253" sldId="2762"/>
        </pc:sldMkLst>
        <pc:spChg chg="mod">
          <ac:chgData name="Xin Luo" userId="82312ee5779919a4" providerId="LiveId" clId="{F5C2D48E-4392-624B-B7FE-4C89A1D87AB0}" dt="2025-05-25T09:23:34.106" v="1280" actId="14100"/>
          <ac:spMkLst>
            <pc:docMk/>
            <pc:sldMk cId="3693262253" sldId="2762"/>
            <ac:spMk id="2" creationId="{41CCF177-61DC-54A7-A2FB-DF1876DFA561}"/>
          </ac:spMkLst>
        </pc:spChg>
        <pc:spChg chg="mod">
          <ac:chgData name="Xin Luo" userId="82312ee5779919a4" providerId="LiveId" clId="{F5C2D48E-4392-624B-B7FE-4C89A1D87AB0}" dt="2025-05-25T05:58:20.537" v="634" actId="20577"/>
          <ac:spMkLst>
            <pc:docMk/>
            <pc:sldMk cId="3693262253" sldId="2762"/>
            <ac:spMk id="3" creationId="{C1F01A01-DCA0-E182-0057-8C4F1C2D5E07}"/>
          </ac:spMkLst>
        </pc:spChg>
        <pc:spChg chg="add mod">
          <ac:chgData name="Xin Luo" userId="82312ee5779919a4" providerId="LiveId" clId="{F5C2D48E-4392-624B-B7FE-4C89A1D87AB0}" dt="2025-05-25T09:24:28.705" v="1305" actId="1076"/>
          <ac:spMkLst>
            <pc:docMk/>
            <pc:sldMk cId="3693262253" sldId="2762"/>
            <ac:spMk id="14" creationId="{29F8F2CC-7778-CD15-760C-27DFEB546C64}"/>
          </ac:spMkLst>
        </pc:spChg>
        <pc:spChg chg="add del mod">
          <ac:chgData name="Xin Luo" userId="82312ee5779919a4" providerId="LiveId" clId="{F5C2D48E-4392-624B-B7FE-4C89A1D87AB0}" dt="2025-05-25T09:23:00.558" v="1273" actId="478"/>
          <ac:spMkLst>
            <pc:docMk/>
            <pc:sldMk cId="3693262253" sldId="2762"/>
            <ac:spMk id="17" creationId="{8E6FEEB5-06F8-83BD-9B78-581329E65DDD}"/>
          </ac:spMkLst>
        </pc:spChg>
        <pc:spChg chg="add del mod">
          <ac:chgData name="Xin Luo" userId="82312ee5779919a4" providerId="LiveId" clId="{F5C2D48E-4392-624B-B7FE-4C89A1D87AB0}" dt="2025-05-25T09:23:00.558" v="1273" actId="478"/>
          <ac:spMkLst>
            <pc:docMk/>
            <pc:sldMk cId="3693262253" sldId="2762"/>
            <ac:spMk id="23" creationId="{2DB6CB38-3D67-E21B-E29C-C639D11C2184}"/>
          </ac:spMkLst>
        </pc:spChg>
        <pc:spChg chg="add mod">
          <ac:chgData name="Xin Luo" userId="82312ee5779919a4" providerId="LiveId" clId="{F5C2D48E-4392-624B-B7FE-4C89A1D87AB0}" dt="2025-05-25T09:24:36.148" v="1307" actId="1076"/>
          <ac:spMkLst>
            <pc:docMk/>
            <pc:sldMk cId="3693262253" sldId="2762"/>
            <ac:spMk id="24" creationId="{1D8EF0F3-02B3-29AB-512E-2547DBD29A10}"/>
          </ac:spMkLst>
        </pc:spChg>
        <pc:spChg chg="add del mod">
          <ac:chgData name="Xin Luo" userId="82312ee5779919a4" providerId="LiveId" clId="{F5C2D48E-4392-624B-B7FE-4C89A1D87AB0}" dt="2025-05-25T09:24:22.188" v="1304"/>
          <ac:spMkLst>
            <pc:docMk/>
            <pc:sldMk cId="3693262253" sldId="2762"/>
            <ac:spMk id="27" creationId="{A27758D4-2C22-AAE6-1F2E-E4867841D6CF}"/>
          </ac:spMkLst>
        </pc:spChg>
        <pc:grpChg chg="del">
          <ac:chgData name="Xin Luo" userId="82312ee5779919a4" providerId="LiveId" clId="{F5C2D48E-4392-624B-B7FE-4C89A1D87AB0}" dt="2025-05-25T05:57:55.760" v="588" actId="478"/>
          <ac:grpSpMkLst>
            <pc:docMk/>
            <pc:sldMk cId="3693262253" sldId="2762"/>
            <ac:grpSpMk id="69" creationId="{F6C99862-DEB1-4A13-21EB-41BA04952043}"/>
          </ac:grpSpMkLst>
        </pc:grpChg>
        <pc:picChg chg="add mod">
          <ac:chgData name="Xin Luo" userId="82312ee5779919a4" providerId="LiveId" clId="{F5C2D48E-4392-624B-B7FE-4C89A1D87AB0}" dt="2025-05-25T05:59:08.055" v="666" actId="27614"/>
          <ac:picMkLst>
            <pc:docMk/>
            <pc:sldMk cId="3693262253" sldId="2762"/>
            <ac:picMk id="11" creationId="{715330CE-A75C-9E94-2DC2-1AD026ACBE74}"/>
          </ac:picMkLst>
        </pc:picChg>
        <pc:picChg chg="add mod">
          <ac:chgData name="Xin Luo" userId="82312ee5779919a4" providerId="LiveId" clId="{F5C2D48E-4392-624B-B7FE-4C89A1D87AB0}" dt="2025-05-25T09:24:28.705" v="1305" actId="1076"/>
          <ac:picMkLst>
            <pc:docMk/>
            <pc:sldMk cId="3693262253" sldId="2762"/>
            <ac:picMk id="16" creationId="{6106BD67-7CB1-E8E7-9BA6-334F58FC7E5C}"/>
          </ac:picMkLst>
        </pc:picChg>
        <pc:picChg chg="add del mod">
          <ac:chgData name="Xin Luo" userId="82312ee5779919a4" providerId="LiveId" clId="{F5C2D48E-4392-624B-B7FE-4C89A1D87AB0}" dt="2025-05-25T09:23:00.558" v="1273" actId="478"/>
          <ac:picMkLst>
            <pc:docMk/>
            <pc:sldMk cId="3693262253" sldId="2762"/>
            <ac:picMk id="19" creationId="{98E83181-2E1A-34E4-770D-814A347AD434}"/>
          </ac:picMkLst>
        </pc:picChg>
        <pc:picChg chg="add del mod">
          <ac:chgData name="Xin Luo" userId="82312ee5779919a4" providerId="LiveId" clId="{F5C2D48E-4392-624B-B7FE-4C89A1D87AB0}" dt="2025-05-25T09:23:00.558" v="1273" actId="478"/>
          <ac:picMkLst>
            <pc:docMk/>
            <pc:sldMk cId="3693262253" sldId="2762"/>
            <ac:picMk id="21" creationId="{76A5142D-F51F-9ED0-6904-3440256B140E}"/>
          </ac:picMkLst>
        </pc:pic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9" creationId="{7073D247-F283-7200-CFD7-268D3D1C7FF4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10" creationId="{A8CD8015-224B-E835-A6E4-EC0B539D82B9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13" creationId="{EA13A35D-9D03-28DB-1CE4-B215DDF6B08C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26" creationId="{68BEF567-B515-0060-B597-785E6F7A9FBD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33" creationId="{EA96489D-D1D8-FB9A-7AB2-D49CDFBF1ADA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40" creationId="{D226F121-AC0F-7635-93D0-C18636190507}"/>
          </ac:cxnSpMkLst>
        </pc:cxnChg>
      </pc:sldChg>
      <pc:sldChg chg="addSp delSp modSp add mod">
        <pc:chgData name="Xin Luo" userId="82312ee5779919a4" providerId="LiveId" clId="{F5C2D48E-4392-624B-B7FE-4C89A1D87AB0}" dt="2025-05-25T09:01:05.683" v="1204" actId="20577"/>
        <pc:sldMkLst>
          <pc:docMk/>
          <pc:sldMk cId="723835855" sldId="2763"/>
        </pc:sldMkLst>
        <pc:spChg chg="mod">
          <ac:chgData name="Xin Luo" userId="82312ee5779919a4" providerId="LiveId" clId="{F5C2D48E-4392-624B-B7FE-4C89A1D87AB0}" dt="2025-05-25T09:01:05.683" v="1204" actId="20577"/>
          <ac:spMkLst>
            <pc:docMk/>
            <pc:sldMk cId="723835855" sldId="2763"/>
            <ac:spMk id="2" creationId="{C0FB9C93-210B-6ECD-FB6C-9E33E3F06F39}"/>
          </ac:spMkLst>
        </pc:spChg>
        <pc:spChg chg="add del mod">
          <ac:chgData name="Xin Luo" userId="82312ee5779919a4" providerId="LiveId" clId="{F5C2D48E-4392-624B-B7FE-4C89A1D87AB0}" dt="2025-05-25T05:42:01.693" v="332" actId="478"/>
          <ac:spMkLst>
            <pc:docMk/>
            <pc:sldMk cId="723835855" sldId="2763"/>
            <ac:spMk id="11" creationId="{4CCAB81E-9323-959D-D59C-516035883A3B}"/>
          </ac:spMkLst>
        </pc:spChg>
        <pc:grpChg chg="del">
          <ac:chgData name="Xin Luo" userId="82312ee5779919a4" providerId="LiveId" clId="{F5C2D48E-4392-624B-B7FE-4C89A1D87AB0}" dt="2025-05-25T05:40:54.968" v="327" actId="478"/>
          <ac:grpSpMkLst>
            <pc:docMk/>
            <pc:sldMk cId="723835855" sldId="2763"/>
            <ac:grpSpMk id="69" creationId="{6F66EF5A-E9F0-F3C3-9E86-68975D6A095C}"/>
          </ac:grpSpMkLst>
        </pc:grp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9" creationId="{A14A05A1-59C4-9C3B-6DB4-C6C94257ACD5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10" creationId="{4073F309-ECB9-6247-347D-1F101EE97C60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13" creationId="{EAEDBF41-C9D1-9114-73A8-E29926411CE1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26" creationId="{1F8E6313-1906-96B8-31D7-B95776B5BAE5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33" creationId="{206F96FC-BBD5-BB36-C849-C1EA1BB3D724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40" creationId="{C49C1B19-98C3-7E7A-66CE-CBFD7A64F2F9}"/>
          </ac:cxnSpMkLst>
        </pc:cxnChg>
      </pc:sldChg>
      <pc:sldChg chg="addSp modSp add mod">
        <pc:chgData name="Xin Luo" userId="82312ee5779919a4" providerId="LiveId" clId="{F5C2D48E-4392-624B-B7FE-4C89A1D87AB0}" dt="2025-05-25T09:37:25.692" v="1619" actId="1076"/>
        <pc:sldMkLst>
          <pc:docMk/>
          <pc:sldMk cId="79226244" sldId="2764"/>
        </pc:sldMkLst>
        <pc:spChg chg="mod">
          <ac:chgData name="Xin Luo" userId="82312ee5779919a4" providerId="LiveId" clId="{F5C2D48E-4392-624B-B7FE-4C89A1D87AB0}" dt="2025-05-25T09:02:12.408" v="1212" actId="21"/>
          <ac:spMkLst>
            <pc:docMk/>
            <pc:sldMk cId="79226244" sldId="2764"/>
            <ac:spMk id="2" creationId="{26E7FE04-ED10-AD28-7E79-0FFF219A8228}"/>
          </ac:spMkLst>
        </pc:spChg>
        <pc:spChg chg="add mod">
          <ac:chgData name="Xin Luo" userId="82312ee5779919a4" providerId="LiveId" clId="{F5C2D48E-4392-624B-B7FE-4C89A1D87AB0}" dt="2025-05-25T09:20:44.835" v="1250" actId="1076"/>
          <ac:spMkLst>
            <pc:docMk/>
            <pc:sldMk cId="79226244" sldId="2764"/>
            <ac:spMk id="8" creationId="{CE50B879-C39F-CE80-A983-BB2720366799}"/>
          </ac:spMkLst>
        </pc:spChg>
        <pc:spChg chg="add mod">
          <ac:chgData name="Xin Luo" userId="82312ee5779919a4" providerId="LiveId" clId="{F5C2D48E-4392-624B-B7FE-4C89A1D87AB0}" dt="2025-05-25T09:20:44.835" v="1250" actId="1076"/>
          <ac:spMkLst>
            <pc:docMk/>
            <pc:sldMk cId="79226244" sldId="2764"/>
            <ac:spMk id="9" creationId="{D18F394F-DDD4-6C97-0D0E-1D1DB3DD3A5B}"/>
          </ac:spMkLst>
        </pc:spChg>
        <pc:spChg chg="add mod">
          <ac:chgData name="Xin Luo" userId="82312ee5779919a4" providerId="LiveId" clId="{F5C2D48E-4392-624B-B7FE-4C89A1D87AB0}" dt="2025-05-25T09:21:04.675" v="1270" actId="14100"/>
          <ac:spMkLst>
            <pc:docMk/>
            <pc:sldMk cId="79226244" sldId="2764"/>
            <ac:spMk id="13" creationId="{0AB4425C-04AB-C511-10CB-7F7F2F90872F}"/>
          </ac:spMkLst>
        </pc:spChg>
        <pc:spChg chg="add mod">
          <ac:chgData name="Xin Luo" userId="82312ee5779919a4" providerId="LiveId" clId="{F5C2D48E-4392-624B-B7FE-4C89A1D87AB0}" dt="2025-05-25T09:19:54.894" v="1237" actId="14100"/>
          <ac:spMkLst>
            <pc:docMk/>
            <pc:sldMk cId="79226244" sldId="2764"/>
            <ac:spMk id="14" creationId="{383AE1B9-F195-4055-AF97-5F7058ABCEE5}"/>
          </ac:spMkLst>
        </pc:spChg>
        <pc:spChg chg="add mod">
          <ac:chgData name="Xin Luo" userId="82312ee5779919a4" providerId="LiveId" clId="{F5C2D48E-4392-624B-B7FE-4C89A1D87AB0}" dt="2025-05-25T09:20:10.815" v="1247" actId="20577"/>
          <ac:spMkLst>
            <pc:docMk/>
            <pc:sldMk cId="79226244" sldId="2764"/>
            <ac:spMk id="15" creationId="{5D43ABD5-5B57-8113-B38D-657948375C6F}"/>
          </ac:spMkLst>
        </pc:spChg>
        <pc:spChg chg="add mod">
          <ac:chgData name="Xin Luo" userId="82312ee5779919a4" providerId="LiveId" clId="{F5C2D48E-4392-624B-B7FE-4C89A1D87AB0}" dt="2025-05-25T09:37:17.756" v="1618" actId="1035"/>
          <ac:spMkLst>
            <pc:docMk/>
            <pc:sldMk cId="79226244" sldId="2764"/>
            <ac:spMk id="19" creationId="{F40432DF-FE1A-2F7C-86AB-8E010D261FE4}"/>
          </ac:spMkLst>
        </pc:spChg>
        <pc:picChg chg="add mod">
          <ac:chgData name="Xin Luo" userId="82312ee5779919a4" providerId="LiveId" clId="{F5C2D48E-4392-624B-B7FE-4C89A1D87AB0}" dt="2025-05-25T09:20:44.835" v="1250" actId="1076"/>
          <ac:picMkLst>
            <pc:docMk/>
            <pc:sldMk cId="79226244" sldId="2764"/>
            <ac:picMk id="5" creationId="{C4B97976-EB68-DC67-5DEC-7ABF98606051}"/>
          </ac:picMkLst>
        </pc:picChg>
        <pc:picChg chg="add mod">
          <ac:chgData name="Xin Luo" userId="82312ee5779919a4" providerId="LiveId" clId="{F5C2D48E-4392-624B-B7FE-4C89A1D87AB0}" dt="2025-05-25T09:20:46.981" v="1252" actId="1076"/>
          <ac:picMkLst>
            <pc:docMk/>
            <pc:sldMk cId="79226244" sldId="2764"/>
            <ac:picMk id="7" creationId="{607894F7-E1BB-7627-C4FB-1F4608512224}"/>
          </ac:picMkLst>
        </pc:picChg>
        <pc:picChg chg="add mod">
          <ac:chgData name="Xin Luo" userId="82312ee5779919a4" providerId="LiveId" clId="{F5C2D48E-4392-624B-B7FE-4C89A1D87AB0}" dt="2025-05-25T09:37:25.692" v="1619" actId="1076"/>
          <ac:picMkLst>
            <pc:docMk/>
            <pc:sldMk cId="79226244" sldId="2764"/>
            <ac:picMk id="11" creationId="{46EB6E5A-85F0-9346-6E60-F50B6AB697A8}"/>
          </ac:picMkLst>
        </pc:picChg>
        <pc:picChg chg="add mod">
          <ac:chgData name="Xin Luo" userId="82312ee5779919a4" providerId="LiveId" clId="{F5C2D48E-4392-624B-B7FE-4C89A1D87AB0}" dt="2025-05-25T09:20:45.481" v="1251" actId="27614"/>
          <ac:picMkLst>
            <pc:docMk/>
            <pc:sldMk cId="79226244" sldId="2764"/>
            <ac:picMk id="17" creationId="{2BFD923F-620B-CC75-A34B-8043277DF373}"/>
          </ac:picMkLst>
        </pc:picChg>
      </pc:sldChg>
      <pc:sldChg chg="addSp delSp modSp add mod">
        <pc:chgData name="Xin Luo" userId="82312ee5779919a4" providerId="LiveId" clId="{F5C2D48E-4392-624B-B7FE-4C89A1D87AB0}" dt="2025-05-25T09:21:46.610" v="1271" actId="1076"/>
        <pc:sldMkLst>
          <pc:docMk/>
          <pc:sldMk cId="4051555128" sldId="2765"/>
        </pc:sldMkLst>
        <pc:spChg chg="mod">
          <ac:chgData name="Xin Luo" userId="82312ee5779919a4" providerId="LiveId" clId="{F5C2D48E-4392-624B-B7FE-4C89A1D87AB0}" dt="2025-05-25T05:54:34.172" v="562" actId="20577"/>
          <ac:spMkLst>
            <pc:docMk/>
            <pc:sldMk cId="4051555128" sldId="2765"/>
            <ac:spMk id="2" creationId="{5ED012DB-8942-8839-D497-3485DD138C48}"/>
          </ac:spMkLst>
        </pc:spChg>
        <pc:spChg chg="add mod">
          <ac:chgData name="Xin Luo" userId="82312ee5779919a4" providerId="LiveId" clId="{F5C2D48E-4392-624B-B7FE-4C89A1D87AB0}" dt="2025-05-25T09:21:46.610" v="1271" actId="1076"/>
          <ac:spMkLst>
            <pc:docMk/>
            <pc:sldMk cId="4051555128" sldId="2765"/>
            <ac:spMk id="6" creationId="{F2B66AF0-5876-C132-0855-94A67F7109F4}"/>
          </ac:spMkLst>
        </pc:spChg>
        <pc:spChg chg="del">
          <ac:chgData name="Xin Luo" userId="82312ee5779919a4" providerId="LiveId" clId="{F5C2D48E-4392-624B-B7FE-4C89A1D87AB0}" dt="2025-05-25T05:54:50.815" v="565" actId="478"/>
          <ac:spMkLst>
            <pc:docMk/>
            <pc:sldMk cId="4051555128" sldId="2765"/>
            <ac:spMk id="8" creationId="{C638D974-066B-E252-19B8-5D66C38C5D06}"/>
          </ac:spMkLst>
        </pc:spChg>
        <pc:spChg chg="del">
          <ac:chgData name="Xin Luo" userId="82312ee5779919a4" providerId="LiveId" clId="{F5C2D48E-4392-624B-B7FE-4C89A1D87AB0}" dt="2025-05-25T05:54:50.815" v="565" actId="478"/>
          <ac:spMkLst>
            <pc:docMk/>
            <pc:sldMk cId="4051555128" sldId="2765"/>
            <ac:spMk id="9" creationId="{EB15FCB8-CD2D-0A0D-5ED1-B4C3B82D0D3F}"/>
          </ac:spMkLst>
        </pc:spChg>
        <pc:picChg chg="del">
          <ac:chgData name="Xin Luo" userId="82312ee5779919a4" providerId="LiveId" clId="{F5C2D48E-4392-624B-B7FE-4C89A1D87AB0}" dt="2025-05-25T05:54:46.902" v="563" actId="478"/>
          <ac:picMkLst>
            <pc:docMk/>
            <pc:sldMk cId="4051555128" sldId="2765"/>
            <ac:picMk id="5" creationId="{A45A7C82-3593-AFBE-47AB-1044B789B768}"/>
          </ac:picMkLst>
        </pc:picChg>
        <pc:picChg chg="del">
          <ac:chgData name="Xin Luo" userId="82312ee5779919a4" providerId="LiveId" clId="{F5C2D48E-4392-624B-B7FE-4C89A1D87AB0}" dt="2025-05-25T05:54:47.603" v="564" actId="478"/>
          <ac:picMkLst>
            <pc:docMk/>
            <pc:sldMk cId="4051555128" sldId="2765"/>
            <ac:picMk id="7" creationId="{C7D0980B-C85B-36BF-F4A4-85968C3CFF40}"/>
          </ac:picMkLst>
        </pc:picChg>
      </pc:sldChg>
      <pc:sldChg chg="addSp delSp modSp add mod">
        <pc:chgData name="Xin Luo" userId="82312ee5779919a4" providerId="LiveId" clId="{F5C2D48E-4392-624B-B7FE-4C89A1D87AB0}" dt="2025-05-25T06:07:56.751" v="876" actId="14100"/>
        <pc:sldMkLst>
          <pc:docMk/>
          <pc:sldMk cId="3164559666" sldId="2766"/>
        </pc:sldMkLst>
        <pc:spChg chg="mod">
          <ac:chgData name="Xin Luo" userId="82312ee5779919a4" providerId="LiveId" clId="{F5C2D48E-4392-624B-B7FE-4C89A1D87AB0}" dt="2025-05-25T06:05:48.702" v="866" actId="20577"/>
          <ac:spMkLst>
            <pc:docMk/>
            <pc:sldMk cId="3164559666" sldId="2766"/>
            <ac:spMk id="2" creationId="{E6ACC44B-2985-3CB9-03D7-98BEB254FA18}"/>
          </ac:spMkLst>
        </pc:spChg>
        <pc:spChg chg="add mod">
          <ac:chgData name="Xin Luo" userId="82312ee5779919a4" providerId="LiveId" clId="{F5C2D48E-4392-624B-B7FE-4C89A1D87AB0}" dt="2025-05-25T06:06:05.030" v="873" actId="1076"/>
          <ac:spMkLst>
            <pc:docMk/>
            <pc:sldMk cId="3164559666" sldId="2766"/>
            <ac:spMk id="5" creationId="{B9AA8721-8AB0-FD63-C515-B41BF6589657}"/>
          </ac:spMkLst>
        </pc:spChg>
        <pc:spChg chg="del">
          <ac:chgData name="Xin Luo" userId="82312ee5779919a4" providerId="LiveId" clId="{F5C2D48E-4392-624B-B7FE-4C89A1D87AB0}" dt="2025-05-25T06:05:31.249" v="860" actId="478"/>
          <ac:spMkLst>
            <pc:docMk/>
            <pc:sldMk cId="3164559666" sldId="2766"/>
            <ac:spMk id="14" creationId="{6621A068-020E-383A-5A85-24C4C5233E5F}"/>
          </ac:spMkLst>
        </pc:spChg>
        <pc:spChg chg="del">
          <ac:chgData name="Xin Luo" userId="82312ee5779919a4" providerId="LiveId" clId="{F5C2D48E-4392-624B-B7FE-4C89A1D87AB0}" dt="2025-05-25T06:05:06.281" v="820" actId="478"/>
          <ac:spMkLst>
            <pc:docMk/>
            <pc:sldMk cId="3164559666" sldId="2766"/>
            <ac:spMk id="17" creationId="{14902B58-3358-43D5-1740-DD749EB3A5D6}"/>
          </ac:spMkLst>
        </pc:spChg>
        <pc:spChg chg="del">
          <ac:chgData name="Xin Luo" userId="82312ee5779919a4" providerId="LiveId" clId="{F5C2D48E-4392-624B-B7FE-4C89A1D87AB0}" dt="2025-05-25T06:05:06.281" v="820" actId="478"/>
          <ac:spMkLst>
            <pc:docMk/>
            <pc:sldMk cId="3164559666" sldId="2766"/>
            <ac:spMk id="23" creationId="{A77B70A9-8728-12DC-03EE-0AD1FB230988}"/>
          </ac:spMkLst>
        </pc:spChg>
        <pc:picChg chg="add mod">
          <ac:chgData name="Xin Luo" userId="82312ee5779919a4" providerId="LiveId" clId="{F5C2D48E-4392-624B-B7FE-4C89A1D87AB0}" dt="2025-05-25T06:07:56.751" v="876" actId="14100"/>
          <ac:picMkLst>
            <pc:docMk/>
            <pc:sldMk cId="3164559666" sldId="2766"/>
            <ac:picMk id="7" creationId="{09D682C3-4C17-04B8-38EC-693846756B46}"/>
          </ac:picMkLst>
        </pc:picChg>
        <pc:picChg chg="del">
          <ac:chgData name="Xin Luo" userId="82312ee5779919a4" providerId="LiveId" clId="{F5C2D48E-4392-624B-B7FE-4C89A1D87AB0}" dt="2025-05-25T06:05:29.712" v="859" actId="478"/>
          <ac:picMkLst>
            <pc:docMk/>
            <pc:sldMk cId="3164559666" sldId="2766"/>
            <ac:picMk id="11" creationId="{F7485E45-1E08-E7DF-FF35-A90D565D2FC8}"/>
          </ac:picMkLst>
        </pc:picChg>
        <pc:picChg chg="del">
          <ac:chgData name="Xin Luo" userId="82312ee5779919a4" providerId="LiveId" clId="{F5C2D48E-4392-624B-B7FE-4C89A1D87AB0}" dt="2025-05-25T06:05:03.288" v="818" actId="478"/>
          <ac:picMkLst>
            <pc:docMk/>
            <pc:sldMk cId="3164559666" sldId="2766"/>
            <ac:picMk id="16" creationId="{3BBC37B8-C694-BC95-BD53-D04B76C6F4F9}"/>
          </ac:picMkLst>
        </pc:picChg>
        <pc:picChg chg="del">
          <ac:chgData name="Xin Luo" userId="82312ee5779919a4" providerId="LiveId" clId="{F5C2D48E-4392-624B-B7FE-4C89A1D87AB0}" dt="2025-05-25T06:05:06.281" v="820" actId="478"/>
          <ac:picMkLst>
            <pc:docMk/>
            <pc:sldMk cId="3164559666" sldId="2766"/>
            <ac:picMk id="19" creationId="{57E637FF-8077-ADC9-DB62-47EA366AF73E}"/>
          </ac:picMkLst>
        </pc:picChg>
        <pc:picChg chg="del">
          <ac:chgData name="Xin Luo" userId="82312ee5779919a4" providerId="LiveId" clId="{F5C2D48E-4392-624B-B7FE-4C89A1D87AB0}" dt="2025-05-25T06:05:03.901" v="819" actId="478"/>
          <ac:picMkLst>
            <pc:docMk/>
            <pc:sldMk cId="3164559666" sldId="2766"/>
            <ac:picMk id="21" creationId="{437B1991-0E54-9E66-D20E-599093FF8154}"/>
          </ac:picMkLst>
        </pc:picChg>
      </pc:sldChg>
      <pc:sldChg chg="addSp delSp modSp add mod">
        <pc:chgData name="Xin Luo" userId="82312ee5779919a4" providerId="LiveId" clId="{F5C2D48E-4392-624B-B7FE-4C89A1D87AB0}" dt="2025-05-25T09:28:23.639" v="1452" actId="1036"/>
        <pc:sldMkLst>
          <pc:docMk/>
          <pc:sldMk cId="4247154155" sldId="2767"/>
        </pc:sldMkLst>
        <pc:spChg chg="mod">
          <ac:chgData name="Xin Luo" userId="82312ee5779919a4" providerId="LiveId" clId="{F5C2D48E-4392-624B-B7FE-4C89A1D87AB0}" dt="2025-05-25T08:44:19.575" v="895" actId="20577"/>
          <ac:spMkLst>
            <pc:docMk/>
            <pc:sldMk cId="4247154155" sldId="2767"/>
            <ac:spMk id="2" creationId="{78174917-5D93-3CA2-B20E-18CBCBBD1C3C}"/>
          </ac:spMkLst>
        </pc:spChg>
        <pc:spChg chg="mod">
          <ac:chgData name="Xin Luo" userId="82312ee5779919a4" providerId="LiveId" clId="{F5C2D48E-4392-624B-B7FE-4C89A1D87AB0}" dt="2025-05-25T08:45:00.237" v="902" actId="14100"/>
          <ac:spMkLst>
            <pc:docMk/>
            <pc:sldMk cId="4247154155" sldId="2767"/>
            <ac:spMk id="5" creationId="{F9E5267F-B4B4-DFAA-C864-2D3D76FB5FB1}"/>
          </ac:spMkLst>
        </pc:spChg>
        <pc:spChg chg="add mod">
          <ac:chgData name="Xin Luo" userId="82312ee5779919a4" providerId="LiveId" clId="{F5C2D48E-4392-624B-B7FE-4C89A1D87AB0}" dt="2025-05-25T09:28:21.178" v="1447" actId="1076"/>
          <ac:spMkLst>
            <pc:docMk/>
            <pc:sldMk cId="4247154155" sldId="2767"/>
            <ac:spMk id="8" creationId="{73960FA1-F1DC-D891-8E2A-86EB801665ED}"/>
          </ac:spMkLst>
        </pc:spChg>
        <pc:picChg chg="add mod">
          <ac:chgData name="Xin Luo" userId="82312ee5779919a4" providerId="LiveId" clId="{F5C2D48E-4392-624B-B7FE-4C89A1D87AB0}" dt="2025-05-25T09:28:23.639" v="1452" actId="1036"/>
          <ac:picMkLst>
            <pc:docMk/>
            <pc:sldMk cId="4247154155" sldId="2767"/>
            <ac:picMk id="6" creationId="{D76E0D47-03BB-5D1B-6787-732A8B9CEB74}"/>
          </ac:picMkLst>
        </pc:picChg>
        <pc:picChg chg="del">
          <ac:chgData name="Xin Luo" userId="82312ee5779919a4" providerId="LiveId" clId="{F5C2D48E-4392-624B-B7FE-4C89A1D87AB0}" dt="2025-05-25T08:45:42.315" v="903" actId="478"/>
          <ac:picMkLst>
            <pc:docMk/>
            <pc:sldMk cId="4247154155" sldId="2767"/>
            <ac:picMk id="7" creationId="{DA08DDF8-D2EF-F116-91EE-1312F7353057}"/>
          </ac:picMkLst>
        </pc:picChg>
      </pc:sldChg>
      <pc:sldChg chg="addSp delSp modSp add mod">
        <pc:chgData name="Xin Luo" userId="82312ee5779919a4" providerId="LiveId" clId="{F5C2D48E-4392-624B-B7FE-4C89A1D87AB0}" dt="2025-05-25T09:31:08.338" v="1519" actId="27614"/>
        <pc:sldMkLst>
          <pc:docMk/>
          <pc:sldMk cId="1524494882" sldId="2768"/>
        </pc:sldMkLst>
        <pc:spChg chg="mod">
          <ac:chgData name="Xin Luo" userId="82312ee5779919a4" providerId="LiveId" clId="{F5C2D48E-4392-624B-B7FE-4C89A1D87AB0}" dt="2025-05-25T09:28:53.665" v="1484" actId="20577"/>
          <ac:spMkLst>
            <pc:docMk/>
            <pc:sldMk cId="1524494882" sldId="2768"/>
            <ac:spMk id="2" creationId="{1468AB1A-DF7F-E4B7-1620-FAAA0AAC4645}"/>
          </ac:spMkLst>
        </pc:spChg>
        <pc:spChg chg="mod">
          <ac:chgData name="Xin Luo" userId="82312ee5779919a4" providerId="LiveId" clId="{F5C2D48E-4392-624B-B7FE-4C89A1D87AB0}" dt="2025-05-25T09:30:10.607" v="1515" actId="20577"/>
          <ac:spMkLst>
            <pc:docMk/>
            <pc:sldMk cId="1524494882" sldId="2768"/>
            <ac:spMk id="5" creationId="{50F101EB-393E-FE56-EB84-9C937140F7CE}"/>
          </ac:spMkLst>
        </pc:spChg>
        <pc:spChg chg="add del mod">
          <ac:chgData name="Xin Luo" userId="82312ee5779919a4" providerId="LiveId" clId="{F5C2D48E-4392-624B-B7FE-4C89A1D87AB0}" dt="2025-05-25T09:28:59.764" v="1487" actId="478"/>
          <ac:spMkLst>
            <pc:docMk/>
            <pc:sldMk cId="1524494882" sldId="2768"/>
            <ac:spMk id="8" creationId="{22AE9B1A-944D-AC07-D42D-E0096763783F}"/>
          </ac:spMkLst>
        </pc:spChg>
        <pc:picChg chg="del">
          <ac:chgData name="Xin Luo" userId="82312ee5779919a4" providerId="LiveId" clId="{F5C2D48E-4392-624B-B7FE-4C89A1D87AB0}" dt="2025-05-25T08:47:44.505" v="1002" actId="478"/>
          <ac:picMkLst>
            <pc:docMk/>
            <pc:sldMk cId="1524494882" sldId="2768"/>
            <ac:picMk id="6" creationId="{F1489C54-8C1C-8F88-9FE5-F10C7631C5B7}"/>
          </ac:picMkLst>
        </pc:picChg>
        <pc:picChg chg="add del mod">
          <ac:chgData name="Xin Luo" userId="82312ee5779919a4" providerId="LiveId" clId="{F5C2D48E-4392-624B-B7FE-4C89A1D87AB0}" dt="2025-05-25T09:28:58.779" v="1486" actId="478"/>
          <ac:picMkLst>
            <pc:docMk/>
            <pc:sldMk cId="1524494882" sldId="2768"/>
            <ac:picMk id="7" creationId="{0706C582-8633-E3B9-65D7-F32B0014AA4C}"/>
          </ac:picMkLst>
        </pc:picChg>
        <pc:picChg chg="add del mod">
          <ac:chgData name="Xin Luo" userId="82312ee5779919a4" providerId="LiveId" clId="{F5C2D48E-4392-624B-B7FE-4C89A1D87AB0}" dt="2025-05-25T09:28:57.014" v="1485" actId="478"/>
          <ac:picMkLst>
            <pc:docMk/>
            <pc:sldMk cId="1524494882" sldId="2768"/>
            <ac:picMk id="10" creationId="{B6BD6D0F-3420-E96B-D6D4-61470E5262AE}"/>
          </ac:picMkLst>
        </pc:picChg>
        <pc:picChg chg="add mod">
          <ac:chgData name="Xin Luo" userId="82312ee5779919a4" providerId="LiveId" clId="{F5C2D48E-4392-624B-B7FE-4C89A1D87AB0}" dt="2025-05-25T08:50:23.029" v="1043"/>
          <ac:picMkLst>
            <pc:docMk/>
            <pc:sldMk cId="1524494882" sldId="2768"/>
            <ac:picMk id="12" creationId="{2ADB60C8-892C-99D4-1901-EA9C15584A0D}"/>
          </ac:picMkLst>
        </pc:picChg>
        <pc:picChg chg="add mod">
          <ac:chgData name="Xin Luo" userId="82312ee5779919a4" providerId="LiveId" clId="{F5C2D48E-4392-624B-B7FE-4C89A1D87AB0}" dt="2025-05-25T09:31:08.338" v="1519" actId="27614"/>
          <ac:picMkLst>
            <pc:docMk/>
            <pc:sldMk cId="1524494882" sldId="2768"/>
            <ac:picMk id="14" creationId="{AD74C925-160E-1095-20E9-53151E6830E5}"/>
          </ac:picMkLst>
        </pc:picChg>
      </pc:sldChg>
      <pc:sldChg chg="addSp delSp modSp add mod">
        <pc:chgData name="Xin Luo" userId="82312ee5779919a4" providerId="LiveId" clId="{F5C2D48E-4392-624B-B7FE-4C89A1D87AB0}" dt="2025-05-25T08:54:47.697" v="1203" actId="1076"/>
        <pc:sldMkLst>
          <pc:docMk/>
          <pc:sldMk cId="3902283813" sldId="2769"/>
        </pc:sldMkLst>
        <pc:spChg chg="mod">
          <ac:chgData name="Xin Luo" userId="82312ee5779919a4" providerId="LiveId" clId="{F5C2D48E-4392-624B-B7FE-4C89A1D87AB0}" dt="2025-05-25T08:50:34.397" v="1060" actId="20577"/>
          <ac:spMkLst>
            <pc:docMk/>
            <pc:sldMk cId="3902283813" sldId="2769"/>
            <ac:spMk id="2" creationId="{84C78015-0E7D-654C-0B58-247C85D66E8D}"/>
          </ac:spMkLst>
        </pc:spChg>
        <pc:spChg chg="mod">
          <ac:chgData name="Xin Luo" userId="82312ee5779919a4" providerId="LiveId" clId="{F5C2D48E-4392-624B-B7FE-4C89A1D87AB0}" dt="2025-05-25T08:54:39.265" v="1200" actId="1035"/>
          <ac:spMkLst>
            <pc:docMk/>
            <pc:sldMk cId="3902283813" sldId="2769"/>
            <ac:spMk id="5" creationId="{88CBD4A2-17CE-0B15-E6D8-9C777704BF68}"/>
          </ac:spMkLst>
        </pc:spChg>
        <pc:spChg chg="del">
          <ac:chgData name="Xin Luo" userId="82312ee5779919a4" providerId="LiveId" clId="{F5C2D48E-4392-624B-B7FE-4C89A1D87AB0}" dt="2025-05-25T08:50:54.775" v="1098" actId="478"/>
          <ac:spMkLst>
            <pc:docMk/>
            <pc:sldMk cId="3902283813" sldId="2769"/>
            <ac:spMk id="8" creationId="{0F46FF98-4332-DAE7-2EF5-48758A1C1FE3}"/>
          </ac:spMkLst>
        </pc:spChg>
        <pc:spChg chg="add mod">
          <ac:chgData name="Xin Luo" userId="82312ee5779919a4" providerId="LiveId" clId="{F5C2D48E-4392-624B-B7FE-4C89A1D87AB0}" dt="2025-05-25T08:54:47.697" v="1203" actId="1076"/>
          <ac:spMkLst>
            <pc:docMk/>
            <pc:sldMk cId="3902283813" sldId="2769"/>
            <ac:spMk id="9" creationId="{D513AA3F-0385-D013-13AD-1D0FB8D9B70A}"/>
          </ac:spMkLst>
        </pc:spChg>
        <pc:spChg chg="add mod">
          <ac:chgData name="Xin Luo" userId="82312ee5779919a4" providerId="LiveId" clId="{F5C2D48E-4392-624B-B7FE-4C89A1D87AB0}" dt="2025-05-25T08:54:39.265" v="1200" actId="1035"/>
          <ac:spMkLst>
            <pc:docMk/>
            <pc:sldMk cId="3902283813" sldId="2769"/>
            <ac:spMk id="13" creationId="{79BD1779-1247-FF78-7205-4B19381D21C2}"/>
          </ac:spMkLst>
        </pc:spChg>
        <pc:picChg chg="add mod">
          <ac:chgData name="Xin Luo" userId="82312ee5779919a4" providerId="LiveId" clId="{F5C2D48E-4392-624B-B7FE-4C89A1D87AB0}" dt="2025-05-25T08:54:39.265" v="1200" actId="1035"/>
          <ac:picMkLst>
            <pc:docMk/>
            <pc:sldMk cId="3902283813" sldId="2769"/>
            <ac:picMk id="6" creationId="{1D4765C1-C7D2-6B77-B5F2-AD3408B81C51}"/>
          </ac:picMkLst>
        </pc:picChg>
        <pc:picChg chg="del">
          <ac:chgData name="Xin Luo" userId="82312ee5779919a4" providerId="LiveId" clId="{F5C2D48E-4392-624B-B7FE-4C89A1D87AB0}" dt="2025-05-25T08:50:50.934" v="1097" actId="478"/>
          <ac:picMkLst>
            <pc:docMk/>
            <pc:sldMk cId="3902283813" sldId="2769"/>
            <ac:picMk id="7" creationId="{447B3182-7E10-1A11-19FE-6CE9ABA256D9}"/>
          </ac:picMkLst>
        </pc:picChg>
        <pc:picChg chg="del">
          <ac:chgData name="Xin Luo" userId="82312ee5779919a4" providerId="LiveId" clId="{F5C2D48E-4392-624B-B7FE-4C89A1D87AB0}" dt="2025-05-25T08:50:50.934" v="1097" actId="478"/>
          <ac:picMkLst>
            <pc:docMk/>
            <pc:sldMk cId="3902283813" sldId="2769"/>
            <ac:picMk id="10" creationId="{BAF3879B-BD10-459D-98CB-64E03D443CA9}"/>
          </ac:picMkLst>
        </pc:picChg>
        <pc:picChg chg="add mod">
          <ac:chgData name="Xin Luo" userId="82312ee5779919a4" providerId="LiveId" clId="{F5C2D48E-4392-624B-B7FE-4C89A1D87AB0}" dt="2025-05-25T08:54:45.427" v="1202" actId="14100"/>
          <ac:picMkLst>
            <pc:docMk/>
            <pc:sldMk cId="3902283813" sldId="2769"/>
            <ac:picMk id="12" creationId="{B3CF1D18-0AAB-D188-EA4F-4D3662AAFA59}"/>
          </ac:picMkLst>
        </pc:picChg>
        <pc:picChg chg="add mod">
          <ac:chgData name="Xin Luo" userId="82312ee5779919a4" providerId="LiveId" clId="{F5C2D48E-4392-624B-B7FE-4C89A1D87AB0}" dt="2025-05-25T08:54:39.265" v="1200" actId="1035"/>
          <ac:picMkLst>
            <pc:docMk/>
            <pc:sldMk cId="3902283813" sldId="2769"/>
            <ac:picMk id="15" creationId="{5570B240-4AD9-03E9-01BE-0EC4AAD4D06C}"/>
          </ac:picMkLst>
        </pc:picChg>
      </pc:sldChg>
      <pc:sldChg chg="addSp delSp modSp add mod">
        <pc:chgData name="Xin Luo" userId="82312ee5779919a4" providerId="LiveId" clId="{F5C2D48E-4392-624B-B7FE-4C89A1D87AB0}" dt="2025-05-25T09:26:38.401" v="1405" actId="113"/>
        <pc:sldMkLst>
          <pc:docMk/>
          <pc:sldMk cId="3835729153" sldId="2770"/>
        </pc:sldMkLst>
        <pc:spChg chg="del">
          <ac:chgData name="Xin Luo" userId="82312ee5779919a4" providerId="LiveId" clId="{F5C2D48E-4392-624B-B7FE-4C89A1D87AB0}" dt="2025-05-25T09:24:44.109" v="1309" actId="478"/>
          <ac:spMkLst>
            <pc:docMk/>
            <pc:sldMk cId="3835729153" sldId="2770"/>
            <ac:spMk id="2" creationId="{65394BC4-C6F1-B4A5-669C-CEAB90833AFD}"/>
          </ac:spMkLst>
        </pc:spChg>
        <pc:spChg chg="add mod">
          <ac:chgData name="Xin Luo" userId="82312ee5779919a4" providerId="LiveId" clId="{F5C2D48E-4392-624B-B7FE-4C89A1D87AB0}" dt="2025-05-25T09:25:47.949" v="1357" actId="1036"/>
          <ac:spMkLst>
            <pc:docMk/>
            <pc:sldMk cId="3835729153" sldId="2770"/>
            <ac:spMk id="5" creationId="{7A0EFF5A-AB15-E3BA-F41B-DD427939B6E7}"/>
          </ac:spMkLst>
        </pc:spChg>
        <pc:spChg chg="del">
          <ac:chgData name="Xin Luo" userId="82312ee5779919a4" providerId="LiveId" clId="{F5C2D48E-4392-624B-B7FE-4C89A1D87AB0}" dt="2025-05-25T09:24:41.718" v="1308" actId="478"/>
          <ac:spMkLst>
            <pc:docMk/>
            <pc:sldMk cId="3835729153" sldId="2770"/>
            <ac:spMk id="14" creationId="{E6C4783A-CF21-D7B8-5CC2-009E19CB55D3}"/>
          </ac:spMkLst>
        </pc:spChg>
        <pc:spChg chg="mod">
          <ac:chgData name="Xin Luo" userId="82312ee5779919a4" providerId="LiveId" clId="{F5C2D48E-4392-624B-B7FE-4C89A1D87AB0}" dt="2025-05-25T09:26:38.401" v="1405" actId="113"/>
          <ac:spMkLst>
            <pc:docMk/>
            <pc:sldMk cId="3835729153" sldId="2770"/>
            <ac:spMk id="17" creationId="{8237E2BA-E811-2F56-DC70-823F1A953D39}"/>
          </ac:spMkLst>
        </pc:spChg>
        <pc:spChg chg="mod">
          <ac:chgData name="Xin Luo" userId="82312ee5779919a4" providerId="LiveId" clId="{F5C2D48E-4392-624B-B7FE-4C89A1D87AB0}" dt="2025-05-25T09:25:47.949" v="1357" actId="1036"/>
          <ac:spMkLst>
            <pc:docMk/>
            <pc:sldMk cId="3835729153" sldId="2770"/>
            <ac:spMk id="23" creationId="{690F9F59-11B1-3DDA-C932-5ABCE8E3B426}"/>
          </ac:spMkLst>
        </pc:spChg>
        <pc:picChg chg="del">
          <ac:chgData name="Xin Luo" userId="82312ee5779919a4" providerId="LiveId" clId="{F5C2D48E-4392-624B-B7FE-4C89A1D87AB0}" dt="2025-05-25T09:24:41.718" v="1308" actId="478"/>
          <ac:picMkLst>
            <pc:docMk/>
            <pc:sldMk cId="3835729153" sldId="2770"/>
            <ac:picMk id="11" creationId="{2FF2DBB5-1AFD-326A-70C4-A944DDA1D9F2}"/>
          </ac:picMkLst>
        </pc:picChg>
        <pc:picChg chg="del">
          <ac:chgData name="Xin Luo" userId="82312ee5779919a4" providerId="LiveId" clId="{F5C2D48E-4392-624B-B7FE-4C89A1D87AB0}" dt="2025-05-25T09:24:41.718" v="1308" actId="478"/>
          <ac:picMkLst>
            <pc:docMk/>
            <pc:sldMk cId="3835729153" sldId="2770"/>
            <ac:picMk id="16" creationId="{43ADEA4B-87AB-B486-A4C3-722BE692058C}"/>
          </ac:picMkLst>
        </pc:picChg>
        <pc:picChg chg="mod">
          <ac:chgData name="Xin Luo" userId="82312ee5779919a4" providerId="LiveId" clId="{F5C2D48E-4392-624B-B7FE-4C89A1D87AB0}" dt="2025-05-25T09:25:47.949" v="1357" actId="1036"/>
          <ac:picMkLst>
            <pc:docMk/>
            <pc:sldMk cId="3835729153" sldId="2770"/>
            <ac:picMk id="19" creationId="{0B6D64A1-7D44-00F7-0F0C-02506712C397}"/>
          </ac:picMkLst>
        </pc:picChg>
        <pc:picChg chg="mod">
          <ac:chgData name="Xin Luo" userId="82312ee5779919a4" providerId="LiveId" clId="{F5C2D48E-4392-624B-B7FE-4C89A1D87AB0}" dt="2025-05-25T09:25:47.949" v="1357" actId="1036"/>
          <ac:picMkLst>
            <pc:docMk/>
            <pc:sldMk cId="3835729153" sldId="2770"/>
            <ac:picMk id="21" creationId="{59B8B295-E4F9-3D24-3280-6169F168DDE0}"/>
          </ac:picMkLst>
        </pc:picChg>
      </pc:sldChg>
      <pc:sldChg chg="addSp delSp modSp add mod">
        <pc:chgData name="Xin Luo" userId="82312ee5779919a4" providerId="LiveId" clId="{F5C2D48E-4392-624B-B7FE-4C89A1D87AB0}" dt="2025-05-25T09:34:33.964" v="1601" actId="27614"/>
        <pc:sldMkLst>
          <pc:docMk/>
          <pc:sldMk cId="1977184621" sldId="2771"/>
        </pc:sldMkLst>
        <pc:spChg chg="mod">
          <ac:chgData name="Xin Luo" userId="82312ee5779919a4" providerId="LiveId" clId="{F5C2D48E-4392-624B-B7FE-4C89A1D87AB0}" dt="2025-05-25T09:33:57.944" v="1597" actId="113"/>
          <ac:spMkLst>
            <pc:docMk/>
            <pc:sldMk cId="1977184621" sldId="2771"/>
            <ac:spMk id="5" creationId="{C8DB5932-470B-681C-10BF-660ADE8ECD54}"/>
          </ac:spMkLst>
        </pc:spChg>
        <pc:spChg chg="mod">
          <ac:chgData name="Xin Luo" userId="82312ee5779919a4" providerId="LiveId" clId="{F5C2D48E-4392-624B-B7FE-4C89A1D87AB0}" dt="2025-05-25T09:33:55.246" v="1596" actId="113"/>
          <ac:spMkLst>
            <pc:docMk/>
            <pc:sldMk cId="1977184621" sldId="2771"/>
            <ac:spMk id="8" creationId="{A91E7D1C-C66E-E713-7E46-AD4957E71339}"/>
          </ac:spMkLst>
        </pc:spChg>
        <pc:picChg chg="add mod">
          <ac:chgData name="Xin Luo" userId="82312ee5779919a4" providerId="LiveId" clId="{F5C2D48E-4392-624B-B7FE-4C89A1D87AB0}" dt="2025-05-25T09:34:33.964" v="1601" actId="27614"/>
          <ac:picMkLst>
            <pc:docMk/>
            <pc:sldMk cId="1977184621" sldId="2771"/>
            <ac:picMk id="6" creationId="{4C286593-6294-977A-B5D1-B45431BDD231}"/>
          </ac:picMkLst>
        </pc:picChg>
        <pc:picChg chg="del">
          <ac:chgData name="Xin Luo" userId="82312ee5779919a4" providerId="LiveId" clId="{F5C2D48E-4392-624B-B7FE-4C89A1D87AB0}" dt="2025-05-25T09:34:25.530" v="1598" actId="478"/>
          <ac:picMkLst>
            <pc:docMk/>
            <pc:sldMk cId="1977184621" sldId="2771"/>
            <ac:picMk id="10" creationId="{1728E37A-94DE-7106-0B76-9DA03E6B142D}"/>
          </ac:picMkLst>
        </pc:picChg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A5D610E5-752B-7B4A-889B-D40C860DA0F0}"/>
    <pc:docChg chg="addSld delSld modSld">
      <pc:chgData name="Xin Luo" userId="82312ee5779919a4" providerId="LiveId" clId="{A5D610E5-752B-7B4A-889B-D40C860DA0F0}" dt="2025-05-08T15:18:36.457" v="210" actId="2696"/>
      <pc:docMkLst>
        <pc:docMk/>
      </pc:docMkLst>
      <pc:sldChg chg="modSp mod">
        <pc:chgData name="Xin Luo" userId="82312ee5779919a4" providerId="LiveId" clId="{A5D610E5-752B-7B4A-889B-D40C860DA0F0}" dt="2025-05-08T15:13:36.832" v="125" actId="20577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05.058" v="119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  <pc:spChg chg="mod">
          <ac:chgData name="Xin Luo" userId="82312ee5779919a4" providerId="LiveId" clId="{A5D610E5-752B-7B4A-889B-D40C860DA0F0}" dt="2025-05-08T15:15:01.919" v="196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2826444872" sldId="2723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965496355" sldId="2726"/>
        </pc:sldMkLst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3506380824" sldId="2764"/>
        </pc:sldMkLst>
      </pc:sldChg>
    </pc:docChg>
  </pc:docChgLst>
  <pc:docChgLst>
    <pc:chgData name="Xin Luo" userId="82312ee5779919a4" providerId="LiveId" clId="{743256A7-6CE7-B242-894F-C640845B5FDB}"/>
    <pc:docChg chg="addSld delSld modSld">
      <pc:chgData name="Xin Luo" userId="82312ee5779919a4" providerId="LiveId" clId="{743256A7-6CE7-B242-894F-C640845B5FDB}" dt="2025-05-08T15:21:00.183" v="109" actId="2696"/>
      <pc:docMkLst>
        <pc:docMk/>
      </pc:docMkLst>
      <pc:sldChg chg="modSp mod">
        <pc:chgData name="Xin Luo" userId="82312ee5779919a4" providerId="LiveId" clId="{743256A7-6CE7-B242-894F-C640845B5FDB}" dt="2025-05-08T15:20:37.707" v="84" actId="20577"/>
        <pc:sldMkLst>
          <pc:docMk/>
          <pc:sldMk cId="1576120367" sldId="2387"/>
        </pc:sldMkLst>
        <pc:spChg chg="mod">
          <ac:chgData name="Xin Luo" userId="82312ee5779919a4" providerId="LiveId" clId="{743256A7-6CE7-B242-894F-C640845B5FDB}" dt="2025-05-08T15:20:37.707" v="84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743256A7-6CE7-B242-894F-C640845B5FDB}" dt="2025-05-08T15:20:26.333" v="6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743256A7-6CE7-B242-894F-C640845B5FDB}" dt="2025-05-08T15:20:46.798" v="105" actId="20577"/>
        <pc:sldMkLst>
          <pc:docMk/>
          <pc:sldMk cId="2415901206" sldId="2447"/>
        </pc:sldMkLst>
      </pc:sldChg>
      <pc:sldChg chg="modSp mod">
        <pc:chgData name="Xin Luo" userId="82312ee5779919a4" providerId="LiveId" clId="{743256A7-6CE7-B242-894F-C640845B5FDB}" dt="2025-05-08T15:19:20.037" v="22" actId="20577"/>
        <pc:sldMkLst>
          <pc:docMk/>
          <pc:sldMk cId="1658607177" sldId="2708"/>
        </pc:sldMkLst>
        <pc:spChg chg="mod">
          <ac:chgData name="Xin Luo" userId="82312ee5779919a4" providerId="LiveId" clId="{743256A7-6CE7-B242-894F-C640845B5FDB}" dt="2025-05-08T15:19:20.037" v="22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743256A7-6CE7-B242-894F-C640845B5FDB}" dt="2025-05-08T15:19:16.924" v="1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743256A7-6CE7-B242-894F-C640845B5FDB}" dt="2025-05-08T15:21:00.169" v="107" actId="2696"/>
        <pc:sldMkLst>
          <pc:docMk/>
          <pc:sldMk cId="2826444872" sldId="2723"/>
        </pc:sldMkLst>
      </pc:sldChg>
      <pc:sldChg chg="del">
        <pc:chgData name="Xin Luo" userId="82312ee5779919a4" providerId="LiveId" clId="{743256A7-6CE7-B242-894F-C640845B5FDB}" dt="2025-05-08T15:21:00.180" v="108" actId="2696"/>
        <pc:sldMkLst>
          <pc:docMk/>
          <pc:sldMk cId="965496355" sldId="2726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2742362314" sldId="2727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3682048310" sldId="2728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13868781" sldId="2732"/>
        </pc:sldMkLst>
      </pc:sldChg>
      <pc:sldChg chg="del">
        <pc:chgData name="Xin Luo" userId="82312ee5779919a4" providerId="LiveId" clId="{743256A7-6CE7-B242-894F-C640845B5FDB}" dt="2025-05-08T15:21:00.183" v="109" actId="2696"/>
        <pc:sldMkLst>
          <pc:docMk/>
          <pc:sldMk cId="3506380824" sldId="2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EB36-E65D-72D8-E515-13D9095AC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C7FD3F-5A8A-1021-4086-B7BE2AF27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0DEE36-DB7D-C80E-81F9-E4CDA7017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35671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74332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BD2CC-8B0B-34CA-08F1-1C15AD8FD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BA361F3-D0FD-45CE-B7B5-94C386302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CE72C3D-9C52-863C-9070-57668E11F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6311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DC3A7-841F-220E-FC74-0D3781EE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CE0D22-5E18-0AC7-C93B-4F04A39172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A690ED7-7516-F85A-7ADE-B5E02F9C9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4126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D3239-485F-19B1-F59C-616A4DEB9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93E92F-8DFD-24A9-42E4-F42C0EAD3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7B13AE-9689-84F1-8BC1-86385C4F0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363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54775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break</a:t>
            </a:r>
            <a:r>
              <a:rPr lang="zh-CN" altLang="en-US" dirty="0"/>
              <a:t>跳出整个循环；</a:t>
            </a:r>
            <a:r>
              <a:rPr lang="en-US" altLang="zh-CN" dirty="0"/>
              <a:t>continue</a:t>
            </a:r>
            <a:r>
              <a:rPr lang="zh-CN" altLang="en-US" dirty="0"/>
              <a:t>跳出循环中部分循环。</a:t>
            </a:r>
          </a:p>
        </p:txBody>
      </p:sp>
    </p:spTree>
    <p:extLst>
      <p:ext uri="{BB962C8B-B14F-4D97-AF65-F5344CB8AC3E}">
        <p14:creationId xmlns:p14="http://schemas.microsoft.com/office/powerpoint/2010/main" val="854870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1D1E-E827-D5D8-F135-ED7D30905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4E861B-3E96-E4A8-55B6-9DE6F5C68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A67601-298F-BD90-DE05-F93294DA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4266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D5ED6-7D70-8349-ED32-EC76E6376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CC6A6A-6367-3598-0372-684139946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A3D8B95-0806-D841-67D7-AC26247AF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2374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35F16-24DE-D32F-A500-050718E40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33D6D4-58F8-0A16-F9F3-697EA880D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ED5BB7-C43D-6A93-BA62-B5ED4FFD4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65297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85BD-8A1C-A3FF-1ED4-6467BB73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CF1398-7C25-62EF-B4A0-E3220E37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AE387C-182D-7F95-8377-E398E8E3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迭代器自行学习</a:t>
            </a:r>
          </a:p>
        </p:txBody>
      </p:sp>
    </p:spTree>
    <p:extLst>
      <p:ext uri="{BB962C8B-B14F-4D97-AF65-F5344CB8AC3E}">
        <p14:creationId xmlns:p14="http://schemas.microsoft.com/office/powerpoint/2010/main" val="3578125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4CD7B-0676-979A-AEFF-83320CE94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90C674-8C2A-9698-42ED-45F3611AA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5C94855-3E43-8B84-51D6-BEF822470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7163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3F41F-90BA-FD28-D810-F9873618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3B346-C053-8F50-F623-157ABDC10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59B823-9BF7-5CE5-DDA0-5FB66A77B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95376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第三章 条件与循环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739914" y="243144"/>
            <a:ext cx="4662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三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898544" y="3779520"/>
            <a:ext cx="6402618" cy="772176"/>
            <a:chOff x="2121802" y="2115450"/>
            <a:chExt cx="502742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3" y="2150559"/>
              <a:ext cx="4451420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循环语句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898545" y="2523394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35749"/>
              <a:ext cx="5062803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条件语句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525994" y="236425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8168" y="3520308"/>
            <a:ext cx="12173832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7233" y="3917337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一、条件语句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18168" y="5063357"/>
            <a:ext cx="12173832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A482D-C7BB-32E0-E944-374D79FC1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DE205C4-818C-8150-F768-46C492E9D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441D31-5719-59DF-5079-DB372564FAF6}"/>
              </a:ext>
            </a:extLst>
          </p:cNvPr>
          <p:cNvSpPr txBox="1"/>
          <p:nvPr/>
        </p:nvSpPr>
        <p:spPr>
          <a:xfrm>
            <a:off x="566057" y="1017028"/>
            <a:ext cx="8113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程序三大结构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：顺序、分支、循环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AFD8C70-6941-B357-4017-618314ACE09A}"/>
              </a:ext>
            </a:extLst>
          </p:cNvPr>
          <p:cNvGrpSpPr/>
          <p:nvPr/>
        </p:nvGrpSpPr>
        <p:grpSpPr>
          <a:xfrm>
            <a:off x="1031096" y="2042125"/>
            <a:ext cx="2336218" cy="4235304"/>
            <a:chOff x="1031096" y="2042125"/>
            <a:chExt cx="1889904" cy="36093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F94CDEC-06DA-1ABE-9B92-7AA1B1F6B9AB}"/>
                </a:ext>
              </a:extLst>
            </p:cNvPr>
            <p:cNvSpPr/>
            <p:nvPr/>
          </p:nvSpPr>
          <p:spPr>
            <a:xfrm>
              <a:off x="1031096" y="2042125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98F771B-E95E-E79F-A2C2-729DC0F76100}"/>
                </a:ext>
              </a:extLst>
            </p:cNvPr>
            <p:cNvSpPr/>
            <p:nvPr/>
          </p:nvSpPr>
          <p:spPr>
            <a:xfrm>
              <a:off x="1031096" y="351137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9C9FA85-CCD6-88DE-BFDF-43EECE15CDE3}"/>
                </a:ext>
              </a:extLst>
            </p:cNvPr>
            <p:cNvSpPr/>
            <p:nvPr/>
          </p:nvSpPr>
          <p:spPr>
            <a:xfrm>
              <a:off x="1031096" y="488091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28E76A6-A10A-5E61-6172-E71C88C38219}"/>
                </a:ext>
              </a:extLst>
            </p:cNvPr>
            <p:cNvCxnSpPr>
              <a:stCxn id="8" idx="2"/>
              <a:endCxn id="11" idx="0"/>
            </p:cNvCxnSpPr>
            <p:nvPr/>
          </p:nvCxnSpPr>
          <p:spPr bwMode="auto">
            <a:xfrm>
              <a:off x="1976048" y="2812708"/>
              <a:ext cx="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7C08D9C-AADC-42F6-6126-E5DCAEAF78F4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 bwMode="auto">
            <a:xfrm>
              <a:off x="1976048" y="4281960"/>
              <a:ext cx="0" cy="598957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75DCDB3-9C66-6752-D665-6342E48B0942}"/>
              </a:ext>
            </a:extLst>
          </p:cNvPr>
          <p:cNvGrpSpPr/>
          <p:nvPr/>
        </p:nvGrpSpPr>
        <p:grpSpPr>
          <a:xfrm>
            <a:off x="4126658" y="2042125"/>
            <a:ext cx="4153737" cy="3095932"/>
            <a:chOff x="4126659" y="2042125"/>
            <a:chExt cx="3903158" cy="223983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63E5F3-0A76-4F1D-FB75-B57AFA8785DE}"/>
                </a:ext>
              </a:extLst>
            </p:cNvPr>
            <p:cNvSpPr/>
            <p:nvPr/>
          </p:nvSpPr>
          <p:spPr>
            <a:xfrm>
              <a:off x="5190639" y="2042125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74E830-8282-7D1B-33CE-BBC5ED3E3776}"/>
                </a:ext>
              </a:extLst>
            </p:cNvPr>
            <p:cNvSpPr/>
            <p:nvPr/>
          </p:nvSpPr>
          <p:spPr>
            <a:xfrm>
              <a:off x="4126659" y="3511377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CB4E39-2825-73DB-4F80-6518513FC1C2}"/>
                </a:ext>
              </a:extLst>
            </p:cNvPr>
            <p:cNvSpPr/>
            <p:nvPr/>
          </p:nvSpPr>
          <p:spPr>
            <a:xfrm>
              <a:off x="6275609" y="3511376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F916940-2FD7-56B6-C229-8EACE57184D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 bwMode="auto">
            <a:xfrm flipH="1">
              <a:off x="5003763" y="2812707"/>
              <a:ext cx="1063980" cy="69867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DD26FCC-49C5-D57D-6C56-DC036AA2B373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>
              <a:off x="6067743" y="2812707"/>
              <a:ext cx="108497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E997C571-83B7-B229-65E5-BBE723AFB51C}"/>
              </a:ext>
            </a:extLst>
          </p:cNvPr>
          <p:cNvGrpSpPr/>
          <p:nvPr/>
        </p:nvGrpSpPr>
        <p:grpSpPr>
          <a:xfrm>
            <a:off x="8922862" y="1839980"/>
            <a:ext cx="2336215" cy="4437449"/>
            <a:chOff x="9104292" y="1963351"/>
            <a:chExt cx="1766908" cy="345062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732244A-53EE-AB77-19E6-2799E1F0E168}"/>
                </a:ext>
              </a:extLst>
            </p:cNvPr>
            <p:cNvSpPr/>
            <p:nvPr/>
          </p:nvSpPr>
          <p:spPr>
            <a:xfrm>
              <a:off x="9104292" y="1963351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D730D1A-B74A-5DE3-98ED-62E90A6B14C2}"/>
                </a:ext>
              </a:extLst>
            </p:cNvPr>
            <p:cNvSpPr/>
            <p:nvPr/>
          </p:nvSpPr>
          <p:spPr>
            <a:xfrm>
              <a:off x="9104292" y="327385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5AE055E-0F2D-2C5F-E37C-B238B4F4695B}"/>
                </a:ext>
              </a:extLst>
            </p:cNvPr>
            <p:cNvSpPr/>
            <p:nvPr/>
          </p:nvSpPr>
          <p:spPr>
            <a:xfrm>
              <a:off x="9104292" y="464339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179FCB4-F757-9E55-9A7F-E9A5752B8297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 bwMode="auto">
            <a:xfrm>
              <a:off x="9981396" y="2733933"/>
              <a:ext cx="0" cy="53992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DC430BC-294B-9AF2-EF66-3FCCDC6D1C6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 bwMode="auto">
            <a:xfrm>
              <a:off x="9981396" y="4044435"/>
              <a:ext cx="0" cy="598958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Elbow Connector 45">
              <a:extLst>
                <a:ext uri="{FF2B5EF4-FFF2-40B4-BE49-F238E27FC236}">
                  <a16:creationId xmlns:a16="http://schemas.microsoft.com/office/drawing/2014/main" id="{9A62E57C-ABC3-F35D-9A10-6B2765C9F7C1}"/>
                </a:ext>
              </a:extLst>
            </p:cNvPr>
            <p:cNvCxnSpPr>
              <a:stCxn id="19" idx="3"/>
              <a:endCxn id="18" idx="3"/>
            </p:cNvCxnSpPr>
            <p:nvPr/>
          </p:nvCxnSpPr>
          <p:spPr bwMode="auto">
            <a:xfrm flipV="1">
              <a:off x="10858500" y="3659144"/>
              <a:ext cx="12700" cy="1369540"/>
            </a:xfrm>
            <a:prstGeom prst="bentConnector3">
              <a:avLst>
                <a:gd name="adj1" fmla="val 1800000"/>
              </a:avLst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4740787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0350" y="846749"/>
            <a:ext cx="7981783" cy="5550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条件语句是通过一条或多条语句的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执行结果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True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或者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False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）来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决定是否执行代码块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条件判断一般通过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if-</a:t>
            </a:r>
            <a:r>
              <a:rPr lang="en-US" altLang="zh-CN" sz="3000" b="1" u="sng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-else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语句实现。要么“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if”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区块的代码被执行，要么一个“</a:t>
            </a:r>
            <a:r>
              <a:rPr lang="en-US" altLang="zh-CN" sz="3000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else”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5A18C9E3-0F1A-A6F5-02AA-0B73FD93D1A3}"/>
              </a:ext>
            </a:extLst>
          </p:cNvPr>
          <p:cNvGrpSpPr/>
          <p:nvPr/>
        </p:nvGrpSpPr>
        <p:grpSpPr>
          <a:xfrm>
            <a:off x="8410800" y="1084440"/>
            <a:ext cx="3848402" cy="4960760"/>
            <a:chOff x="5508523" y="1278957"/>
            <a:chExt cx="3644609" cy="473014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1037E90-C543-B3BF-0515-994D952BA3AD}"/>
                </a:ext>
              </a:extLst>
            </p:cNvPr>
            <p:cNvSpPr/>
            <p:nvPr/>
          </p:nvSpPr>
          <p:spPr>
            <a:xfrm>
              <a:off x="5702071" y="4351910"/>
              <a:ext cx="1862032" cy="697546"/>
            </a:xfrm>
            <a:prstGeom prst="rect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条件代码</a:t>
              </a:r>
            </a:p>
          </p:txBody>
        </p:sp>
        <p:sp>
          <p:nvSpPr>
            <p:cNvPr id="5" name="菱形 4">
              <a:extLst>
                <a:ext uri="{FF2B5EF4-FFF2-40B4-BE49-F238E27FC236}">
                  <a16:creationId xmlns:a16="http://schemas.microsoft.com/office/drawing/2014/main" id="{BA4FF0D2-99F8-C708-CF13-E5A0FFB8E6B5}"/>
                </a:ext>
              </a:extLst>
            </p:cNvPr>
            <p:cNvSpPr/>
            <p:nvPr/>
          </p:nvSpPr>
          <p:spPr>
            <a:xfrm>
              <a:off x="5508523" y="2179273"/>
              <a:ext cx="2249129" cy="794052"/>
            </a:xfrm>
            <a:prstGeom prst="diamond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8A9231CB-8B36-D956-749D-3500DCB1ABBA}"/>
                </a:ext>
              </a:extLst>
            </p:cNvPr>
            <p:cNvSpPr/>
            <p:nvPr/>
          </p:nvSpPr>
          <p:spPr>
            <a:xfrm>
              <a:off x="6478229" y="1278957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CA97CB2-CA55-635A-316D-75D20462DAD1}"/>
                </a:ext>
              </a:extLst>
            </p:cNvPr>
            <p:cNvSpPr/>
            <p:nvPr/>
          </p:nvSpPr>
          <p:spPr>
            <a:xfrm>
              <a:off x="6478229" y="5706756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4E680E97-53A0-EAF2-3C08-9F6913A69168}"/>
                </a:ext>
              </a:extLst>
            </p:cNvPr>
            <p:cNvCxnSpPr>
              <a:cxnSpLocks/>
              <a:stCxn id="6" idx="4"/>
              <a:endCxn id="5" idx="0"/>
            </p:cNvCxnSpPr>
            <p:nvPr/>
          </p:nvCxnSpPr>
          <p:spPr bwMode="auto">
            <a:xfrm>
              <a:off x="6633087" y="1581298"/>
              <a:ext cx="1" cy="597975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65F340BA-D08D-1954-B7A7-817880C6D73D}"/>
                </a:ext>
              </a:extLst>
            </p:cNvPr>
            <p:cNvCxnSpPr>
              <a:cxnSpLocks/>
              <a:stCxn id="35" idx="2"/>
              <a:endCxn id="4" idx="0"/>
            </p:cNvCxnSpPr>
            <p:nvPr/>
          </p:nvCxnSpPr>
          <p:spPr bwMode="auto">
            <a:xfrm>
              <a:off x="6631466" y="3831443"/>
              <a:ext cx="1620" cy="520466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1E23391E-E90F-AFF2-54B1-8BB505910B16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 bwMode="auto">
            <a:xfrm>
              <a:off x="6633087" y="5049456"/>
              <a:ext cx="0" cy="65730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9F03EEB3-00D9-CBE5-AB06-7796F691FF53}"/>
                </a:ext>
              </a:extLst>
            </p:cNvPr>
            <p:cNvCxnSpPr>
              <a:cxnSpLocks/>
              <a:stCxn id="38" idx="2"/>
              <a:endCxn id="7" idx="6"/>
            </p:cNvCxnSpPr>
            <p:nvPr/>
          </p:nvCxnSpPr>
          <p:spPr bwMode="auto">
            <a:xfrm rot="5400000">
              <a:off x="6738556" y="4259488"/>
              <a:ext cx="1647827" cy="1549049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26DC0F8D-AC1F-F572-261D-8B536E7C5A01}"/>
                </a:ext>
              </a:extLst>
            </p:cNvPr>
            <p:cNvCxnSpPr>
              <a:cxnSpLocks/>
              <a:stCxn id="38" idx="0"/>
              <a:endCxn id="5" idx="3"/>
            </p:cNvCxnSpPr>
            <p:nvPr/>
          </p:nvCxnSpPr>
          <p:spPr bwMode="auto">
            <a:xfrm rot="16200000" flipV="1">
              <a:off x="7450524" y="2883428"/>
              <a:ext cx="1193599" cy="579341"/>
            </a:xfrm>
            <a:prstGeom prst="bentConnector2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2EEEDFF-3E0A-9377-5B2F-E37FF44321F2}"/>
                </a:ext>
              </a:extLst>
            </p:cNvPr>
            <p:cNvSpPr txBox="1"/>
            <p:nvPr/>
          </p:nvSpPr>
          <p:spPr>
            <a:xfrm>
              <a:off x="5856942" y="3391241"/>
              <a:ext cx="1549049" cy="440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满足条件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B76AD53-817B-D66B-BC02-0A5702D32E00}"/>
                </a:ext>
              </a:extLst>
            </p:cNvPr>
            <p:cNvSpPr txBox="1"/>
            <p:nvPr/>
          </p:nvSpPr>
          <p:spPr>
            <a:xfrm>
              <a:off x="7520854" y="3769897"/>
              <a:ext cx="1632278" cy="440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不满足条件</a:t>
              </a:r>
            </a:p>
          </p:txBody>
        </p: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DC5BE3EA-88A7-7B83-5447-842977E52C73}"/>
                </a:ext>
              </a:extLst>
            </p:cNvPr>
            <p:cNvCxnSpPr>
              <a:cxnSpLocks/>
              <a:stCxn id="5" idx="2"/>
              <a:endCxn id="35" idx="0"/>
            </p:cNvCxnSpPr>
            <p:nvPr/>
          </p:nvCxnSpPr>
          <p:spPr bwMode="auto">
            <a:xfrm flipH="1">
              <a:off x="6631466" y="2973324"/>
              <a:ext cx="1621" cy="417916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23623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6711-E464-5A33-E7D4-6D062796D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88A258D-7A8C-8AC1-5FCC-88DF62F72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51" y="8526"/>
            <a:ext cx="104548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B9C93-210B-6ECD-FB6C-9E33E3F06F39}"/>
              </a:ext>
            </a:extLst>
          </p:cNvPr>
          <p:cNvSpPr txBox="1"/>
          <p:nvPr/>
        </p:nvSpPr>
        <p:spPr>
          <a:xfrm>
            <a:off x="392792" y="800688"/>
            <a:ext cx="6203951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AutoNum type="arabicPeriod"/>
            </a:pP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条件判断表达式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布尔表达式与逻辑运算：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布尔值：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True/False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比较运算符：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==, !=, &gt;, &lt;…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逻辑运算符：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and, or, not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692DE4F-DFAC-1BCB-F1B8-2ADC0A20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93"/>
          <a:stretch>
            <a:fillRect/>
          </a:stretch>
        </p:blipFill>
        <p:spPr>
          <a:xfrm>
            <a:off x="6289087" y="2837650"/>
            <a:ext cx="5679462" cy="151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3585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9A7DB-64F0-032A-0347-7C4EB0FA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8E6111-3053-28C9-8882-EAB83101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1" y="8526"/>
            <a:ext cx="104675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E7FE04-ED10-AD28-7E79-0FFF219A8228}"/>
              </a:ext>
            </a:extLst>
          </p:cNvPr>
          <p:cNvSpPr txBox="1"/>
          <p:nvPr/>
        </p:nvSpPr>
        <p:spPr>
          <a:xfrm>
            <a:off x="400050" y="846748"/>
            <a:ext cx="673391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07D873E-CA1D-1E6E-CB57-3F58E5AAF4E2}"/>
              </a:ext>
            </a:extLst>
          </p:cNvPr>
          <p:cNvGrpSpPr/>
          <p:nvPr/>
        </p:nvGrpSpPr>
        <p:grpSpPr>
          <a:xfrm>
            <a:off x="1088891" y="3429000"/>
            <a:ext cx="9120340" cy="3348452"/>
            <a:chOff x="1364662" y="3429000"/>
            <a:chExt cx="9120340" cy="3348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B97976-EB68-DC67-5DEC-7ABF98606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4663" y="4052788"/>
              <a:ext cx="3145250" cy="2724664"/>
            </a:xfrm>
            <a:prstGeom prst="rect">
              <a:avLst/>
            </a:prstGeom>
          </p:spPr>
        </p:pic>
        <p:pic>
          <p:nvPicPr>
            <p:cNvPr id="7" name="Picture 6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607894F7-E1BB-7627-C4FB-1F4608512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5999" y="4059004"/>
              <a:ext cx="4389003" cy="2718448"/>
            </a:xfrm>
            <a:prstGeom prst="rect">
              <a:avLst/>
            </a:prstGeom>
          </p:spPr>
        </p:pic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CE50B879-C39F-CE80-A983-BB2720366799}"/>
                </a:ext>
              </a:extLst>
            </p:cNvPr>
            <p:cNvSpPr/>
            <p:nvPr/>
          </p:nvSpPr>
          <p:spPr>
            <a:xfrm>
              <a:off x="4634555" y="5073929"/>
              <a:ext cx="1399123" cy="404602"/>
            </a:xfrm>
            <a:prstGeom prst="rightArrow">
              <a:avLst/>
            </a:prstGeom>
            <a:solidFill>
              <a:schemeClr val="tx2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8F394F-DDD4-6C97-0D0E-1D1DB3DD3A5B}"/>
                </a:ext>
              </a:extLst>
            </p:cNvPr>
            <p:cNvSpPr txBox="1"/>
            <p:nvPr/>
          </p:nvSpPr>
          <p:spPr>
            <a:xfrm>
              <a:off x="4572234" y="4612264"/>
              <a:ext cx="14614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具体案例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B4425C-04AB-C511-10CB-7F7F2F90872F}"/>
                </a:ext>
              </a:extLst>
            </p:cNvPr>
            <p:cNvSpPr txBox="1"/>
            <p:nvPr/>
          </p:nvSpPr>
          <p:spPr>
            <a:xfrm>
              <a:off x="1364662" y="3429000"/>
              <a:ext cx="314525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If/</a:t>
              </a:r>
              <a:r>
                <a:rPr lang="en-US" altLang="zh-CN" b="1" dirty="0" err="1">
                  <a:solidFill>
                    <a:schemeClr val="accent2"/>
                  </a:solidFill>
                  <a:latin typeface="+mn-ea"/>
                  <a:ea typeface="+mn-ea"/>
                </a:rPr>
                <a:t>elif</a:t>
              </a: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/else: </a:t>
              </a:r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多分支</a:t>
              </a:r>
              <a:endParaRPr lang="en-US" altLang="zh-CN" b="1" dirty="0">
                <a:solidFill>
                  <a:schemeClr val="accent2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58BAE8-59B9-CD94-8564-C565FD9AA547}"/>
              </a:ext>
            </a:extLst>
          </p:cNvPr>
          <p:cNvGrpSpPr/>
          <p:nvPr/>
        </p:nvGrpSpPr>
        <p:grpSpPr>
          <a:xfrm>
            <a:off x="2750262" y="1495530"/>
            <a:ext cx="3505394" cy="1856200"/>
            <a:chOff x="746236" y="1415242"/>
            <a:chExt cx="3146742" cy="1701377"/>
          </a:xfrm>
        </p:grpSpPr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46EB6E5A-85F0-9346-6E60-F50B6AB69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7728" y="2078846"/>
              <a:ext cx="3145250" cy="103777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83AE1B9-F195-4055-AF97-5F7058ABCEE5}"/>
                </a:ext>
              </a:extLst>
            </p:cNvPr>
            <p:cNvSpPr txBox="1"/>
            <p:nvPr/>
          </p:nvSpPr>
          <p:spPr>
            <a:xfrm>
              <a:off x="746236" y="1415242"/>
              <a:ext cx="847615" cy="6072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</a:t>
              </a: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F4551741-5D52-C0A0-59C6-36BE8A53A977}"/>
              </a:ext>
            </a:extLst>
          </p:cNvPr>
          <p:cNvGrpSpPr/>
          <p:nvPr/>
        </p:nvGrpSpPr>
        <p:grpSpPr>
          <a:xfrm>
            <a:off x="6723485" y="1029645"/>
            <a:ext cx="3199721" cy="2675722"/>
            <a:chOff x="6199605" y="1535418"/>
            <a:chExt cx="2804174" cy="23945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43ABD5-5B57-8113-B38D-657948375C6F}"/>
                </a:ext>
              </a:extLst>
            </p:cNvPr>
            <p:cNvSpPr txBox="1"/>
            <p:nvPr/>
          </p:nvSpPr>
          <p:spPr>
            <a:xfrm>
              <a:off x="6199605" y="1535418"/>
              <a:ext cx="2460738" cy="5929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If/else</a:t>
              </a:r>
            </a:p>
          </p:txBody>
        </p:sp>
        <p:pic>
          <p:nvPicPr>
            <p:cNvPr id="17" name="Picture 16" descr="A black background with white text and blue letters&#10;&#10;AI-generated content may be incorrect.">
              <a:extLst>
                <a:ext uri="{FF2B5EF4-FFF2-40B4-BE49-F238E27FC236}">
                  <a16:creationId xmlns:a16="http://schemas.microsoft.com/office/drawing/2014/main" id="{2BFD923F-620B-CC75-A34B-8043277DF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47342" y="2116474"/>
              <a:ext cx="2756437" cy="1813445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40432DF-FE1A-2F7C-86AB-8E010D261FE4}"/>
              </a:ext>
            </a:extLst>
          </p:cNvPr>
          <p:cNvSpPr txBox="1"/>
          <p:nvPr/>
        </p:nvSpPr>
        <p:spPr>
          <a:xfrm>
            <a:off x="187929" y="2211146"/>
            <a:ext cx="2235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缩进规则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4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空格 或 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Tab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22624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4E560-E74B-EF86-0B10-2E9E72D8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155C662-FA64-BB6F-1D15-6AFA005D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1" y="8526"/>
            <a:ext cx="104802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012DB-8942-8839-D497-3485DD138C48}"/>
              </a:ext>
            </a:extLst>
          </p:cNvPr>
          <p:cNvSpPr txBox="1"/>
          <p:nvPr/>
        </p:nvSpPr>
        <p:spPr>
          <a:xfrm>
            <a:off x="361950" y="846748"/>
            <a:ext cx="677201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If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语句的嵌套与简化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66AF0-5876-C132-0855-94A67F7109F4}"/>
              </a:ext>
            </a:extLst>
          </p:cNvPr>
          <p:cNvSpPr txBox="1"/>
          <p:nvPr/>
        </p:nvSpPr>
        <p:spPr>
          <a:xfrm>
            <a:off x="427266" y="2492943"/>
            <a:ext cx="421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条件</a:t>
            </a:r>
            <a:r>
              <a:rPr kumimoji="0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嵌套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：多层级判断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28F37B-100F-1642-A331-0E81F1F3E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07329"/>
            <a:ext cx="5807211" cy="418218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10D128-253B-0A87-A9A6-47B14F3B3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66" y="5781136"/>
            <a:ext cx="10110107" cy="691428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A8AB5692-AA6E-F45E-1D65-A3B8F5567036}"/>
              </a:ext>
            </a:extLst>
          </p:cNvPr>
          <p:cNvSpPr txBox="1"/>
          <p:nvPr/>
        </p:nvSpPr>
        <p:spPr>
          <a:xfrm>
            <a:off x="427266" y="5112512"/>
            <a:ext cx="3097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3000" b="1" dirty="0">
                <a:solidFill>
                  <a:schemeClr val="bg2"/>
                </a:solidFill>
                <a:latin typeface="+mn-ea"/>
                <a:ea typeface="+mn-ea"/>
              </a:rPr>
              <a:t>if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简化写法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5155512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3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二、循环语句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47652" y="846748"/>
            <a:ext cx="7248978" cy="4985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循环语句 (Loop statement) 又称重复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</a:t>
            </a: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，用于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反复执行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某种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。循环语句一般都与条件控制语句搭配使用，根据判断条件的返回值，决定是否执行循环体。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1860310E-A2A6-8DC0-9871-1DC78B0851BB}"/>
              </a:ext>
            </a:extLst>
          </p:cNvPr>
          <p:cNvGrpSpPr/>
          <p:nvPr/>
        </p:nvGrpSpPr>
        <p:grpSpPr>
          <a:xfrm>
            <a:off x="8360230" y="1226785"/>
            <a:ext cx="3955143" cy="4745843"/>
            <a:chOff x="5682075" y="1829379"/>
            <a:chExt cx="3247180" cy="338656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C2FDB18-72FD-634A-5DA0-E9367156C8A6}"/>
                </a:ext>
              </a:extLst>
            </p:cNvPr>
            <p:cNvSpPr/>
            <p:nvPr/>
          </p:nvSpPr>
          <p:spPr>
            <a:xfrm>
              <a:off x="5682075" y="231671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循环条件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036FB50-34EA-A237-E4CA-F0BE8F02293B}"/>
                </a:ext>
              </a:extLst>
            </p:cNvPr>
            <p:cNvSpPr/>
            <p:nvPr/>
          </p:nvSpPr>
          <p:spPr>
            <a:xfrm>
              <a:off x="5682075" y="356596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3F16E751-D6D1-8166-7B23-5C0684B1A6B8}"/>
                </a:ext>
              </a:extLst>
            </p:cNvPr>
            <p:cNvCxnSpPr>
              <a:stCxn id="5" idx="2"/>
              <a:endCxn id="6" idx="0"/>
            </p:cNvCxnSpPr>
            <p:nvPr/>
          </p:nvCxnSpPr>
          <p:spPr bwMode="auto">
            <a:xfrm>
              <a:off x="6724018" y="3132292"/>
              <a:ext cx="0" cy="433677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86059AD7-7202-DBA6-503E-D1311CDDB2A8}"/>
                </a:ext>
              </a:extLst>
            </p:cNvPr>
            <p:cNvCxnSpPr>
              <a:cxnSpLocks/>
              <a:endCxn id="5" idx="0"/>
            </p:cNvCxnSpPr>
            <p:nvPr/>
          </p:nvCxnSpPr>
          <p:spPr bwMode="auto">
            <a:xfrm>
              <a:off x="6724018" y="1829379"/>
              <a:ext cx="0" cy="48734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A1BA7944-2524-D182-5B72-8A4AA3E00F8F}"/>
                </a:ext>
              </a:extLst>
            </p:cNvPr>
            <p:cNvCxnSpPr>
              <a:cxnSpLocks/>
              <a:stCxn id="5" idx="3"/>
            </p:cNvCxnSpPr>
            <p:nvPr/>
          </p:nvCxnSpPr>
          <p:spPr bwMode="auto">
            <a:xfrm>
              <a:off x="7765961" y="2724506"/>
              <a:ext cx="264016" cy="2491438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连接符: 肘形 13">
              <a:extLst>
                <a:ext uri="{FF2B5EF4-FFF2-40B4-BE49-F238E27FC236}">
                  <a16:creationId xmlns:a16="http://schemas.microsoft.com/office/drawing/2014/main" id="{5D72AB84-0978-5B82-1032-E381A6B23A45}"/>
                </a:ext>
              </a:extLst>
            </p:cNvPr>
            <p:cNvCxnSpPr>
              <a:cxnSpLocks/>
              <a:stCxn id="6" idx="2"/>
              <a:endCxn id="5" idx="1"/>
            </p:cNvCxnSpPr>
            <p:nvPr/>
          </p:nvCxnSpPr>
          <p:spPr bwMode="auto">
            <a:xfrm rot="5400000" flipH="1">
              <a:off x="5374529" y="3032053"/>
              <a:ext cx="1657036" cy="1041943"/>
            </a:xfrm>
            <a:prstGeom prst="bentConnector4">
              <a:avLst>
                <a:gd name="adj1" fmla="val -13796"/>
                <a:gd name="adj2" fmla="val 124412"/>
              </a:avLst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C2D80ACF-3D26-2E94-9688-EC532DAADAC0}"/>
                </a:ext>
              </a:extLst>
            </p:cNvPr>
            <p:cNvSpPr txBox="1"/>
            <p:nvPr/>
          </p:nvSpPr>
          <p:spPr>
            <a:xfrm>
              <a:off x="8024327" y="3429000"/>
              <a:ext cx="9049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366E5F04-BF75-2A37-322C-D7169B736A22}"/>
                </a:ext>
              </a:extLst>
            </p:cNvPr>
            <p:cNvSpPr txBox="1"/>
            <p:nvPr/>
          </p:nvSpPr>
          <p:spPr>
            <a:xfrm>
              <a:off x="6756212" y="3118365"/>
              <a:ext cx="1041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204831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44450" y="8526"/>
            <a:ext cx="1049292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6704" y="846749"/>
            <a:ext cx="7799874" cy="5458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中的循环语句包括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while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与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for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前者通过判断是否满足特定条件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，以决定是否重复执行某种操作；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后者采用遍历的形式反复执行某种操作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为了更加灵活的控制循环语句，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中还提供了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break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continue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等语句。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D052DDC4-3246-1B3C-EF34-66067440EA89}"/>
              </a:ext>
            </a:extLst>
          </p:cNvPr>
          <p:cNvGrpSpPr/>
          <p:nvPr/>
        </p:nvGrpSpPr>
        <p:grpSpPr>
          <a:xfrm>
            <a:off x="8715829" y="3839881"/>
            <a:ext cx="3362785" cy="2872975"/>
            <a:chOff x="6403973" y="3976512"/>
            <a:chExt cx="2740027" cy="2261409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8162FAEB-1DB7-D845-F638-5C533CF6E59C}"/>
                </a:ext>
              </a:extLst>
            </p:cNvPr>
            <p:cNvSpPr/>
            <p:nvPr/>
          </p:nvSpPr>
          <p:spPr>
            <a:xfrm>
              <a:off x="7082107" y="3976512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菱形 9">
              <a:extLst>
                <a:ext uri="{FF2B5EF4-FFF2-40B4-BE49-F238E27FC236}">
                  <a16:creationId xmlns:a16="http://schemas.microsoft.com/office/drawing/2014/main" id="{BE46F00D-C7DD-34BC-73D6-15DDDB072029}"/>
                </a:ext>
              </a:extLst>
            </p:cNvPr>
            <p:cNvSpPr/>
            <p:nvPr/>
          </p:nvSpPr>
          <p:spPr>
            <a:xfrm>
              <a:off x="6403973" y="4575722"/>
              <a:ext cx="1591159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For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元素集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62B46BB3-AC68-F2FA-DD5C-53019AF569CD}"/>
                </a:ext>
              </a:extLst>
            </p:cNvPr>
            <p:cNvSpPr/>
            <p:nvPr/>
          </p:nvSpPr>
          <p:spPr>
            <a:xfrm>
              <a:off x="6553200" y="5489886"/>
              <a:ext cx="1292709" cy="552344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700E8035-BBF4-301A-68AF-CF1F38D576CA}"/>
                </a:ext>
              </a:extLst>
            </p:cNvPr>
            <p:cNvSpPr/>
            <p:nvPr/>
          </p:nvSpPr>
          <p:spPr>
            <a:xfrm>
              <a:off x="8138900" y="6001048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14A08140-4680-F675-00A2-3A0814E05D4B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 bwMode="auto">
            <a:xfrm flipH="1">
              <a:off x="7199554" y="4213385"/>
              <a:ext cx="2" cy="362337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5D16E459-F446-67C7-181E-76EBEB653C8E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 bwMode="auto">
            <a:xfrm>
              <a:off x="7199554" y="5210643"/>
              <a:ext cx="0" cy="279243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E5B2402E-DE4E-F422-25D2-25202BA3C25B}"/>
                </a:ext>
              </a:extLst>
            </p:cNvPr>
            <p:cNvCxnSpPr>
              <a:cxnSpLocks/>
              <a:stCxn id="11" idx="1"/>
              <a:endCxn id="10" idx="1"/>
            </p:cNvCxnSpPr>
            <p:nvPr/>
          </p:nvCxnSpPr>
          <p:spPr bwMode="auto">
            <a:xfrm rot="10800000">
              <a:off x="6403976" y="4893183"/>
              <a:ext cx="149225" cy="872875"/>
            </a:xfrm>
            <a:prstGeom prst="bentConnector3">
              <a:avLst>
                <a:gd name="adj1" fmla="val 227364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61DBB9C8-0742-DE75-2284-9749A2EDC28B}"/>
                </a:ext>
              </a:extLst>
            </p:cNvPr>
            <p:cNvCxnSpPr>
              <a:cxnSpLocks/>
              <a:stCxn id="10" idx="3"/>
              <a:endCxn id="27" idx="0"/>
            </p:cNvCxnSpPr>
            <p:nvPr/>
          </p:nvCxnSpPr>
          <p:spPr bwMode="auto">
            <a:xfrm>
              <a:off x="7995134" y="4893183"/>
              <a:ext cx="261215" cy="1107866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80844747-4223-E5D6-BA2D-0FB6AC328F13}"/>
                </a:ext>
              </a:extLst>
            </p:cNvPr>
            <p:cNvSpPr txBox="1"/>
            <p:nvPr/>
          </p:nvSpPr>
          <p:spPr>
            <a:xfrm>
              <a:off x="7336023" y="5078882"/>
              <a:ext cx="622925" cy="3332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122F7816-63C3-0C27-C6D9-25ECD9FE7520}"/>
                </a:ext>
              </a:extLst>
            </p:cNvPr>
            <p:cNvSpPr txBox="1"/>
            <p:nvPr/>
          </p:nvSpPr>
          <p:spPr>
            <a:xfrm>
              <a:off x="8256348" y="5030733"/>
              <a:ext cx="887652" cy="3332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101DF4CB-7B32-BCB3-1A3A-C0474FF7E7D3}"/>
              </a:ext>
            </a:extLst>
          </p:cNvPr>
          <p:cNvGrpSpPr/>
          <p:nvPr/>
        </p:nvGrpSpPr>
        <p:grpSpPr>
          <a:xfrm>
            <a:off x="8677033" y="975436"/>
            <a:ext cx="3354726" cy="2947999"/>
            <a:chOff x="6403976" y="1174766"/>
            <a:chExt cx="2731971" cy="2319278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4E97B50-99B3-64F9-20FA-EDF26F766881}"/>
                </a:ext>
              </a:extLst>
            </p:cNvPr>
            <p:cNvSpPr/>
            <p:nvPr/>
          </p:nvSpPr>
          <p:spPr>
            <a:xfrm>
              <a:off x="7074053" y="1174766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菱形 6">
              <a:extLst>
                <a:ext uri="{FF2B5EF4-FFF2-40B4-BE49-F238E27FC236}">
                  <a16:creationId xmlns:a16="http://schemas.microsoft.com/office/drawing/2014/main" id="{D58DAA6B-887B-6F89-A2C9-15246563EB02}"/>
                </a:ext>
              </a:extLst>
            </p:cNvPr>
            <p:cNvSpPr/>
            <p:nvPr/>
          </p:nvSpPr>
          <p:spPr>
            <a:xfrm>
              <a:off x="6403976" y="1695075"/>
              <a:ext cx="1591158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while 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E82DCEB7-44E4-078A-D7EF-C5910A9FD071}"/>
                </a:ext>
              </a:extLst>
            </p:cNvPr>
            <p:cNvSpPr/>
            <p:nvPr/>
          </p:nvSpPr>
          <p:spPr>
            <a:xfrm>
              <a:off x="6553200" y="2706668"/>
              <a:ext cx="1292709" cy="533906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41C280EC-69EA-9868-7549-41CE5E3241E0}"/>
                </a:ext>
              </a:extLst>
            </p:cNvPr>
            <p:cNvSpPr/>
            <p:nvPr/>
          </p:nvSpPr>
          <p:spPr>
            <a:xfrm>
              <a:off x="8122793" y="3240574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61AE5B61-75AA-22F6-8BEC-F1C54F8EB53D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 bwMode="auto">
            <a:xfrm>
              <a:off x="7199555" y="1428236"/>
              <a:ext cx="0" cy="266839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A1D1A88-5A81-6790-4308-4037292255C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 bwMode="auto">
            <a:xfrm flipH="1">
              <a:off x="7199555" y="2329997"/>
              <a:ext cx="1" cy="376671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连接符: 肘形 23">
              <a:extLst>
                <a:ext uri="{FF2B5EF4-FFF2-40B4-BE49-F238E27FC236}">
                  <a16:creationId xmlns:a16="http://schemas.microsoft.com/office/drawing/2014/main" id="{877973F6-C933-8190-2AE1-0677CB902644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 bwMode="auto">
            <a:xfrm>
              <a:off x="7995134" y="2012536"/>
              <a:ext cx="253161" cy="1228038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0B486635-09B9-729E-1E44-521F1411C510}"/>
                </a:ext>
              </a:extLst>
            </p:cNvPr>
            <p:cNvCxnSpPr>
              <a:cxnSpLocks/>
              <a:stCxn id="8" idx="1"/>
              <a:endCxn id="7" idx="1"/>
            </p:cNvCxnSpPr>
            <p:nvPr/>
          </p:nvCxnSpPr>
          <p:spPr bwMode="auto">
            <a:xfrm rot="10800000">
              <a:off x="6403977" y="2012536"/>
              <a:ext cx="149224" cy="961085"/>
            </a:xfrm>
            <a:prstGeom prst="bentConnector3">
              <a:avLst>
                <a:gd name="adj1" fmla="val 227302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F1C49CF-030C-5275-F084-AE5321095BD6}"/>
                </a:ext>
              </a:extLst>
            </p:cNvPr>
            <p:cNvSpPr txBox="1"/>
            <p:nvPr/>
          </p:nvSpPr>
          <p:spPr>
            <a:xfrm>
              <a:off x="7274492" y="2318173"/>
              <a:ext cx="622616" cy="341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BD30DFD6-20AA-FDC8-B2BA-6721A1FB1445}"/>
                </a:ext>
              </a:extLst>
            </p:cNvPr>
            <p:cNvSpPr txBox="1"/>
            <p:nvPr/>
          </p:nvSpPr>
          <p:spPr>
            <a:xfrm>
              <a:off x="8248294" y="2312540"/>
              <a:ext cx="887653" cy="3416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6878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EB1C-0800-AB75-0979-EE8E2C17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1F01A01-DCA0-E182-0057-8C4F1C2D5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79C0AB8-9B4D-2273-555F-030D7E28AA11}"/>
              </a:ext>
            </a:extLst>
          </p:cNvPr>
          <p:cNvGrpSpPr/>
          <p:nvPr/>
        </p:nvGrpSpPr>
        <p:grpSpPr>
          <a:xfrm>
            <a:off x="6349550" y="858892"/>
            <a:ext cx="5627288" cy="3728753"/>
            <a:chOff x="221470" y="788693"/>
            <a:chExt cx="5627288" cy="372875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CCF177-61DC-54A7-A2FB-DF1876DFA561}"/>
                </a:ext>
              </a:extLst>
            </p:cNvPr>
            <p:cNvSpPr txBox="1"/>
            <p:nvPr/>
          </p:nvSpPr>
          <p:spPr>
            <a:xfrm>
              <a:off x="301172" y="788693"/>
              <a:ext cx="4331856" cy="825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while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715330CE-A75C-9E94-2DC2-1AD026ACB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4307" y="1706009"/>
              <a:ext cx="4654451" cy="176253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F8F2CC-7778-CD15-760C-27DFEB546C64}"/>
                </a:ext>
              </a:extLst>
            </p:cNvPr>
            <p:cNvSpPr txBox="1"/>
            <p:nvPr/>
          </p:nvSpPr>
          <p:spPr>
            <a:xfrm>
              <a:off x="221470" y="3605958"/>
              <a:ext cx="39624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b="1" dirty="0">
                  <a:solidFill>
                    <a:srgbClr val="FF0000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：累加，用户输入数字，直到输入</a:t>
              </a:r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0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，统计输入次数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1D8EF0F3-02B3-29AB-512E-2547DBD29A10}"/>
                </a:ext>
              </a:extLst>
            </p:cNvPr>
            <p:cNvSpPr/>
            <p:nvPr/>
          </p:nvSpPr>
          <p:spPr>
            <a:xfrm rot="5400000">
              <a:off x="4137166" y="3700994"/>
              <a:ext cx="991722" cy="64118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6B0A3CF6-A88F-BD5B-A7A2-10925C14F4BC}"/>
              </a:ext>
            </a:extLst>
          </p:cNvPr>
          <p:cNvGrpSpPr/>
          <p:nvPr/>
        </p:nvGrpSpPr>
        <p:grpSpPr>
          <a:xfrm>
            <a:off x="566059" y="1094820"/>
            <a:ext cx="5493656" cy="5450209"/>
            <a:chOff x="566059" y="1094820"/>
            <a:chExt cx="5493656" cy="5450209"/>
          </a:xfrm>
        </p:grpSpPr>
        <p:sp>
          <p:nvSpPr>
            <p:cNvPr id="4" name="TextBox 16">
              <a:extLst>
                <a:ext uri="{FF2B5EF4-FFF2-40B4-BE49-F238E27FC236}">
                  <a16:creationId xmlns:a16="http://schemas.microsoft.com/office/drawing/2014/main" id="{925F1F6A-6025-40D8-39B1-B563A9253EA5}"/>
                </a:ext>
              </a:extLst>
            </p:cNvPr>
            <p:cNvSpPr txBox="1"/>
            <p:nvPr/>
          </p:nvSpPr>
          <p:spPr>
            <a:xfrm>
              <a:off x="566059" y="1094820"/>
              <a:ext cx="5493656" cy="1292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for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  <a:p>
              <a:pPr algn="just"/>
              <a:r>
                <a:rPr lang="en-US" altLang="zh-CN" sz="2800" b="1" dirty="0">
                  <a:solidFill>
                    <a:srgbClr val="333333"/>
                  </a:solidFill>
                  <a:latin typeface="+mn-ea"/>
                  <a:ea typeface="+mn-ea"/>
                </a:rPr>
                <a:t>range()</a:t>
              </a: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函数</a:t>
              </a:r>
              <a:r>
                <a:rPr lang="en-US" altLang="zh-CN" sz="2800" dirty="0">
                  <a:solidFill>
                    <a:srgbClr val="333333"/>
                  </a:solidFill>
                  <a:latin typeface="+mn-ea"/>
                  <a:ea typeface="+mn-ea"/>
                </a:rPr>
                <a:t>: </a:t>
              </a:r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常用生成数字序列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5" name="Picture 18">
              <a:extLst>
                <a:ext uri="{FF2B5EF4-FFF2-40B4-BE49-F238E27FC236}">
                  <a16:creationId xmlns:a16="http://schemas.microsoft.com/office/drawing/2014/main" id="{9BF0FE50-35D6-9186-177A-A164C6F78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663"/>
            <a:stretch>
              <a:fillRect/>
            </a:stretch>
          </p:blipFill>
          <p:spPr>
            <a:xfrm>
              <a:off x="602343" y="2591409"/>
              <a:ext cx="5319938" cy="848472"/>
            </a:xfrm>
            <a:prstGeom prst="rect">
              <a:avLst/>
            </a:prstGeom>
          </p:spPr>
        </p:pic>
        <p:sp>
          <p:nvSpPr>
            <p:cNvPr id="7" name="TextBox 22">
              <a:extLst>
                <a:ext uri="{FF2B5EF4-FFF2-40B4-BE49-F238E27FC236}">
                  <a16:creationId xmlns:a16="http://schemas.microsoft.com/office/drawing/2014/main" id="{189EC7DF-7C0E-5263-CE57-18A35C2D0A11}"/>
                </a:ext>
              </a:extLst>
            </p:cNvPr>
            <p:cNvSpPr txBox="1"/>
            <p:nvPr/>
          </p:nvSpPr>
          <p:spPr>
            <a:xfrm>
              <a:off x="773916" y="3714001"/>
              <a:ext cx="226521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遍历字典：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C5063AE-0418-13E4-CA2E-C127166C8353}"/>
                </a:ext>
              </a:extLst>
            </p:cNvPr>
            <p:cNvSpPr txBox="1"/>
            <p:nvPr/>
          </p:nvSpPr>
          <p:spPr>
            <a:xfrm>
              <a:off x="602343" y="5590922"/>
              <a:ext cx="531993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常用列表、字符串、元组、字典键等元素的遍历。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E58B9D7-9554-C2AB-E19A-FD7FE9D6C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4434" y="4260691"/>
              <a:ext cx="5327847" cy="1176860"/>
            </a:xfrm>
            <a:prstGeom prst="rect">
              <a:avLst/>
            </a:prstGeom>
            <a:ln>
              <a:solidFill>
                <a:schemeClr val="bg2"/>
              </a:solidFill>
            </a:ln>
          </p:spPr>
        </p:pic>
      </p:grpSp>
      <p:pic>
        <p:nvPicPr>
          <p:cNvPr id="22" name="图片 21">
            <a:extLst>
              <a:ext uri="{FF2B5EF4-FFF2-40B4-BE49-F238E27FC236}">
                <a16:creationId xmlns:a16="http://schemas.microsoft.com/office/drawing/2014/main" id="{87494305-8A16-935B-8592-01D18BAF08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721" y="4774981"/>
            <a:ext cx="5701938" cy="1732606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36932622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7A4E4-4A33-E7E7-E5CA-3774E6990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EF2D9F2-33FA-F8E5-C89A-231057232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C44B-2985-3CB9-03D7-98BEB254FA18}"/>
              </a:ext>
            </a:extLst>
          </p:cNvPr>
          <p:cNvSpPr txBox="1"/>
          <p:nvPr/>
        </p:nvSpPr>
        <p:spPr>
          <a:xfrm>
            <a:off x="674914" y="846748"/>
            <a:ext cx="7908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循环控制：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AA8721-8AB0-FD63-C515-B41BF6589657}"/>
              </a:ext>
            </a:extLst>
          </p:cNvPr>
          <p:cNvSpPr txBox="1"/>
          <p:nvPr/>
        </p:nvSpPr>
        <p:spPr>
          <a:xfrm>
            <a:off x="551543" y="1745040"/>
            <a:ext cx="5783943" cy="4191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break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立即终止整个循环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continue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跳过当前轮次，进入下一轮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pass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占位符，无操作（保持语法完整性）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8373DE9-5277-76A9-0BD2-9CFCF3653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011" y="2296202"/>
            <a:ext cx="5818292" cy="28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5596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88CA-BE6F-DF06-0F5C-D20958495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9B612A5-0F18-F415-6911-857C3D8F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174917-5D93-3CA2-B20E-18CBCBBD1C3C}"/>
              </a:ext>
            </a:extLst>
          </p:cNvPr>
          <p:cNvSpPr txBox="1"/>
          <p:nvPr/>
        </p:nvSpPr>
        <p:spPr>
          <a:xfrm>
            <a:off x="384630" y="846748"/>
            <a:ext cx="819919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循环嵌套：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E5267F-B4B4-DFAA-C864-2D3D76FB5FB1}"/>
              </a:ext>
            </a:extLst>
          </p:cNvPr>
          <p:cNvSpPr txBox="1"/>
          <p:nvPr/>
        </p:nvSpPr>
        <p:spPr>
          <a:xfrm>
            <a:off x="449942" y="1846823"/>
            <a:ext cx="108058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概念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：外层循环每执行一次，内层循环完整执行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应用场景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：矩阵运算、多级菜单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60FA1-F1DC-D891-8E2A-86EB801665ED}"/>
              </a:ext>
            </a:extLst>
          </p:cNvPr>
          <p:cNvSpPr txBox="1"/>
          <p:nvPr/>
        </p:nvSpPr>
        <p:spPr>
          <a:xfrm>
            <a:off x="563029" y="3480001"/>
            <a:ext cx="1069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FF0000"/>
                </a:solidFill>
                <a:latin typeface="+mj-ea"/>
                <a:ea typeface="+mj-ea"/>
              </a:rPr>
              <a:t>程序示例</a:t>
            </a:r>
            <a:r>
              <a:rPr lang="zh-CN" altLang="en-US" sz="2800" dirty="0">
                <a:solidFill>
                  <a:schemeClr val="bg2"/>
                </a:solidFill>
                <a:latin typeface="+mj-ea"/>
                <a:ea typeface="+mj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E99B2FC-78C6-4265-49BE-AB4642C53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29" y="4085769"/>
            <a:ext cx="10692800" cy="233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5415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FA560-7005-DCCC-ECB1-C4E7456AE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BBEEF1-4CAC-147E-53BB-A4FE461E6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68AB1A-DF7F-E4B7-1620-FAAA0AAC4645}"/>
              </a:ext>
            </a:extLst>
          </p:cNvPr>
          <p:cNvSpPr txBox="1"/>
          <p:nvPr/>
        </p:nvSpPr>
        <p:spPr>
          <a:xfrm>
            <a:off x="246744" y="846748"/>
            <a:ext cx="833708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迭代器与可迭代对象：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101EB-393E-FE56-EB84-9C937140F7CE}"/>
              </a:ext>
            </a:extLst>
          </p:cNvPr>
          <p:cNvSpPr txBox="1"/>
          <p:nvPr/>
        </p:nvSpPr>
        <p:spPr>
          <a:xfrm>
            <a:off x="246744" y="1940982"/>
            <a:ext cx="1121954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可迭代对象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：列表、字符串、字典（</a:t>
            </a:r>
            <a:r>
              <a:rPr lang="en-US" sz="3200" b="1" dirty="0">
                <a:solidFill>
                  <a:srgbClr val="FF0000"/>
                </a:solidFill>
                <a:latin typeface="+mn-ea"/>
                <a:ea typeface="+mn-ea"/>
              </a:rPr>
              <a:t>for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循环的底层支持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）；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迭代器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：实现了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iter__()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与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next__()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方法对象。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99D5099-C274-4892-EA6C-06813C3F73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14" r="10250"/>
          <a:stretch>
            <a:fillRect/>
          </a:stretch>
        </p:blipFill>
        <p:spPr>
          <a:xfrm>
            <a:off x="6096000" y="3829158"/>
            <a:ext cx="5146052" cy="191730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7A83A53-400D-DD74-8183-2B9866422E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56" b="55798"/>
          <a:stretch>
            <a:fillRect/>
          </a:stretch>
        </p:blipFill>
        <p:spPr>
          <a:xfrm>
            <a:off x="524307" y="3829158"/>
            <a:ext cx="5383707" cy="191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9488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81E41-6614-99B3-2A13-801793CA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0632663-8865-DC00-482D-95BC2EE08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6801B3-2DE5-DDC5-6B3E-F2AD4E4F7F7A}"/>
              </a:ext>
            </a:extLst>
          </p:cNvPr>
          <p:cNvSpPr txBox="1"/>
          <p:nvPr/>
        </p:nvSpPr>
        <p:spPr>
          <a:xfrm>
            <a:off x="166914" y="846748"/>
            <a:ext cx="8416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CN" sz="3200" b="1" dirty="0">
                <a:solidFill>
                  <a:srgbClr val="FF0000"/>
                </a:solidFill>
                <a:latin typeface="+mn-ea"/>
                <a:ea typeface="+mn-ea"/>
              </a:rPr>
              <a:t>推导式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：循环的简洁实现形式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015DC7F8-49B5-1DDF-8AA6-9B04C6D1C1B9}"/>
              </a:ext>
            </a:extLst>
          </p:cNvPr>
          <p:cNvGrpSpPr/>
          <p:nvPr/>
        </p:nvGrpSpPr>
        <p:grpSpPr>
          <a:xfrm>
            <a:off x="323343" y="1676174"/>
            <a:ext cx="11545309" cy="1573061"/>
            <a:chOff x="323345" y="1850529"/>
            <a:chExt cx="11545309" cy="15730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DB5932-470B-681C-10BF-660ADE8ECD54}"/>
                </a:ext>
              </a:extLst>
            </p:cNvPr>
            <p:cNvSpPr txBox="1"/>
            <p:nvPr/>
          </p:nvSpPr>
          <p:spPr>
            <a:xfrm>
              <a:off x="323345" y="1850529"/>
              <a:ext cx="11545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列表推导式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快速生成列表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2B75EEE-5604-A055-1E19-57B400262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25156" b="72072"/>
            <a:stretch>
              <a:fillRect/>
            </a:stretch>
          </p:blipFill>
          <p:spPr>
            <a:xfrm>
              <a:off x="323345" y="2421310"/>
              <a:ext cx="11545309" cy="1002280"/>
            </a:xfrm>
            <a:prstGeom prst="rect">
              <a:avLst/>
            </a:prstGeom>
          </p:spPr>
        </p:pic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B7240A5-732F-6517-FA04-F94620F07C2B}"/>
              </a:ext>
            </a:extLst>
          </p:cNvPr>
          <p:cNvGrpSpPr/>
          <p:nvPr/>
        </p:nvGrpSpPr>
        <p:grpSpPr>
          <a:xfrm>
            <a:off x="406706" y="3456450"/>
            <a:ext cx="11378581" cy="1440195"/>
            <a:chOff x="406708" y="3600406"/>
            <a:chExt cx="11378581" cy="1440195"/>
          </a:xfrm>
        </p:grpSpPr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A80B2442-8FA6-CC2D-43B6-2CEFE77535E7}"/>
                </a:ext>
              </a:extLst>
            </p:cNvPr>
            <p:cNvSpPr txBox="1"/>
            <p:nvPr/>
          </p:nvSpPr>
          <p:spPr>
            <a:xfrm>
              <a:off x="406709" y="3600406"/>
              <a:ext cx="1137858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字典推导式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快速生成字典</a:t>
              </a:r>
            </a:p>
          </p:txBody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522B9669-0B06-3CFF-5776-4B83575CB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3546" r="19375" b="38527"/>
            <a:stretch>
              <a:fillRect/>
            </a:stretch>
          </p:blipFill>
          <p:spPr>
            <a:xfrm>
              <a:off x="406708" y="4123626"/>
              <a:ext cx="11378581" cy="916975"/>
            </a:xfrm>
            <a:prstGeom prst="rect">
              <a:avLst/>
            </a:prstGeom>
          </p:spPr>
        </p:pic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2BB51F7F-CD45-9B32-4758-B05109E6366C}"/>
              </a:ext>
            </a:extLst>
          </p:cNvPr>
          <p:cNvGrpSpPr/>
          <p:nvPr/>
        </p:nvGrpSpPr>
        <p:grpSpPr>
          <a:xfrm>
            <a:off x="1254029" y="5107463"/>
            <a:ext cx="8936813" cy="1452991"/>
            <a:chOff x="1159687" y="5216323"/>
            <a:chExt cx="8936813" cy="1452991"/>
          </a:xfrm>
        </p:grpSpPr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0AF8196E-AFC1-DDB4-9853-DB41A70762D5}"/>
                </a:ext>
              </a:extLst>
            </p:cNvPr>
            <p:cNvSpPr txBox="1"/>
            <p:nvPr/>
          </p:nvSpPr>
          <p:spPr>
            <a:xfrm>
              <a:off x="1230087" y="5216323"/>
              <a:ext cx="886641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带条件推导式</a:t>
              </a:r>
              <a:endParaRPr lang="zh-CN" altLang="en-US" sz="28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7C09C1E2-91EE-A1DF-441E-B4BDAE1EE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72072" r="31406"/>
            <a:stretch>
              <a:fillRect/>
            </a:stretch>
          </p:blipFill>
          <p:spPr>
            <a:xfrm>
              <a:off x="1159687" y="5822793"/>
              <a:ext cx="8936813" cy="8465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718462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2A7F-D1DE-A893-7D94-4EA0F7D4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113F72B-AFD2-D212-4F42-B926908B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C78015-0E7D-654C-0B58-247C85D66E8D}"/>
              </a:ext>
            </a:extLst>
          </p:cNvPr>
          <p:cNvSpPr txBox="1"/>
          <p:nvPr/>
        </p:nvSpPr>
        <p:spPr>
          <a:xfrm>
            <a:off x="217714" y="846748"/>
            <a:ext cx="39478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综合实践：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BD4A2-17CE-0B15-E6D8-9C777704BF68}"/>
              </a:ext>
            </a:extLst>
          </p:cNvPr>
          <p:cNvSpPr txBox="1"/>
          <p:nvPr/>
        </p:nvSpPr>
        <p:spPr>
          <a:xfrm>
            <a:off x="1074057" y="1768401"/>
            <a:ext cx="3526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成绩等级分类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screen shot of a black background with white text&#10;&#10;AI-generated content may be incorrect.">
            <a:extLst>
              <a:ext uri="{FF2B5EF4-FFF2-40B4-BE49-F238E27FC236}">
                <a16:creationId xmlns:a16="http://schemas.microsoft.com/office/drawing/2014/main" id="{1D4765C1-C7D2-6B77-B5F2-AD3408B81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057" y="2353176"/>
            <a:ext cx="3526971" cy="42656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BD1779-1247-FF78-7205-4B19381D21C2}"/>
              </a:ext>
            </a:extLst>
          </p:cNvPr>
          <p:cNvSpPr txBox="1"/>
          <p:nvPr/>
        </p:nvSpPr>
        <p:spPr>
          <a:xfrm>
            <a:off x="5372267" y="1757650"/>
            <a:ext cx="65385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猜数字游戏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5" name="Picture 1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570B240-4AD9-03E9-01BE-0EC4AAD4D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267" y="2353175"/>
            <a:ext cx="6538516" cy="426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8381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937433"/>
            <a:ext cx="998463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统计参与本门课程同学的家乡所在省市情况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627797" y="1701891"/>
            <a:ext cx="11143398" cy="4945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编程中条件循环语句的使用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）获取表格中同学家乡信息，并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选取合适数据类型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存储同学家乡信息。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编写条件循环语句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，统计与自己家乡同为一个省的同学数量。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主要代码及结果发课程群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528</TotalTime>
  <Words>662</Words>
  <Application>Microsoft Office PowerPoint</Application>
  <PresentationFormat>宽屏</PresentationFormat>
  <Paragraphs>114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一、条件语句</vt:lpstr>
      <vt:lpstr>二、条件语句</vt:lpstr>
      <vt:lpstr>二、条件语句</vt:lpstr>
      <vt:lpstr>二、条件语句</vt:lpstr>
      <vt:lpstr>二、条件语句</vt:lpstr>
      <vt:lpstr>PowerPoint 演示文稿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28</cp:revision>
  <dcterms:created xsi:type="dcterms:W3CDTF">2004-07-09T11:40:27Z</dcterms:created>
  <dcterms:modified xsi:type="dcterms:W3CDTF">2025-10-30T06:38:23Z</dcterms:modified>
</cp:coreProperties>
</file>