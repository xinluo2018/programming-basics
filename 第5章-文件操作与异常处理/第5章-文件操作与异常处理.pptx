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29" r:id="rId6"/>
    <p:sldId id="2769" r:id="rId7"/>
    <p:sldId id="2770" r:id="rId8"/>
    <p:sldId id="2761" r:id="rId9"/>
    <p:sldId id="2762" r:id="rId10"/>
    <p:sldId id="2768" r:id="rId11"/>
    <p:sldId id="2709" r:id="rId12"/>
    <p:sldId id="2767" r:id="rId13"/>
    <p:sldId id="2771" r:id="rId14"/>
    <p:sldId id="2766" r:id="rId15"/>
    <p:sldId id="2764" r:id="rId16"/>
    <p:sldId id="2741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C3E8CC"/>
    <a:srgbClr val="7A81FF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5F66E1-7174-D546-B865-3F1108B5FC7B}" v="98" dt="2025-06-03T15:56:08.8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08"/>
    <p:restoredTop sz="82263"/>
  </p:normalViewPr>
  <p:slideViewPr>
    <p:cSldViewPr snapToGrid="0">
      <p:cViewPr varScale="1">
        <p:scale>
          <a:sx n="55" d="100"/>
          <a:sy n="55" d="100"/>
        </p:scale>
        <p:origin x="63" y="129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70" d="100"/>
        <a:sy n="17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24.338" v="3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  <pc:spChg chg="mod">
          <ac:chgData name="Xin Luo" userId="82312ee5779919a4" providerId="LiveId" clId="{2800F99A-8A54-2B47-A823-B15E42F1D981}" dt="2025-05-08T15:37:54.066" v="19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8A5F66E1-7174-D546-B865-3F1108B5FC7B}"/>
    <pc:docChg chg="undo custSel addSld delSld modSld sldOrd">
      <pc:chgData name="Xin Luo" userId="82312ee5779919a4" providerId="LiveId" clId="{8A5F66E1-7174-D546-B865-3F1108B5FC7B}" dt="2025-06-03T15:57:29.321" v="2603" actId="20577"/>
      <pc:docMkLst>
        <pc:docMk/>
      </pc:docMkLst>
      <pc:sldChg chg="modSp mod">
        <pc:chgData name="Xin Luo" userId="82312ee5779919a4" providerId="LiveId" clId="{8A5F66E1-7174-D546-B865-3F1108B5FC7B}" dt="2025-05-25T14:18:31.255" v="26" actId="20577"/>
        <pc:sldMkLst>
          <pc:docMk/>
          <pc:sldMk cId="1576120367" sldId="2387"/>
        </pc:sldMkLst>
        <pc:spChg chg="mod">
          <ac:chgData name="Xin Luo" userId="82312ee5779919a4" providerId="LiveId" clId="{8A5F66E1-7174-D546-B865-3F1108B5FC7B}" dt="2025-05-25T14:18:31.255" v="26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8A5F66E1-7174-D546-B865-3F1108B5FC7B}" dt="2025-05-25T14:18:38.078" v="42" actId="20577"/>
        <pc:sldMkLst>
          <pc:docMk/>
          <pc:sldMk cId="2415901206" sldId="2447"/>
        </pc:sldMkLst>
        <pc:spChg chg="mod">
          <ac:chgData name="Xin Luo" userId="82312ee5779919a4" providerId="LiveId" clId="{8A5F66E1-7174-D546-B865-3F1108B5FC7B}" dt="2025-05-25T14:18:38.078" v="42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modNotesTx">
        <pc:chgData name="Xin Luo" userId="82312ee5779919a4" providerId="LiveId" clId="{8A5F66E1-7174-D546-B865-3F1108B5FC7B}" dt="2025-06-03T12:16:41.960" v="1495" actId="20577"/>
        <pc:sldMkLst>
          <pc:docMk/>
          <pc:sldMk cId="3053350483" sldId="2729"/>
        </pc:sldMkLst>
        <pc:spChg chg="mod">
          <ac:chgData name="Xin Luo" userId="82312ee5779919a4" providerId="LiveId" clId="{8A5F66E1-7174-D546-B865-3F1108B5FC7B}" dt="2025-06-03T12:16:34.351" v="1494" actId="2710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8A5F66E1-7174-D546-B865-3F1108B5FC7B}" dt="2025-05-25T14:18:46.912" v="60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addSp delSp modSp add mod modNotesTx">
        <pc:chgData name="Xin Luo" userId="82312ee5779919a4" providerId="LiveId" clId="{8A5F66E1-7174-D546-B865-3F1108B5FC7B}" dt="2025-06-03T13:22:02.369" v="1765" actId="20577"/>
        <pc:sldMkLst>
          <pc:docMk/>
          <pc:sldMk cId="4239811127" sldId="2761"/>
        </pc:sldMkLst>
        <pc:spChg chg="mod">
          <ac:chgData name="Xin Luo" userId="82312ee5779919a4" providerId="LiveId" clId="{8A5F66E1-7174-D546-B865-3F1108B5FC7B}" dt="2025-05-25T14:24:09.372" v="298" actId="20577"/>
          <ac:spMkLst>
            <pc:docMk/>
            <pc:sldMk cId="4239811127" sldId="2761"/>
            <ac:spMk id="2" creationId="{DD5FBB75-C873-9630-9F82-9B9B22559887}"/>
          </ac:spMkLst>
        </pc:spChg>
        <pc:spChg chg="add mod">
          <ac:chgData name="Xin Luo" userId="82312ee5779919a4" providerId="LiveId" clId="{8A5F66E1-7174-D546-B865-3F1108B5FC7B}" dt="2025-06-03T12:40:30.398" v="1712" actId="14100"/>
          <ac:spMkLst>
            <pc:docMk/>
            <pc:sldMk cId="4239811127" sldId="2761"/>
            <ac:spMk id="5" creationId="{8B68AE6F-FE82-B526-1BC3-E305A77D933B}"/>
          </ac:spMkLst>
        </pc:spChg>
        <pc:spChg chg="add mod">
          <ac:chgData name="Xin Luo" userId="82312ee5779919a4" providerId="LiveId" clId="{8A5F66E1-7174-D546-B865-3F1108B5FC7B}" dt="2025-06-03T13:21:54.092" v="1744" actId="14100"/>
          <ac:spMkLst>
            <pc:docMk/>
            <pc:sldMk cId="4239811127" sldId="2761"/>
            <ac:spMk id="7" creationId="{B6278F62-21CF-99FF-ACC3-FC7BF73BBA87}"/>
          </ac:spMkLst>
        </pc:spChg>
        <pc:spChg chg="add mod">
          <ac:chgData name="Xin Luo" userId="82312ee5779919a4" providerId="LiveId" clId="{8A5F66E1-7174-D546-B865-3F1108B5FC7B}" dt="2025-06-03T12:38:59.976" v="1693" actId="1076"/>
          <ac:spMkLst>
            <pc:docMk/>
            <pc:sldMk cId="4239811127" sldId="2761"/>
            <ac:spMk id="9" creationId="{6DA4D21F-3AA4-7EB2-A603-06B4FFB69445}"/>
          </ac:spMkLst>
        </pc:spChg>
        <pc:spChg chg="add mod">
          <ac:chgData name="Xin Luo" userId="82312ee5779919a4" providerId="LiveId" clId="{8A5F66E1-7174-D546-B865-3F1108B5FC7B}" dt="2025-06-03T13:14:38.886" v="1735" actId="14100"/>
          <ac:spMkLst>
            <pc:docMk/>
            <pc:sldMk cId="4239811127" sldId="2761"/>
            <ac:spMk id="10" creationId="{A4B43794-58A3-091B-8B1E-163D9FE90AA5}"/>
          </ac:spMkLst>
        </pc:spChg>
        <pc:spChg chg="add mod">
          <ac:chgData name="Xin Luo" userId="82312ee5779919a4" providerId="LiveId" clId="{8A5F66E1-7174-D546-B865-3F1108B5FC7B}" dt="2025-06-03T12:38:55.548" v="1692" actId="167"/>
          <ac:spMkLst>
            <pc:docMk/>
            <pc:sldMk cId="4239811127" sldId="2761"/>
            <ac:spMk id="12" creationId="{D0340C47-2142-6687-B0B5-73A79DE3ED4E}"/>
          </ac:spMkLst>
        </pc:spChg>
        <pc:spChg chg="add mod">
          <ac:chgData name="Xin Luo" userId="82312ee5779919a4" providerId="LiveId" clId="{8A5F66E1-7174-D546-B865-3F1108B5FC7B}" dt="2025-06-03T12:39:28.881" v="1703" actId="1076"/>
          <ac:spMkLst>
            <pc:docMk/>
            <pc:sldMk cId="4239811127" sldId="2761"/>
            <ac:spMk id="14" creationId="{931BE0F3-6D7E-0FF7-42A0-6956455EC0DD}"/>
          </ac:spMkLst>
        </pc:spChg>
        <pc:grpChg chg="add mod">
          <ac:chgData name="Xin Luo" userId="82312ee5779919a4" providerId="LiveId" clId="{8A5F66E1-7174-D546-B865-3F1108B5FC7B}" dt="2025-06-03T12:40:24.600" v="1710" actId="14100"/>
          <ac:grpSpMkLst>
            <pc:docMk/>
            <pc:sldMk cId="4239811127" sldId="2761"/>
            <ac:grpSpMk id="11" creationId="{50C71145-A01C-BCAD-BDCF-449737A307CE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3" creationId="{8AC1881E-388E-2642-A072-0ABAD616593A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5" creationId="{0A71FC3A-2DB6-8E7C-6B3D-2E41112FBF88}"/>
          </ac:grpSpMkLst>
        </pc:grpChg>
        <pc:graphicFrameChg chg="add mod modGraphic">
          <ac:chgData name="Xin Luo" userId="82312ee5779919a4" providerId="LiveId" clId="{8A5F66E1-7174-D546-B865-3F1108B5FC7B}" dt="2025-06-03T13:22:02.369" v="1765" actId="20577"/>
          <ac:graphicFrameMkLst>
            <pc:docMk/>
            <pc:sldMk cId="4239811127" sldId="2761"/>
            <ac:graphicFrameMk id="4" creationId="{164AFA17-6E5E-2F58-E73B-77CBACAD0991}"/>
          </ac:graphicFrameMkLst>
        </pc:graphicFrameChg>
        <pc:picChg chg="add del mod">
          <ac:chgData name="Xin Luo" userId="82312ee5779919a4" providerId="LiveId" clId="{8A5F66E1-7174-D546-B865-3F1108B5FC7B}" dt="2025-06-03T13:13:50.103" v="1719" actId="478"/>
          <ac:picMkLst>
            <pc:docMk/>
            <pc:sldMk cId="4239811127" sldId="2761"/>
            <ac:picMk id="6" creationId="{9AE49A91-1F7B-7ECB-F8F5-1E0BA8D7E68F}"/>
          </ac:picMkLst>
        </pc:picChg>
        <pc:picChg chg="add del mod">
          <ac:chgData name="Xin Luo" userId="82312ee5779919a4" providerId="LiveId" clId="{8A5F66E1-7174-D546-B865-3F1108B5FC7B}" dt="2025-06-03T13:14:07.814" v="1726" actId="478"/>
          <ac:picMkLst>
            <pc:docMk/>
            <pc:sldMk cId="4239811127" sldId="2761"/>
            <ac:picMk id="8" creationId="{5B465C96-00DA-96B8-2BF7-7DAEC3951F1C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7" creationId="{ECD981E9-B635-6A40-F31E-DEA2A165E1C0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9" creationId="{E590BFFA-69DB-8D65-99C1-B12BC8F5E792}"/>
          </ac:picMkLst>
        </pc:picChg>
      </pc:sldChg>
      <pc:sldChg chg="addSp delSp modSp add mod">
        <pc:chgData name="Xin Luo" userId="82312ee5779919a4" providerId="LiveId" clId="{8A5F66E1-7174-D546-B865-3F1108B5FC7B}" dt="2025-06-03T13:48:25.962" v="1917" actId="1076"/>
        <pc:sldMkLst>
          <pc:docMk/>
          <pc:sldMk cId="1762228949" sldId="2762"/>
        </pc:sldMkLst>
        <pc:spChg chg="mod">
          <ac:chgData name="Xin Luo" userId="82312ee5779919a4" providerId="LiveId" clId="{8A5F66E1-7174-D546-B865-3F1108B5FC7B}" dt="2025-05-25T14:28:38.390" v="483" actId="20577"/>
          <ac:spMkLst>
            <pc:docMk/>
            <pc:sldMk cId="1762228949" sldId="2762"/>
            <ac:spMk id="2" creationId="{F3751102-9952-796E-F7D3-86E60C84C66C}"/>
          </ac:spMkLst>
        </pc:spChg>
        <pc:spChg chg="add del mod">
          <ac:chgData name="Xin Luo" userId="82312ee5779919a4" providerId="LiveId" clId="{8A5F66E1-7174-D546-B865-3F1108B5FC7B}" dt="2025-06-03T13:46:05.480" v="1768" actId="478"/>
          <ac:spMkLst>
            <pc:docMk/>
            <pc:sldMk cId="1762228949" sldId="2762"/>
            <ac:spMk id="5" creationId="{B5CB38BB-D919-DC80-49C7-BDF520B493C5}"/>
          </ac:spMkLst>
        </pc:spChg>
        <pc:spChg chg="mod">
          <ac:chgData name="Xin Luo" userId="82312ee5779919a4" providerId="LiveId" clId="{8A5F66E1-7174-D546-B865-3F1108B5FC7B}" dt="2025-06-03T13:48:22.057" v="1916" actId="2710"/>
          <ac:spMkLst>
            <pc:docMk/>
            <pc:sldMk cId="1762228949" sldId="2762"/>
            <ac:spMk id="9" creationId="{BA26200F-C47E-DEE8-29A1-7E171038F816}"/>
          </ac:spMkLst>
        </pc:spChg>
        <pc:picChg chg="add mod">
          <ac:chgData name="Xin Luo" userId="82312ee5779919a4" providerId="LiveId" clId="{8A5F66E1-7174-D546-B865-3F1108B5FC7B}" dt="2025-06-03T13:48:25.962" v="1917" actId="1076"/>
          <ac:picMkLst>
            <pc:docMk/>
            <pc:sldMk cId="1762228949" sldId="2762"/>
            <ac:picMk id="6" creationId="{41FD0EA2-D850-FC17-5118-938E3DC97232}"/>
          </ac:picMkLst>
        </pc:picChg>
        <pc:picChg chg="add del mod">
          <ac:chgData name="Xin Luo" userId="82312ee5779919a4" providerId="LiveId" clId="{8A5F66E1-7174-D546-B865-3F1108B5FC7B}" dt="2025-06-03T13:46:57.028" v="1873" actId="478"/>
          <ac:picMkLst>
            <pc:docMk/>
            <pc:sldMk cId="1762228949" sldId="2762"/>
            <ac:picMk id="11" creationId="{7DE83ADE-132A-F6F4-250C-EA26954029EF}"/>
          </ac:picMkLst>
        </pc:picChg>
        <pc:picChg chg="add del mod">
          <ac:chgData name="Xin Luo" userId="82312ee5779919a4" providerId="LiveId" clId="{8A5F66E1-7174-D546-B865-3F1108B5FC7B}" dt="2025-06-03T13:46:03.604" v="1767" actId="478"/>
          <ac:picMkLst>
            <pc:docMk/>
            <pc:sldMk cId="1762228949" sldId="2762"/>
            <ac:picMk id="13" creationId="{4CFC5FF9-5985-2AC0-6891-9B7257452A15}"/>
          </ac:picMkLst>
        </pc:picChg>
      </pc:sldChg>
      <pc:sldChg chg="addSp delSp modSp add del mod ord">
        <pc:chgData name="Xin Luo" userId="82312ee5779919a4" providerId="LiveId" clId="{8A5F66E1-7174-D546-B865-3F1108B5FC7B}" dt="2025-06-03T14:54:05.468" v="2151" actId="2696"/>
        <pc:sldMkLst>
          <pc:docMk/>
          <pc:sldMk cId="3779566759" sldId="2763"/>
        </pc:sldMkLst>
      </pc:sldChg>
      <pc:sldChg chg="addSp delSp modSp add mod ord">
        <pc:chgData name="Xin Luo" userId="82312ee5779919a4" providerId="LiveId" clId="{8A5F66E1-7174-D546-B865-3F1108B5FC7B}" dt="2025-06-03T14:54:01.210" v="2150" actId="404"/>
        <pc:sldMkLst>
          <pc:docMk/>
          <pc:sldMk cId="3124329379" sldId="2764"/>
        </pc:sldMkLst>
        <pc:spChg chg="mod">
          <ac:chgData name="Xin Luo" userId="82312ee5779919a4" providerId="LiveId" clId="{8A5F66E1-7174-D546-B865-3F1108B5FC7B}" dt="2025-05-25T14:51:30.889" v="741" actId="1076"/>
          <ac:spMkLst>
            <pc:docMk/>
            <pc:sldMk cId="3124329379" sldId="2764"/>
            <ac:spMk id="2" creationId="{2AD62CF8-315D-013C-349A-B5F0D417B2D7}"/>
          </ac:spMkLst>
        </pc:spChg>
        <pc:spChg chg="add mod">
          <ac:chgData name="Xin Luo" userId="82312ee5779919a4" providerId="LiveId" clId="{8A5F66E1-7174-D546-B865-3F1108B5FC7B}" dt="2025-06-03T14:54:01.210" v="2150" actId="404"/>
          <ac:spMkLst>
            <pc:docMk/>
            <pc:sldMk cId="3124329379" sldId="2764"/>
            <ac:spMk id="5" creationId="{6DD14B4C-57D8-A716-7017-2C654A77F1F6}"/>
          </ac:spMkLst>
        </pc:spChg>
        <pc:graphicFrameChg chg="add mod modGraphic">
          <ac:chgData name="Xin Luo" userId="82312ee5779919a4" providerId="LiveId" clId="{8A5F66E1-7174-D546-B865-3F1108B5FC7B}" dt="2025-06-03T14:50:10.562" v="2112" actId="1038"/>
          <ac:graphicFrameMkLst>
            <pc:docMk/>
            <pc:sldMk cId="3124329379" sldId="2764"/>
            <ac:graphicFrameMk id="13" creationId="{DCFA68BD-4092-46B8-5D5F-4A7585046EA0}"/>
          </ac:graphicFrameMkLst>
        </pc:graphicFrameChg>
        <pc:picChg chg="add mod">
          <ac:chgData name="Xin Luo" userId="82312ee5779919a4" providerId="LiveId" clId="{8A5F66E1-7174-D546-B865-3F1108B5FC7B}" dt="2025-06-03T14:53:39.786" v="2128" actId="1036"/>
          <ac:picMkLst>
            <pc:docMk/>
            <pc:sldMk cId="3124329379" sldId="2764"/>
            <ac:picMk id="4" creationId="{C273D732-F19B-14C8-9145-F3B0E6EC1A58}"/>
          </ac:picMkLst>
        </pc:picChg>
        <pc:picChg chg="add mod">
          <ac:chgData name="Xin Luo" userId="82312ee5779919a4" providerId="LiveId" clId="{8A5F66E1-7174-D546-B865-3F1108B5FC7B}" dt="2025-06-03T14:53:42.101" v="2136" actId="1036"/>
          <ac:picMkLst>
            <pc:docMk/>
            <pc:sldMk cId="3124329379" sldId="2764"/>
            <ac:picMk id="11" creationId="{0FDAFE3F-8703-4CB2-46A8-A4BBA9CF0E14}"/>
          </ac:picMkLst>
        </pc:picChg>
      </pc:sldChg>
      <pc:sldChg chg="addSp delSp modSp add del mod">
        <pc:chgData name="Xin Luo" userId="82312ee5779919a4" providerId="LiveId" clId="{8A5F66E1-7174-D546-B865-3F1108B5FC7B}" dt="2025-06-03T14:03:22.453" v="1944" actId="2696"/>
        <pc:sldMkLst>
          <pc:docMk/>
          <pc:sldMk cId="2550339796" sldId="2765"/>
        </pc:sldMkLst>
        <pc:spChg chg="mod">
          <ac:chgData name="Xin Luo" userId="82312ee5779919a4" providerId="LiveId" clId="{8A5F66E1-7174-D546-B865-3F1108B5FC7B}" dt="2025-06-03T14:02:21.503" v="1929" actId="404"/>
          <ac:spMkLst>
            <pc:docMk/>
            <pc:sldMk cId="2550339796" sldId="2765"/>
            <ac:spMk id="9" creationId="{B3D3313A-DE61-3D70-0343-BB1A7BDE43D9}"/>
          </ac:spMkLst>
        </pc:spChg>
      </pc:sldChg>
      <pc:sldChg chg="addSp delSp modSp add mod ord">
        <pc:chgData name="Xin Luo" userId="82312ee5779919a4" providerId="LiveId" clId="{8A5F66E1-7174-D546-B865-3F1108B5FC7B}" dt="2025-06-03T15:05:23.554" v="2232" actId="1076"/>
        <pc:sldMkLst>
          <pc:docMk/>
          <pc:sldMk cId="3026093860" sldId="2766"/>
        </pc:sldMkLst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2" creationId="{01553FB6-82EF-F411-2441-1F9A9185C57A}"/>
          </ac:spMkLst>
        </pc:spChg>
        <pc:spChg chg="add mod">
          <ac:chgData name="Xin Luo" userId="82312ee5779919a4" providerId="LiveId" clId="{8A5F66E1-7174-D546-B865-3F1108B5FC7B}" dt="2025-06-03T15:05:23.554" v="2232" actId="1076"/>
          <ac:spMkLst>
            <pc:docMk/>
            <pc:sldMk cId="3026093860" sldId="2766"/>
            <ac:spMk id="4" creationId="{AD5DB676-A1C6-A827-852E-C386150145FF}"/>
          </ac:spMkLst>
        </pc:spChg>
        <pc:spChg chg="add del mod">
          <ac:chgData name="Xin Luo" userId="82312ee5779919a4" providerId="LiveId" clId="{8A5F66E1-7174-D546-B865-3F1108B5FC7B}" dt="2025-06-03T14:19:33.435" v="2088" actId="478"/>
          <ac:spMkLst>
            <pc:docMk/>
            <pc:sldMk cId="3026093860" sldId="2766"/>
            <ac:spMk id="5" creationId="{84FAF5DF-C165-7F99-B456-1346C9DD6BBA}"/>
          </ac:spMkLst>
        </pc:spChg>
        <pc:spChg chg="add mod">
          <ac:chgData name="Xin Luo" userId="82312ee5779919a4" providerId="LiveId" clId="{8A5F66E1-7174-D546-B865-3F1108B5FC7B}" dt="2025-06-03T14:20:04.965" v="2096" actId="1076"/>
          <ac:spMkLst>
            <pc:docMk/>
            <pc:sldMk cId="3026093860" sldId="2766"/>
            <ac:spMk id="7" creationId="{1DDF56E2-F06D-FCC1-4ABB-7D3884DFE383}"/>
          </ac:spMkLst>
        </pc:spChg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9" creationId="{95D9EDFE-8041-195E-8B29-A5FE1BB4E86E}"/>
          </ac:spMkLst>
        </pc:spChg>
        <pc:spChg chg="add del mod">
          <ac:chgData name="Xin Luo" userId="82312ee5779919a4" providerId="LiveId" clId="{8A5F66E1-7174-D546-B865-3F1108B5FC7B}" dt="2025-06-03T14:19:08.357" v="2080" actId="478"/>
          <ac:spMkLst>
            <pc:docMk/>
            <pc:sldMk cId="3026093860" sldId="2766"/>
            <ac:spMk id="10" creationId="{BC7BF9C3-241D-E56C-19F2-DD9799DB6AAF}"/>
          </ac:spMkLst>
        </pc:spChg>
        <pc:picChg chg="add mod">
          <ac:chgData name="Xin Luo" userId="82312ee5779919a4" providerId="LiveId" clId="{8A5F66E1-7174-D546-B865-3F1108B5FC7B}" dt="2025-06-03T14:20:04.965" v="2096" actId="1076"/>
          <ac:picMkLst>
            <pc:docMk/>
            <pc:sldMk cId="3026093860" sldId="2766"/>
            <ac:picMk id="6" creationId="{C872820F-E35C-53C7-4222-9656D5EC7A7D}"/>
          </ac:picMkLst>
        </pc:picChg>
        <pc:picChg chg="add del mod">
          <ac:chgData name="Xin Luo" userId="82312ee5779919a4" providerId="LiveId" clId="{8A5F66E1-7174-D546-B865-3F1108B5FC7B}" dt="2025-06-03T14:19:08.357" v="2080" actId="478"/>
          <ac:picMkLst>
            <pc:docMk/>
            <pc:sldMk cId="3026093860" sldId="2766"/>
            <ac:picMk id="8" creationId="{C42A79CE-28AC-9DA9-54AD-6F748AEE68D8}"/>
          </ac:picMkLst>
        </pc:picChg>
      </pc:sldChg>
      <pc:sldChg chg="addSp delSp modSp add mod ord modNotesTx">
        <pc:chgData name="Xin Luo" userId="82312ee5779919a4" providerId="LiveId" clId="{8A5F66E1-7174-D546-B865-3F1108B5FC7B}" dt="2025-06-03T15:12:23.661" v="2440" actId="1076"/>
        <pc:sldMkLst>
          <pc:docMk/>
          <pc:sldMk cId="3818233991" sldId="2767"/>
        </pc:sldMkLst>
        <pc:spChg chg="add mod">
          <ac:chgData name="Xin Luo" userId="82312ee5779919a4" providerId="LiveId" clId="{8A5F66E1-7174-D546-B865-3F1108B5FC7B}" dt="2025-06-03T15:08:50.152" v="2377" actId="313"/>
          <ac:spMkLst>
            <pc:docMk/>
            <pc:sldMk cId="3818233991" sldId="2767"/>
            <ac:spMk id="4" creationId="{1DEB7E53-054F-6B83-1649-F9D39F7A0CA9}"/>
          </ac:spMkLst>
        </pc:spChg>
        <pc:spChg chg="del mod">
          <ac:chgData name="Xin Luo" userId="82312ee5779919a4" providerId="LiveId" clId="{8A5F66E1-7174-D546-B865-3F1108B5FC7B}" dt="2025-06-03T14:56:28.351" v="2156" actId="478"/>
          <ac:spMkLst>
            <pc:docMk/>
            <pc:sldMk cId="3818233991" sldId="2767"/>
            <ac:spMk id="8" creationId="{DA20CE17-F392-0282-FD82-C5AAA3F5586D}"/>
          </ac:spMkLst>
        </pc:spChg>
        <pc:spChg chg="add mod">
          <ac:chgData name="Xin Luo" userId="82312ee5779919a4" providerId="LiveId" clId="{8A5F66E1-7174-D546-B865-3F1108B5FC7B}" dt="2025-06-03T15:09:42.045" v="2393" actId="2711"/>
          <ac:spMkLst>
            <pc:docMk/>
            <pc:sldMk cId="3818233991" sldId="2767"/>
            <ac:spMk id="9" creationId="{B93366B1-70CE-B1D6-0BF7-1D7953FA5FE1}"/>
          </ac:spMkLst>
        </pc:spChg>
        <pc:spChg chg="add del mod">
          <ac:chgData name="Xin Luo" userId="82312ee5779919a4" providerId="LiveId" clId="{8A5F66E1-7174-D546-B865-3F1108B5FC7B}" dt="2025-06-03T14:56:26.677" v="2154" actId="478"/>
          <ac:spMkLst>
            <pc:docMk/>
            <pc:sldMk cId="3818233991" sldId="2767"/>
            <ac:spMk id="13" creationId="{91431608-886F-1B09-0622-27600EB45E1B}"/>
          </ac:spMkLst>
        </pc:spChg>
        <pc:spChg chg="add del mod">
          <ac:chgData name="Xin Luo" userId="82312ee5779919a4" providerId="LiveId" clId="{8A5F66E1-7174-D546-B865-3F1108B5FC7B}" dt="2025-06-03T14:56:27.615" v="2155" actId="478"/>
          <ac:spMkLst>
            <pc:docMk/>
            <pc:sldMk cId="3818233991" sldId="2767"/>
            <ac:spMk id="14" creationId="{70AACC5A-3BD5-EAA6-A32B-BDE84C8343FC}"/>
          </ac:spMkLst>
        </pc:spChg>
        <pc:spChg chg="add mod">
          <ac:chgData name="Xin Luo" userId="82312ee5779919a4" providerId="LiveId" clId="{8A5F66E1-7174-D546-B865-3F1108B5FC7B}" dt="2025-06-03T15:11:00.361" v="2424" actId="14100"/>
          <ac:spMkLst>
            <pc:docMk/>
            <pc:sldMk cId="3818233991" sldId="2767"/>
            <ac:spMk id="16" creationId="{67B1DCB3-5792-FEF1-11B9-3F7CBC07CB50}"/>
          </ac:spMkLst>
        </pc:spChg>
        <pc:spChg chg="add mod">
          <ac:chgData name="Xin Luo" userId="82312ee5779919a4" providerId="LiveId" clId="{8A5F66E1-7174-D546-B865-3F1108B5FC7B}" dt="2025-06-03T15:12:23.661" v="2440" actId="1076"/>
          <ac:spMkLst>
            <pc:docMk/>
            <pc:sldMk cId="3818233991" sldId="2767"/>
            <ac:spMk id="18" creationId="{F9525BFB-571A-23E8-144E-DA888D169137}"/>
          </ac:spMkLst>
        </pc:s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0" creationId="{2E26A4AA-376F-EC56-B745-6A8A4653919D}"/>
          </ac:grpSpMkLst>
        </pc:gr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7" creationId="{B7FB21EB-0365-F3A9-6120-E29D0282212C}"/>
          </ac:grpSpMkLst>
        </pc:grpChg>
        <pc:picChg chg="add del mod">
          <ac:chgData name="Xin Luo" userId="82312ee5779919a4" providerId="LiveId" clId="{8A5F66E1-7174-D546-B865-3F1108B5FC7B}" dt="2025-06-03T14:56:25.091" v="2152" actId="478"/>
          <ac:picMkLst>
            <pc:docMk/>
            <pc:sldMk cId="3818233991" sldId="2767"/>
            <ac:picMk id="5" creationId="{0D4CA41C-7F00-1552-B4A8-BD6881F8C10D}"/>
          </ac:picMkLst>
        </pc:picChg>
        <pc:picChg chg="add mod">
          <ac:chgData name="Xin Luo" userId="82312ee5779919a4" providerId="LiveId" clId="{8A5F66E1-7174-D546-B865-3F1108B5FC7B}" dt="2025-06-03T15:09:22.869" v="2383" actId="27614"/>
          <ac:picMkLst>
            <pc:docMk/>
            <pc:sldMk cId="3818233991" sldId="2767"/>
            <ac:picMk id="7" creationId="{2B5BD91C-E1FD-857D-5D3E-3A86A9CE84CA}"/>
          </ac:picMkLst>
        </pc:picChg>
        <pc:picChg chg="add del mod">
          <ac:chgData name="Xin Luo" userId="82312ee5779919a4" providerId="LiveId" clId="{8A5F66E1-7174-D546-B865-3F1108B5FC7B}" dt="2025-06-03T14:56:25.602" v="2153" actId="478"/>
          <ac:picMkLst>
            <pc:docMk/>
            <pc:sldMk cId="3818233991" sldId="2767"/>
            <ac:picMk id="11" creationId="{462C706F-8B6A-6133-D9F0-BEC1F88DA25E}"/>
          </ac:picMkLst>
        </pc:picChg>
        <pc:picChg chg="add mod">
          <ac:chgData name="Xin Luo" userId="82312ee5779919a4" providerId="LiveId" clId="{8A5F66E1-7174-D546-B865-3F1108B5FC7B}" dt="2025-06-03T15:10:24.581" v="2400" actId="14100"/>
          <ac:picMkLst>
            <pc:docMk/>
            <pc:sldMk cId="3818233991" sldId="2767"/>
            <ac:picMk id="15" creationId="{0D0A852A-4DFE-A276-D829-3256A4793510}"/>
          </ac:picMkLst>
        </pc:picChg>
      </pc:sldChg>
      <pc:sldChg chg="addSp delSp modSp add mod">
        <pc:chgData name="Xin Luo" userId="82312ee5779919a4" providerId="LiveId" clId="{8A5F66E1-7174-D546-B865-3F1108B5FC7B}" dt="2025-06-03T14:02:57.151" v="1943" actId="1036"/>
        <pc:sldMkLst>
          <pc:docMk/>
          <pc:sldMk cId="2071198221" sldId="2768"/>
        </pc:sldMkLst>
        <pc:spChg chg="mod">
          <ac:chgData name="Xin Luo" userId="82312ee5779919a4" providerId="LiveId" clId="{8A5F66E1-7174-D546-B865-3F1108B5FC7B}" dt="2025-06-03T14:02:57.151" v="1943" actId="1036"/>
          <ac:spMkLst>
            <pc:docMk/>
            <pc:sldMk cId="2071198221" sldId="2768"/>
            <ac:spMk id="9" creationId="{21B96A3F-48BA-7F06-C58C-56F60D3CDE76}"/>
          </ac:spMkLst>
        </pc:spChg>
        <pc:graphicFrameChg chg="add mod modGraphic">
          <ac:chgData name="Xin Luo" userId="82312ee5779919a4" providerId="LiveId" clId="{8A5F66E1-7174-D546-B865-3F1108B5FC7B}" dt="2025-06-03T14:02:32.963" v="1931" actId="14100"/>
          <ac:graphicFrameMkLst>
            <pc:docMk/>
            <pc:sldMk cId="2071198221" sldId="2768"/>
            <ac:graphicFrameMk id="4" creationId="{7AA18919-A5D0-7094-77A0-3956BAD95344}"/>
          </ac:graphicFrameMkLst>
        </pc:graphicFrameChg>
      </pc:sldChg>
      <pc:sldChg chg="delSp modSp add del mod">
        <pc:chgData name="Xin Luo" userId="82312ee5779919a4" providerId="LiveId" clId="{8A5F66E1-7174-D546-B865-3F1108B5FC7B}" dt="2025-06-03T13:40:38.330" v="1766" actId="2696"/>
        <pc:sldMkLst>
          <pc:docMk/>
          <pc:sldMk cId="60436878" sldId="2771"/>
        </pc:sldMkLst>
        <pc:spChg chg="del mod">
          <ac:chgData name="Xin Luo" userId="82312ee5779919a4" providerId="LiveId" clId="{8A5F66E1-7174-D546-B865-3F1108B5FC7B}" dt="2025-06-03T13:15:01.758" v="1739" actId="478"/>
          <ac:spMkLst>
            <pc:docMk/>
            <pc:sldMk cId="60436878" sldId="2771"/>
            <ac:spMk id="9" creationId="{4C666DAD-5020-DB3F-09C8-DA3913A2202E}"/>
          </ac:spMkLst>
        </pc:spChg>
        <pc:spChg chg="del">
          <ac:chgData name="Xin Luo" userId="82312ee5779919a4" providerId="LiveId" clId="{8A5F66E1-7174-D546-B865-3F1108B5FC7B}" dt="2025-06-03T13:14:58.432" v="1737" actId="478"/>
          <ac:spMkLst>
            <pc:docMk/>
            <pc:sldMk cId="60436878" sldId="2771"/>
            <ac:spMk id="10" creationId="{AC896DC9-DBF8-0AE2-6308-095A504B2437}"/>
          </ac:spMkLst>
        </pc:spChg>
        <pc:graphicFrameChg chg="del">
          <ac:chgData name="Xin Luo" userId="82312ee5779919a4" providerId="LiveId" clId="{8A5F66E1-7174-D546-B865-3F1108B5FC7B}" dt="2025-06-03T13:12:35.131" v="1715" actId="478"/>
          <ac:graphicFrameMkLst>
            <pc:docMk/>
            <pc:sldMk cId="60436878" sldId="2771"/>
            <ac:graphicFrameMk id="4" creationId="{077FA1B1-57E5-ADA0-1C1F-D890C398A0D6}"/>
          </ac:graphicFrameMkLst>
        </pc:graphicFrame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6" creationId="{CD36AAA5-561D-7BFD-EDEC-370264827263}"/>
          </ac:picMkLst>
        </pc:pic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8" creationId="{219F120A-E5B0-CBBC-7A26-1156B31091C4}"/>
          </ac:picMkLst>
        </pc:picChg>
      </pc:sldChg>
      <pc:sldChg chg="add del">
        <pc:chgData name="Xin Luo" userId="82312ee5779919a4" providerId="LiveId" clId="{8A5F66E1-7174-D546-B865-3F1108B5FC7B}" dt="2025-06-03T14:17:19.358" v="1948"/>
        <pc:sldMkLst>
          <pc:docMk/>
          <pc:sldMk cId="214639034" sldId="2771"/>
        </pc:sldMkLst>
      </pc:sldChg>
      <pc:sldChg chg="addSp delSp modSp add mod modNotesTx">
        <pc:chgData name="Xin Luo" userId="82312ee5779919a4" providerId="LiveId" clId="{8A5F66E1-7174-D546-B865-3F1108B5FC7B}" dt="2025-06-03T15:57:29.321" v="2603" actId="20577"/>
        <pc:sldMkLst>
          <pc:docMk/>
          <pc:sldMk cId="1300503800" sldId="2771"/>
        </pc:sldMkLst>
        <pc:spChg chg="mod">
          <ac:chgData name="Xin Luo" userId="82312ee5779919a4" providerId="LiveId" clId="{8A5F66E1-7174-D546-B865-3F1108B5FC7B}" dt="2025-06-03T15:56:48.942" v="2587" actId="14100"/>
          <ac:spMkLst>
            <pc:docMk/>
            <pc:sldMk cId="1300503800" sldId="2771"/>
            <ac:spMk id="4" creationId="{8A605C64-116B-C41C-CFB7-A6EF466A2FCC}"/>
          </ac:spMkLst>
        </pc:spChg>
        <pc:spChg chg="del topLvl">
          <ac:chgData name="Xin Luo" userId="82312ee5779919a4" providerId="LiveId" clId="{8A5F66E1-7174-D546-B865-3F1108B5FC7B}" dt="2025-06-03T15:43:57.740" v="2444" actId="478"/>
          <ac:spMkLst>
            <pc:docMk/>
            <pc:sldMk cId="1300503800" sldId="2771"/>
            <ac:spMk id="16" creationId="{E6E15C12-B895-25B2-0424-CD08091923F9}"/>
          </ac:spMkLst>
        </pc:spChg>
        <pc:spChg chg="del">
          <ac:chgData name="Xin Luo" userId="82312ee5779919a4" providerId="LiveId" clId="{8A5F66E1-7174-D546-B865-3F1108B5FC7B}" dt="2025-06-03T15:43:58.478" v="2445" actId="478"/>
          <ac:spMkLst>
            <pc:docMk/>
            <pc:sldMk cId="1300503800" sldId="2771"/>
            <ac:spMk id="18" creationId="{D7E23074-1FD9-80A8-3B7C-7E28DEAD7F4C}"/>
          </ac:spMkLst>
        </pc:spChg>
        <pc:grpChg chg="del">
          <ac:chgData name="Xin Luo" userId="82312ee5779919a4" providerId="LiveId" clId="{8A5F66E1-7174-D546-B865-3F1108B5FC7B}" dt="2025-06-03T15:43:54.372" v="2442" actId="478"/>
          <ac:grpSpMkLst>
            <pc:docMk/>
            <pc:sldMk cId="1300503800" sldId="2771"/>
            <ac:grpSpMk id="10" creationId="{86360010-CC01-D2DC-7A04-5B9DFDB0D4B1}"/>
          </ac:grpSpMkLst>
        </pc:grpChg>
        <pc:grpChg chg="del">
          <ac:chgData name="Xin Luo" userId="82312ee5779919a4" providerId="LiveId" clId="{8A5F66E1-7174-D546-B865-3F1108B5FC7B}" dt="2025-06-03T15:43:55.996" v="2443" actId="478"/>
          <ac:grpSpMkLst>
            <pc:docMk/>
            <pc:sldMk cId="1300503800" sldId="2771"/>
            <ac:grpSpMk id="17" creationId="{64E8F3C9-7856-A9C2-C719-AB54C04FD748}"/>
          </ac:grpSpMkLst>
        </pc:grpChg>
        <pc:graphicFrameChg chg="add mod modGraphic">
          <ac:chgData name="Xin Luo" userId="82312ee5779919a4" providerId="LiveId" clId="{8A5F66E1-7174-D546-B865-3F1108B5FC7B}" dt="2025-06-03T15:57:01.185" v="2588" actId="14100"/>
          <ac:graphicFrameMkLst>
            <pc:docMk/>
            <pc:sldMk cId="1300503800" sldId="2771"/>
            <ac:graphicFrameMk id="2" creationId="{6AB3EA3C-A976-D1C0-7F30-EAAFAFA1981A}"/>
          </ac:graphicFrameMkLst>
        </pc:graphicFrameChg>
        <pc:picChg chg="add mod">
          <ac:chgData name="Xin Luo" userId="82312ee5779919a4" providerId="LiveId" clId="{8A5F66E1-7174-D546-B865-3F1108B5FC7B}" dt="2025-06-03T15:57:23.164" v="2602" actId="1036"/>
          <ac:picMkLst>
            <pc:docMk/>
            <pc:sldMk cId="1300503800" sldId="2771"/>
            <ac:picMk id="6" creationId="{72EC4676-8BA1-E33F-4562-4BDA0F096DDF}"/>
          </ac:picMkLst>
        </pc:picChg>
        <pc:picChg chg="del topLvl">
          <ac:chgData name="Xin Luo" userId="82312ee5779919a4" providerId="LiveId" clId="{8A5F66E1-7174-D546-B865-3F1108B5FC7B}" dt="2025-06-03T15:43:55.996" v="2443" actId="478"/>
          <ac:picMkLst>
            <pc:docMk/>
            <pc:sldMk cId="1300503800" sldId="2771"/>
            <ac:picMk id="15" creationId="{EBB0407F-9BF0-0FAE-C27F-C77D0C8E4819}"/>
          </ac:picMkLst>
        </pc:picChg>
      </pc:sldChg>
      <pc:sldChg chg="add del">
        <pc:chgData name="Xin Luo" userId="82312ee5779919a4" providerId="LiveId" clId="{8A5F66E1-7174-D546-B865-3F1108B5FC7B}" dt="2025-06-03T14:17:27.167" v="1950"/>
        <pc:sldMkLst>
          <pc:docMk/>
          <pc:sldMk cId="3242464315" sldId="27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4159-43B8-8674-3907-AFB0879D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85CB8-DCFC-A96A-2104-7F05A82B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CA3565-4521-9A25-25CC-25988A016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9825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037-DDBA-D92B-A577-B8EEB52F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8148C5-AB1E-23CA-AE52-16B75F2B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B876E3-AF75-238A-7609-8433B5B1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../</a:t>
            </a:r>
            <a:r>
              <a:rPr lang="zh-CN" altLang="en-US" dirty="0"/>
              <a:t>表示上一级目录，</a:t>
            </a:r>
            <a:r>
              <a:rPr lang="en-US" altLang="zh-CN" dirty="0"/>
              <a:t>…/</a:t>
            </a:r>
            <a:r>
              <a:rPr lang="zh-CN" altLang="en-US" dirty="0"/>
              <a:t>表示上上一级目录</a:t>
            </a:r>
          </a:p>
        </p:txBody>
      </p:sp>
    </p:spTree>
    <p:extLst>
      <p:ext uri="{BB962C8B-B14F-4D97-AF65-F5344CB8AC3E}">
        <p14:creationId xmlns:p14="http://schemas.microsoft.com/office/powerpoint/2010/main" val="4104054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2D9D-4180-072D-8407-E5183A58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81714B-54F0-BD0F-3E21-720CCFB9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2FA787-E19B-3B6B-C6A6-14FB9B866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0385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68DC-A93E-C123-F1B4-EA9B5280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C0560-65CA-94B3-BECF-7452B27BA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16E95-61B9-FEB1-3CC6-4799BFE7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891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1710-3AF1-E0CB-A294-3FC439F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C53236-1A24-5BD7-DD41-1BA364D1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7164A0-EF72-33DC-EC3F-E86603606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8993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76A2-E4C3-A35C-5863-42FAFF5FD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250EBE-6F47-4BA6-937E-D705CEE51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93A367-2994-241E-BA08-B28B9D75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编程过程中一定会遇到</a:t>
            </a:r>
            <a:r>
              <a:rPr lang="en-US" altLang="zh-CN" dirty="0"/>
              <a:t>bug</a:t>
            </a:r>
            <a:r>
              <a:rPr lang="zh-CN" altLang="en-US" dirty="0"/>
              <a:t>，处理</a:t>
            </a:r>
            <a:r>
              <a:rPr lang="en-US" altLang="zh-CN" dirty="0"/>
              <a:t>bug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54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2E123-147C-6B1E-C927-5959FD60F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22E3C3-3C0D-883A-C7C4-C14C80A61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1A0C42-90BC-F065-484A-3B09DB36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292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91154-264C-1A2B-6A01-3AA7CD9C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EEF081-0BF2-1FAD-FA78-9BBCA0E4F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C26B4A-A5F4-74EF-4BB4-689DD2685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94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A3836-6EA3-E270-E8AA-F7EFBA244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6609B-329D-794B-CF04-8B8789281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ACEBB-D03D-2DC4-C62E-90A70068B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3342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305338" y="1685332"/>
            <a:ext cx="9799983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第五章 文件操作与异常处理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zh-CN" altLang="en-US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五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08663" y="3818531"/>
            <a:ext cx="3365702" cy="717997"/>
            <a:chOff x="2121801" y="3511390"/>
            <a:chExt cx="300577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938447" y="3535749"/>
              <a:ext cx="2189125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CN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异常</a:t>
              </a: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处理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08663" y="2532264"/>
            <a:ext cx="3962051" cy="772176"/>
            <a:chOff x="2121802" y="2115450"/>
            <a:chExt cx="3111055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839830" y="2150557"/>
              <a:ext cx="2393027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文件操作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一、文件操作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B7F2176A-350B-B49E-5F85-B93436247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83703" y="931591"/>
            <a:ext cx="11222067" cy="5402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文件操作的意义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数据持久化，便于长期存储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数据交换与共享，通过数据读写实现数据传递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大规模数据处理，文件操作可实现对多个文件的处理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</a:p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文本文件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(.txt)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、代码文件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py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,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ipynb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、二进制文件（如图片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视频）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695C-0757-96B0-A8EB-EA21560A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D63664E-807B-06F9-351D-4E6991EA5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1DF47-906F-D29B-F8A0-275A90B8A3F2}"/>
              </a:ext>
            </a:extLst>
          </p:cNvPr>
          <p:cNvSpPr txBox="1"/>
          <p:nvPr/>
        </p:nvSpPr>
        <p:spPr>
          <a:xfrm>
            <a:off x="87086" y="931591"/>
            <a:ext cx="9954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56A849F-823F-FFEE-E783-FD264AA68D7B}"/>
              </a:ext>
            </a:extLst>
          </p:cNvPr>
          <p:cNvGrpSpPr/>
          <p:nvPr/>
        </p:nvGrpSpPr>
        <p:grpSpPr>
          <a:xfrm>
            <a:off x="1196485" y="2204783"/>
            <a:ext cx="3429995" cy="4549040"/>
            <a:chOff x="212586" y="1647267"/>
            <a:chExt cx="4159644" cy="5099194"/>
          </a:xfrm>
        </p:grpSpPr>
        <p:pic>
          <p:nvPicPr>
            <p:cNvPr id="5" name="Picture 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051BA1E6-4974-D35E-346E-C2444F223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9199" y="4758010"/>
              <a:ext cx="825500" cy="11684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983B2E-FE27-C797-A7B3-DC6D5279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2197" y="1647267"/>
              <a:ext cx="876300" cy="762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97E06C7-EFFD-6706-3960-1AE8DDC60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8546" y="2620407"/>
              <a:ext cx="876300" cy="762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0DA0A9-B38C-4BFF-B86A-EEB8FAEC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283" y="2620407"/>
              <a:ext cx="876300" cy="762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34FB19-6AB0-6C0B-7A5F-F7C19BE78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736" y="3593548"/>
              <a:ext cx="876300" cy="762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C89E3FF-C02E-9747-517A-071FB3FC6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41499" y="3615635"/>
              <a:ext cx="876300" cy="762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C370897-078E-BEAF-3EC9-DA6F88F6B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8867" y="3593547"/>
              <a:ext cx="876300" cy="762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E296B8-69A5-2C6D-0BC5-C15F37B70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586" y="4604920"/>
              <a:ext cx="876300" cy="762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36ED95F-485E-E585-84E3-30D8EE10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5983" y="4604920"/>
              <a:ext cx="876300" cy="762000"/>
            </a:xfrm>
            <a:prstGeom prst="rect">
              <a:avLst/>
            </a:prstGeom>
          </p:spPr>
        </p:pic>
        <p:pic>
          <p:nvPicPr>
            <p:cNvPr id="15" name="Picture 1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209DD80-4787-8C40-D13A-7E38218B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6730" y="4816061"/>
              <a:ext cx="825500" cy="1168400"/>
            </a:xfrm>
            <a:prstGeom prst="rect">
              <a:avLst/>
            </a:prstGeom>
          </p:spPr>
        </p:pic>
        <p:pic>
          <p:nvPicPr>
            <p:cNvPr id="16" name="Picture 15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C0CEDB0-DB47-112B-5867-95381CC8C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196" y="5578061"/>
              <a:ext cx="825500" cy="1168400"/>
            </a:xfrm>
            <a:prstGeom prst="rect">
              <a:avLst/>
            </a:prstGeom>
          </p:spPr>
        </p:pic>
        <p:pic>
          <p:nvPicPr>
            <p:cNvPr id="17" name="Picture 16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CA2A9E9F-D75A-9BF1-0641-B65DFE8E3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60549" y="5578061"/>
              <a:ext cx="825500" cy="1168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3338EE-5897-8EC4-9F4A-C307FD6FCCD9}"/>
                </a:ext>
              </a:extLst>
            </p:cNvPr>
            <p:cNvSpPr txBox="1"/>
            <p:nvPr/>
          </p:nvSpPr>
          <p:spPr>
            <a:xfrm>
              <a:off x="1943790" y="1775200"/>
              <a:ext cx="344478" cy="5864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2"/>
                  </a:solidFill>
                </a:rPr>
                <a:t>/</a:t>
              </a:r>
              <a:endParaRPr lang="en-CN" sz="2800" b="1" dirty="0">
                <a:solidFill>
                  <a:schemeClr val="bg2"/>
                </a:solidFill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FCDCEB-BC12-1B99-80BA-621AAFF0B7E3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 flipH="1">
              <a:off x="1446696" y="2409267"/>
              <a:ext cx="673651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7E7A7-4579-B75A-B30D-67025940E108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 bwMode="auto">
            <a:xfrm>
              <a:off x="2120347" y="2409267"/>
              <a:ext cx="530086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D20C38-D02C-2A71-2C3F-AD3F4D12D1EC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 bwMode="auto">
            <a:xfrm flipH="1">
              <a:off x="1088886" y="3382407"/>
              <a:ext cx="357810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E2BF44D-FA5F-1472-900D-9C71A238ED8D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 bwMode="auto">
            <a:xfrm>
              <a:off x="1446696" y="3382407"/>
              <a:ext cx="832953" cy="23322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6D844C7-1B00-9067-D95F-7D3F7AD64BCB}"/>
                </a:ext>
              </a:extLst>
            </p:cNvPr>
            <p:cNvCxnSpPr>
              <a:cxnSpLocks/>
              <a:stCxn id="9" idx="2"/>
              <a:endCxn id="12" idx="0"/>
            </p:cNvCxnSpPr>
            <p:nvPr/>
          </p:nvCxnSpPr>
          <p:spPr bwMode="auto">
            <a:xfrm>
              <a:off x="2650433" y="3382407"/>
              <a:ext cx="716584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67B00-1859-AC92-01E7-9E052A99FB90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 bwMode="auto">
            <a:xfrm flipH="1">
              <a:off x="650736" y="4355548"/>
              <a:ext cx="438150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FBA5127-AA82-CE53-9894-BB0CC286F55D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 bwMode="auto">
            <a:xfrm>
              <a:off x="1088886" y="4355548"/>
              <a:ext cx="685247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A986AA7-C6E0-7ADB-33CB-DBC4AA1B30AF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 flipH="1">
              <a:off x="1033946" y="5366920"/>
              <a:ext cx="740187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7AEEF62-C8B9-0FF9-AF3E-181E12F68835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1774133" y="5366920"/>
              <a:ext cx="499166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391E8D-804B-1B9F-ED77-65A076AD2A20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 bwMode="auto">
            <a:xfrm>
              <a:off x="2279649" y="4377635"/>
              <a:ext cx="732300" cy="38037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78D5FF5-DA93-8B6F-DF3F-8F611CB5453A}"/>
                </a:ext>
              </a:extLst>
            </p:cNvPr>
            <p:cNvCxnSpPr>
              <a:cxnSpLocks/>
              <a:stCxn id="12" idx="2"/>
              <a:endCxn id="15" idx="0"/>
            </p:cNvCxnSpPr>
            <p:nvPr/>
          </p:nvCxnSpPr>
          <p:spPr bwMode="auto">
            <a:xfrm>
              <a:off x="3367017" y="4355547"/>
              <a:ext cx="592463" cy="46051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9C31154-B49C-E731-09EF-4D68452D9DEE}"/>
              </a:ext>
            </a:extLst>
          </p:cNvPr>
          <p:cNvSpPr txBox="1"/>
          <p:nvPr/>
        </p:nvSpPr>
        <p:spPr>
          <a:xfrm>
            <a:off x="254001" y="1485587"/>
            <a:ext cx="6054532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类Unix系统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（</a:t>
            </a:r>
            <a:r>
              <a:rPr lang="en-US" altLang="zh-CN" b="1" dirty="0" err="1">
                <a:solidFill>
                  <a:schemeClr val="bg2"/>
                </a:solidFill>
                <a:latin typeface="+mj-ea"/>
                <a:ea typeface="+mj-ea"/>
              </a:rPr>
              <a:t>MacOs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、</a:t>
            </a:r>
            <a:r>
              <a:rPr lang="en-US" altLang="zh-CN" b="1" dirty="0">
                <a:solidFill>
                  <a:schemeClr val="bg2"/>
                </a:solidFill>
                <a:latin typeface="+mj-ea"/>
                <a:ea typeface="+mj-ea"/>
              </a:rPr>
              <a:t>Linux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）</a:t>
            </a:r>
            <a:endParaRPr lang="en-CN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021E4B-D1D4-2868-18B4-7BD90AD3A204}"/>
              </a:ext>
            </a:extLst>
          </p:cNvPr>
          <p:cNvSpPr txBox="1"/>
          <p:nvPr/>
        </p:nvSpPr>
        <p:spPr>
          <a:xfrm>
            <a:off x="3130896" y="2290752"/>
            <a:ext cx="1787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CN" b="1" dirty="0">
                <a:solidFill>
                  <a:schemeClr val="accent2"/>
                </a:solidFill>
                <a:latin typeface="+mj-ea"/>
                <a:ea typeface="+mj-ea"/>
              </a:rPr>
              <a:t>根目录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2B88D22-F3F4-967F-330D-9EDAFF85E510}"/>
              </a:ext>
            </a:extLst>
          </p:cNvPr>
          <p:cNvGrpSpPr/>
          <p:nvPr/>
        </p:nvGrpSpPr>
        <p:grpSpPr>
          <a:xfrm>
            <a:off x="5958115" y="2229050"/>
            <a:ext cx="2251478" cy="4048379"/>
            <a:chOff x="4335402" y="2161241"/>
            <a:chExt cx="1993953" cy="3952769"/>
          </a:xfrm>
        </p:grpSpPr>
        <p:pic>
          <p:nvPicPr>
            <p:cNvPr id="55" name="Picture 54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B997E18-24B3-758A-5700-B387C240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5080" y="2161241"/>
              <a:ext cx="722587" cy="611124"/>
            </a:xfrm>
            <a:prstGeom prst="rect">
              <a:avLst/>
            </a:prstGeom>
          </p:spPr>
        </p:pic>
        <p:pic>
          <p:nvPicPr>
            <p:cNvPr id="56" name="Picture 55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1B2D5077-CD62-EAAD-BD86-23AB75D35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09580" y="3171862"/>
              <a:ext cx="722587" cy="611124"/>
            </a:xfrm>
            <a:prstGeom prst="rect">
              <a:avLst/>
            </a:prstGeom>
          </p:spPr>
        </p:pic>
        <p:pic>
          <p:nvPicPr>
            <p:cNvPr id="57" name="Picture 5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7101EEAA-1CE0-3C41-2C61-71ACE5C1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6768" y="3214967"/>
              <a:ext cx="722587" cy="611124"/>
            </a:xfrm>
            <a:prstGeom prst="rect">
              <a:avLst/>
            </a:prstGeom>
          </p:spPr>
        </p:pic>
        <p:pic>
          <p:nvPicPr>
            <p:cNvPr id="58" name="Picture 57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A8F4825-E959-5129-9AD1-25325DAB4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5402" y="4132682"/>
              <a:ext cx="722587" cy="61112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1C226CE-80D8-78C7-2073-7A33D5892210}"/>
                </a:ext>
              </a:extLst>
            </p:cNvPr>
            <p:cNvSpPr txBox="1"/>
            <p:nvPr/>
          </p:nvSpPr>
          <p:spPr>
            <a:xfrm>
              <a:off x="5108855" y="2237827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C:\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 bwMode="auto">
            <a:xfrm flipH="1">
              <a:off x="4870874" y="2772365"/>
              <a:ext cx="535500" cy="39949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E4403EE-A771-5487-73C6-6FCBC09A258D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 bwMode="auto">
            <a:xfrm>
              <a:off x="5406374" y="2772365"/>
              <a:ext cx="561688" cy="44260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C37DA6-F730-0FA3-3FF1-07A0C75590CB}"/>
                </a:ext>
              </a:extLst>
            </p:cNvPr>
            <p:cNvCxnSpPr>
              <a:cxnSpLocks/>
              <a:stCxn id="56" idx="2"/>
              <a:endCxn id="58" idx="0"/>
            </p:cNvCxnSpPr>
            <p:nvPr/>
          </p:nvCxnSpPr>
          <p:spPr bwMode="auto">
            <a:xfrm flipH="1">
              <a:off x="4696696" y="3782986"/>
              <a:ext cx="174178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1" name="Picture 90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90585BB-0337-61D6-1B44-3D394F312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192" y="5071669"/>
              <a:ext cx="680698" cy="1042341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8E54C77-C9C4-FD8F-5A2B-069E8792B277}"/>
                </a:ext>
              </a:extLst>
            </p:cNvPr>
            <p:cNvCxnSpPr>
              <a:cxnSpLocks/>
              <a:stCxn id="58" idx="2"/>
              <a:endCxn id="91" idx="0"/>
            </p:cNvCxnSpPr>
            <p:nvPr/>
          </p:nvCxnSpPr>
          <p:spPr bwMode="auto">
            <a:xfrm>
              <a:off x="4696696" y="4743806"/>
              <a:ext cx="666845" cy="327863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" name="Picture 10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04244DE4-5825-82DC-4669-3AAF0AABA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61383" y="4142810"/>
              <a:ext cx="722587" cy="611124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6F7D408-9A7D-272A-BAAF-BCA9CA4A0713}"/>
                </a:ext>
              </a:extLst>
            </p:cNvPr>
            <p:cNvCxnSpPr>
              <a:cxnSpLocks/>
              <a:stCxn id="57" idx="2"/>
              <a:endCxn id="103" idx="0"/>
            </p:cNvCxnSpPr>
            <p:nvPr/>
          </p:nvCxnSpPr>
          <p:spPr bwMode="auto">
            <a:xfrm flipH="1">
              <a:off x="5722677" y="3826091"/>
              <a:ext cx="245385" cy="31671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06B3752-5BD6-832B-D7D4-5A952A30C1D6}"/>
              </a:ext>
            </a:extLst>
          </p:cNvPr>
          <p:cNvGrpSpPr/>
          <p:nvPr/>
        </p:nvGrpSpPr>
        <p:grpSpPr>
          <a:xfrm>
            <a:off x="8755095" y="2204783"/>
            <a:ext cx="2448819" cy="4072646"/>
            <a:chOff x="6396855" y="2161241"/>
            <a:chExt cx="2376702" cy="3952770"/>
          </a:xfrm>
        </p:grpSpPr>
        <p:pic>
          <p:nvPicPr>
            <p:cNvPr id="59" name="Picture 58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8F3E465-CF6B-4996-2F57-0FFA657EC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242" y="2161241"/>
              <a:ext cx="722587" cy="611124"/>
            </a:xfrm>
            <a:prstGeom prst="rect">
              <a:avLst/>
            </a:prstGeom>
          </p:spPr>
        </p:pic>
        <p:pic>
          <p:nvPicPr>
            <p:cNvPr id="60" name="Picture 59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8AE6EC16-F5D3-CCB6-8AA0-0AB37B168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7762" y="3213085"/>
              <a:ext cx="722587" cy="611124"/>
            </a:xfrm>
            <a:prstGeom prst="rect">
              <a:avLst/>
            </a:prstGeom>
          </p:spPr>
        </p:pic>
        <p:pic>
          <p:nvPicPr>
            <p:cNvPr id="61" name="Picture 60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C897A4E9-9A2B-08F2-CBFD-09882D5B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52949" y="3171862"/>
              <a:ext cx="722587" cy="611124"/>
            </a:xfrm>
            <a:prstGeom prst="rect">
              <a:avLst/>
            </a:prstGeom>
          </p:spPr>
        </p:pic>
        <p:pic>
          <p:nvPicPr>
            <p:cNvPr id="62" name="Picture 61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6170951B-0023-066F-72D1-133F236E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6855" y="4146966"/>
              <a:ext cx="722587" cy="611124"/>
            </a:xfrm>
            <a:prstGeom prst="rect">
              <a:avLst/>
            </a:prstGeom>
          </p:spPr>
        </p:pic>
        <p:pic>
          <p:nvPicPr>
            <p:cNvPr id="63" name="Picture 6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D4F3AC35-C34A-4A05-D6E0-60C54B3CF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50970" y="4132682"/>
              <a:ext cx="722587" cy="611124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120880-C5DA-5064-3DBE-4754782A4F1E}"/>
                </a:ext>
              </a:extLst>
            </p:cNvPr>
            <p:cNvSpPr txBox="1"/>
            <p:nvPr/>
          </p:nvSpPr>
          <p:spPr>
            <a:xfrm>
              <a:off x="6997355" y="2235970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D:\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65" idx="2"/>
              <a:endCxn id="60" idx="0"/>
            </p:cNvCxnSpPr>
            <p:nvPr/>
          </p:nvCxnSpPr>
          <p:spPr bwMode="auto">
            <a:xfrm flipH="1">
              <a:off x="7109056" y="2697635"/>
              <a:ext cx="185817" cy="5154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669FE79-9523-89D5-0833-304357903C01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 bwMode="auto">
            <a:xfrm flipH="1">
              <a:off x="6758149" y="3824209"/>
              <a:ext cx="350907" cy="32275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F1B00C9-C4A0-4191-0974-867A7F00F66F}"/>
                </a:ext>
              </a:extLst>
            </p:cNvPr>
            <p:cNvCxnSpPr>
              <a:cxnSpLocks/>
              <a:stCxn id="65" idx="2"/>
              <a:endCxn id="61" idx="0"/>
            </p:cNvCxnSpPr>
            <p:nvPr/>
          </p:nvCxnSpPr>
          <p:spPr bwMode="auto">
            <a:xfrm>
              <a:off x="7294873" y="2697635"/>
              <a:ext cx="819370" cy="47422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7250E6C-E8BF-6FC6-47E7-ECED36439E4D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 bwMode="auto">
            <a:xfrm>
              <a:off x="8114243" y="3782986"/>
              <a:ext cx="298021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2" name="Picture 91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25332BF-E7EE-B8BA-FACD-267761AA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9893" y="5071670"/>
              <a:ext cx="680698" cy="1042341"/>
            </a:xfrm>
            <a:prstGeom prst="rect">
              <a:avLst/>
            </a:prstGeom>
          </p:spPr>
        </p:pic>
        <p:pic>
          <p:nvPicPr>
            <p:cNvPr id="93" name="Picture 92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378DBAA7-46D1-2B9F-FF7F-7017EFF0B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443" y="5071670"/>
              <a:ext cx="680698" cy="1042341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2DF2905-0267-461A-E0D1-7FD3D11CA2C1}"/>
                </a:ext>
              </a:extLst>
            </p:cNvPr>
            <p:cNvCxnSpPr>
              <a:cxnSpLocks/>
              <a:stCxn id="62" idx="2"/>
              <a:endCxn id="92" idx="0"/>
            </p:cNvCxnSpPr>
            <p:nvPr/>
          </p:nvCxnSpPr>
          <p:spPr bwMode="auto">
            <a:xfrm>
              <a:off x="6758149" y="4758090"/>
              <a:ext cx="162093" cy="31358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761E8B-62BA-1DD6-B0AD-16CBDF4DA6F0}"/>
                </a:ext>
              </a:extLst>
            </p:cNvPr>
            <p:cNvCxnSpPr>
              <a:cxnSpLocks/>
              <a:stCxn id="63" idx="2"/>
              <a:endCxn id="93" idx="0"/>
            </p:cNvCxnSpPr>
            <p:nvPr/>
          </p:nvCxnSpPr>
          <p:spPr bwMode="auto">
            <a:xfrm flipH="1">
              <a:off x="8075792" y="4743806"/>
              <a:ext cx="336472" cy="32786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7" name="Picture 10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C27EDE3-E3B3-7C04-4CDA-421586195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60591" y="4142377"/>
              <a:ext cx="722587" cy="611124"/>
            </a:xfrm>
            <a:prstGeom prst="rect">
              <a:avLst/>
            </a:prstGeom>
          </p:spPr>
        </p:pic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DDF9FD0-544B-ACF2-9B8E-EA937E6E03C8}"/>
                </a:ext>
              </a:extLst>
            </p:cNvPr>
            <p:cNvCxnSpPr>
              <a:cxnSpLocks/>
              <a:stCxn id="61" idx="2"/>
              <a:endCxn id="107" idx="0"/>
            </p:cNvCxnSpPr>
            <p:nvPr/>
          </p:nvCxnSpPr>
          <p:spPr bwMode="auto">
            <a:xfrm flipH="1">
              <a:off x="7621885" y="3782986"/>
              <a:ext cx="492358" cy="35939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4E3783D-4D30-FBE7-43A0-8929A6B79F85}"/>
              </a:ext>
            </a:extLst>
          </p:cNvPr>
          <p:cNvSpPr txBox="1"/>
          <p:nvPr/>
        </p:nvSpPr>
        <p:spPr>
          <a:xfrm>
            <a:off x="6151237" y="1507312"/>
            <a:ext cx="478453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Windows系统</a:t>
            </a:r>
          </a:p>
        </p:txBody>
      </p:sp>
    </p:spTree>
    <p:extLst>
      <p:ext uri="{BB962C8B-B14F-4D97-AF65-F5344CB8AC3E}">
        <p14:creationId xmlns:p14="http://schemas.microsoft.com/office/powerpoint/2010/main" val="311269091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6BBB-13DA-DA8F-6F34-6C5423DE1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F1CEACC-31E3-EF2C-02AA-7EA3C1F67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61EF75-A530-84EA-9CB8-8151E9B4A5CB}"/>
              </a:ext>
            </a:extLst>
          </p:cNvPr>
          <p:cNvSpPr txBox="1"/>
          <p:nvPr/>
        </p:nvSpPr>
        <p:spPr>
          <a:xfrm>
            <a:off x="399142" y="1062493"/>
            <a:ext cx="95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E4053A-687D-0B8D-431C-E741D9F77130}"/>
              </a:ext>
            </a:extLst>
          </p:cNvPr>
          <p:cNvSpPr txBox="1"/>
          <p:nvPr/>
        </p:nvSpPr>
        <p:spPr>
          <a:xfrm>
            <a:off x="375034" y="1718326"/>
            <a:ext cx="7837921" cy="5063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CN" sz="3200" b="1" dirty="0">
                <a:solidFill>
                  <a:schemeClr val="bg2"/>
                </a:solidFill>
                <a:latin typeface="+mj-ea"/>
                <a:ea typeface="+mj-ea"/>
              </a:rPr>
              <a:t>定位文件方法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绝对路径：以根目录为基准的路径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(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C:\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编程基础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\Data\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 </a:t>
            </a:r>
            <a:r>
              <a:rPr lang="en-CN" sz="3200" dirty="0">
                <a:solidFill>
                  <a:schemeClr val="bg2"/>
                </a:solidFill>
                <a:latin typeface="+mj-ea"/>
                <a:ea typeface="+mj-ea"/>
              </a:rPr>
              <a:t>相对路径: 以参考位置为基准的路径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（以“编程基础”文件夹为参考：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或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./Data/file.txt </a:t>
            </a:r>
            <a:r>
              <a:rPr lang="zh-CN" altLang="en-US" sz="2800" dirty="0">
                <a:solidFill>
                  <a:schemeClr val="accent2"/>
                </a:solidFill>
                <a:latin typeface="+mj-ea"/>
                <a:ea typeface="+mj-ea"/>
              </a:rPr>
              <a:t>）</a:t>
            </a:r>
            <a:endParaRPr lang="en-CN" sz="28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CE02535-3906-8FD1-F888-DA83CF647882}"/>
              </a:ext>
            </a:extLst>
          </p:cNvPr>
          <p:cNvGrpSpPr/>
          <p:nvPr/>
        </p:nvGrpSpPr>
        <p:grpSpPr>
          <a:xfrm>
            <a:off x="8238805" y="1161040"/>
            <a:ext cx="3526971" cy="5522789"/>
            <a:chOff x="7399323" y="1647268"/>
            <a:chExt cx="3138048" cy="512231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A79477-53AB-DC3A-AAE2-3731D4BB1BD6}"/>
                </a:ext>
              </a:extLst>
            </p:cNvPr>
            <p:cNvGrpSpPr/>
            <p:nvPr/>
          </p:nvGrpSpPr>
          <p:grpSpPr>
            <a:xfrm>
              <a:off x="7399323" y="1647268"/>
              <a:ext cx="3138048" cy="5122319"/>
              <a:chOff x="4335402" y="2161241"/>
              <a:chExt cx="1993953" cy="3952769"/>
            </a:xfrm>
          </p:grpSpPr>
          <p:pic>
            <p:nvPicPr>
              <p:cNvPr id="6" name="Picture 5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4BC03E18-5E6C-7584-DB65-F97227636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5080" y="2161241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19" name="Picture 18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7399CDB5-EDB8-1A29-B223-6554A0121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09580" y="3171862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2" name="Picture 21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A05EC4C-5D16-8F81-5E44-642576E68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06768" y="3214967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3" name="Picture 22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16E08C31-F105-CDFD-3A1E-3BC62B1AD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5402" y="4132682"/>
                <a:ext cx="722587" cy="61112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03850D0-5687-36F6-1825-E661A453F6AA}"/>
                  </a:ext>
                </a:extLst>
              </p:cNvPr>
              <p:cNvSpPr txBox="1"/>
              <p:nvPr/>
            </p:nvSpPr>
            <p:spPr>
              <a:xfrm>
                <a:off x="5108855" y="2263027"/>
                <a:ext cx="658812" cy="330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</a:rPr>
                  <a:t>C:\</a:t>
                </a:r>
                <a:endParaRPr lang="en-CN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D17690B-A9F9-DB88-B536-A6E2FCC73C02}"/>
                  </a:ext>
                </a:extLst>
              </p:cNvPr>
              <p:cNvCxnSpPr>
                <a:cxnSpLocks/>
                <a:stCxn id="6" idx="2"/>
                <a:endCxn id="19" idx="0"/>
              </p:cNvCxnSpPr>
              <p:nvPr/>
            </p:nvCxnSpPr>
            <p:spPr bwMode="auto">
              <a:xfrm flipH="1">
                <a:off x="4870874" y="2772365"/>
                <a:ext cx="535500" cy="399497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936A1DE-1794-9F4D-3FD3-A2E6E583E98D}"/>
                  </a:ext>
                </a:extLst>
              </p:cNvPr>
              <p:cNvCxnSpPr>
                <a:cxnSpLocks/>
                <a:stCxn id="6" idx="2"/>
                <a:endCxn id="22" idx="0"/>
              </p:cNvCxnSpPr>
              <p:nvPr/>
            </p:nvCxnSpPr>
            <p:spPr bwMode="auto">
              <a:xfrm>
                <a:off x="5406374" y="2772365"/>
                <a:ext cx="561688" cy="44260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B2734F3-08BA-D4FA-58B2-CA8B778211EB}"/>
                  </a:ext>
                </a:extLst>
              </p:cNvPr>
              <p:cNvCxnSpPr>
                <a:cxnSpLocks/>
                <a:stCxn id="19" idx="2"/>
                <a:endCxn id="23" idx="0"/>
              </p:cNvCxnSpPr>
              <p:nvPr/>
            </p:nvCxnSpPr>
            <p:spPr bwMode="auto">
              <a:xfrm flipH="1">
                <a:off x="4696696" y="3782986"/>
                <a:ext cx="174178" cy="34969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1" name="Picture 30" descr="A white paper with black text&#10;&#10;AI-generated content may be incorrect.">
                <a:extLst>
                  <a:ext uri="{FF2B5EF4-FFF2-40B4-BE49-F238E27FC236}">
                    <a16:creationId xmlns:a16="http://schemas.microsoft.com/office/drawing/2014/main" id="{BDF7AA1B-C519-31E1-0CAB-FE5EF0A52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3192" y="5071669"/>
                <a:ext cx="680698" cy="1042341"/>
              </a:xfrm>
              <a:prstGeom prst="rect">
                <a:avLst/>
              </a:prstGeom>
            </p:spPr>
          </p:pic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817FB9AF-8C0E-83E4-8555-CF35A31E4E0E}"/>
                  </a:ext>
                </a:extLst>
              </p:cNvPr>
              <p:cNvCxnSpPr>
                <a:cxnSpLocks/>
                <a:stCxn id="23" idx="2"/>
                <a:endCxn id="31" idx="0"/>
              </p:cNvCxnSpPr>
              <p:nvPr/>
            </p:nvCxnSpPr>
            <p:spPr bwMode="auto">
              <a:xfrm>
                <a:off x="4696696" y="4743806"/>
                <a:ext cx="666845" cy="327863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4" name="Picture 33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88A1879-5A58-C8E1-0E53-CDA9CA6BC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1383" y="4142810"/>
                <a:ext cx="722587" cy="611124"/>
              </a:xfrm>
              <a:prstGeom prst="rect">
                <a:avLst/>
              </a:prstGeom>
            </p:spPr>
          </p:pic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7E1F34E-9CAA-929D-7F45-0FAF2FF55E23}"/>
                  </a:ext>
                </a:extLst>
              </p:cNvPr>
              <p:cNvCxnSpPr>
                <a:cxnSpLocks/>
                <a:stCxn id="22" idx="2"/>
                <a:endCxn id="34" idx="0"/>
              </p:cNvCxnSpPr>
              <p:nvPr/>
            </p:nvCxnSpPr>
            <p:spPr bwMode="auto">
              <a:xfrm flipH="1">
                <a:off x="5722677" y="3826091"/>
                <a:ext cx="245385" cy="316719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0FE7D5-F6EB-515F-94B9-E1D23549364C}"/>
                </a:ext>
              </a:extLst>
            </p:cNvPr>
            <p:cNvSpPr txBox="1"/>
            <p:nvPr/>
          </p:nvSpPr>
          <p:spPr>
            <a:xfrm>
              <a:off x="7633803" y="3202242"/>
              <a:ext cx="1257062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+mn-ea"/>
                  <a:ea typeface="+mn-ea"/>
                </a:rPr>
                <a:t>编程基础</a:t>
              </a:r>
              <a:endParaRPr lang="en-CN" sz="2000" b="1" dirty="0"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311725-FDF2-B205-3972-CBF1BEB94F14}"/>
                </a:ext>
              </a:extLst>
            </p:cNvPr>
            <p:cNvSpPr txBox="1"/>
            <p:nvPr/>
          </p:nvSpPr>
          <p:spPr>
            <a:xfrm>
              <a:off x="7440582" y="4404500"/>
              <a:ext cx="1095937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Data</a:t>
              </a:r>
              <a:endParaRPr lang="en-CN" sz="2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1227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8C-A47B-1106-11E3-5DE8EB32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55081E-12AF-A15F-6E20-3A3E91A6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5FBB75-C873-9630-9F82-9B9B22559887}"/>
              </a:ext>
            </a:extLst>
          </p:cNvPr>
          <p:cNvSpPr txBox="1"/>
          <p:nvPr/>
        </p:nvSpPr>
        <p:spPr>
          <a:xfrm>
            <a:off x="217714" y="931591"/>
            <a:ext cx="9824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文件打开模式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4AFA17-6E5E-2F58-E73B-77CBACAD0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292107"/>
              </p:ext>
            </p:extLst>
          </p:nvPr>
        </p:nvGraphicFramePr>
        <p:xfrm>
          <a:off x="4585111" y="1717151"/>
          <a:ext cx="5814376" cy="1828800"/>
        </p:xfrm>
        <a:graphic>
          <a:graphicData uri="http://schemas.openxmlformats.org/drawingml/2006/table">
            <a:tbl>
              <a:tblPr/>
              <a:tblGrid>
                <a:gridCol w="1692006">
                  <a:extLst>
                    <a:ext uri="{9D8B030D-6E8A-4147-A177-3AD203B41FA5}">
                      <a16:colId xmlns:a16="http://schemas.microsoft.com/office/drawing/2014/main" val="1226408210"/>
                    </a:ext>
                  </a:extLst>
                </a:gridCol>
                <a:gridCol w="4122370">
                  <a:extLst>
                    <a:ext uri="{9D8B030D-6E8A-4147-A177-3AD203B41FA5}">
                      <a16:colId xmlns:a16="http://schemas.microsoft.com/office/drawing/2014/main" val="3028672628"/>
                    </a:ext>
                  </a:extLst>
                </a:gridCol>
              </a:tblGrid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模式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692963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只读（默认）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803602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w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写入（覆盖）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796635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追加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428852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8AC1881E-388E-2642-A072-0ABAD616593A}"/>
              </a:ext>
            </a:extLst>
          </p:cNvPr>
          <p:cNvGrpSpPr/>
          <p:nvPr/>
        </p:nvGrpSpPr>
        <p:grpSpPr>
          <a:xfrm>
            <a:off x="1098020" y="3788348"/>
            <a:ext cx="2366959" cy="1234479"/>
            <a:chOff x="218209" y="4202002"/>
            <a:chExt cx="2315336" cy="1092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0340C47-2142-6687-B0B5-73A79DE3ED4E}"/>
                </a:ext>
              </a:extLst>
            </p:cNvPr>
            <p:cNvSpPr/>
            <p:nvPr/>
          </p:nvSpPr>
          <p:spPr>
            <a:xfrm>
              <a:off x="218209" y="4202002"/>
              <a:ext cx="2315336" cy="1092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A4D21F-3AA4-7EB2-A603-06B4FFB69445}"/>
                </a:ext>
              </a:extLst>
            </p:cNvPr>
            <p:cNvSpPr txBox="1"/>
            <p:nvPr/>
          </p:nvSpPr>
          <p:spPr>
            <a:xfrm>
              <a:off x="328362" y="4517268"/>
              <a:ext cx="2095030" cy="408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传统打开方式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71FC3A-2DB6-8E7C-6B3D-2E41112FBF88}"/>
              </a:ext>
            </a:extLst>
          </p:cNvPr>
          <p:cNvGrpSpPr/>
          <p:nvPr/>
        </p:nvGrpSpPr>
        <p:grpSpPr>
          <a:xfrm>
            <a:off x="1098020" y="5214484"/>
            <a:ext cx="2366960" cy="1177061"/>
            <a:chOff x="314672" y="5560687"/>
            <a:chExt cx="2315336" cy="1041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1BE0F3-6D7E-0FF7-42A0-6956455EC0DD}"/>
                </a:ext>
              </a:extLst>
            </p:cNvPr>
            <p:cNvSpPr/>
            <p:nvPr/>
          </p:nvSpPr>
          <p:spPr>
            <a:xfrm>
              <a:off x="314672" y="5560687"/>
              <a:ext cx="2315336" cy="1041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B43794-58A3-091B-8B1E-163D9FE90AA5}"/>
                </a:ext>
              </a:extLst>
            </p:cNvPr>
            <p:cNvSpPr txBox="1"/>
            <p:nvPr/>
          </p:nvSpPr>
          <p:spPr>
            <a:xfrm>
              <a:off x="332766" y="5731231"/>
              <a:ext cx="2297241" cy="73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w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ith</a:t>
              </a:r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…as…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方式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(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上下文管理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)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68AE6F-FE82-B526-1BC3-E305A77D933B}"/>
              </a:ext>
            </a:extLst>
          </p:cNvPr>
          <p:cNvSpPr txBox="1"/>
          <p:nvPr/>
        </p:nvSpPr>
        <p:spPr>
          <a:xfrm>
            <a:off x="638629" y="1937642"/>
            <a:ext cx="322942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chemeClr val="accent2"/>
                </a:solidFill>
                <a:latin typeface="+mn-ea"/>
                <a:ea typeface="+mn-ea"/>
              </a:rPr>
              <a:t>主要方法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o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pen()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.read()</a:t>
            </a:r>
          </a:p>
        </p:txBody>
      </p:sp>
      <p:pic>
        <p:nvPicPr>
          <p:cNvPr id="17" name="Picture 16" descr="A black background with different colored text&#10;&#10;AI-generated content may be incorrect.">
            <a:extLst>
              <a:ext uri="{FF2B5EF4-FFF2-40B4-BE49-F238E27FC236}">
                <a16:creationId xmlns:a16="http://schemas.microsoft.com/office/drawing/2014/main" id="{ECD981E9-B635-6A40-F31E-DEA2A165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111" y="3788348"/>
            <a:ext cx="3103344" cy="1234479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590BFFA-69DB-8D65-99C1-B12BC8F5E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574" y="5212309"/>
            <a:ext cx="5747449" cy="1179236"/>
          </a:xfrm>
          <a:prstGeom prst="rect">
            <a:avLst/>
          </a:prstGeom>
        </p:spPr>
      </p:pic>
      <p:sp>
        <p:nvSpPr>
          <p:cNvPr id="6" name="箭头: 右 5">
            <a:extLst>
              <a:ext uri="{FF2B5EF4-FFF2-40B4-BE49-F238E27FC236}">
                <a16:creationId xmlns:a16="http://schemas.microsoft.com/office/drawing/2014/main" id="{4F7F2A55-E2DA-90CB-9C8A-DE0FC1D6F1CD}"/>
              </a:ext>
            </a:extLst>
          </p:cNvPr>
          <p:cNvSpPr/>
          <p:nvPr/>
        </p:nvSpPr>
        <p:spPr>
          <a:xfrm>
            <a:off x="3587131" y="4113199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5FF337BE-E3FF-4102-51E7-9AE5E37C2AD1}"/>
              </a:ext>
            </a:extLst>
          </p:cNvPr>
          <p:cNvSpPr/>
          <p:nvPr/>
        </p:nvSpPr>
        <p:spPr>
          <a:xfrm>
            <a:off x="3599091" y="5530354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981112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955C-BC25-CE58-5F8F-59B947EF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7F9CF8-16C7-CF38-C1A7-BB455506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51102-9952-796E-F7D3-86E60C84C66C}"/>
              </a:ext>
            </a:extLst>
          </p:cNvPr>
          <p:cNvSpPr txBox="1"/>
          <p:nvPr/>
        </p:nvSpPr>
        <p:spPr>
          <a:xfrm>
            <a:off x="166914" y="931591"/>
            <a:ext cx="9874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6200F-C47E-DEE8-29A1-7E171038F816}"/>
              </a:ext>
            </a:extLst>
          </p:cNvPr>
          <p:cNvSpPr txBox="1"/>
          <p:nvPr/>
        </p:nvSpPr>
        <p:spPr>
          <a:xfrm>
            <a:off x="539123" y="1647268"/>
            <a:ext cx="11014247" cy="2601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终端命令：</a:t>
            </a:r>
            <a:r>
              <a:rPr lang="en-US" altLang="zh-CN" sz="3200" b="1" dirty="0" err="1">
                <a:solidFill>
                  <a:srgbClr val="FF0000"/>
                </a:solidFill>
                <a:latin typeface="+mn-ea"/>
                <a:ea typeface="+mn-ea"/>
              </a:rPr>
              <a:t>pwd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, ls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，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cd, cd.. new-item/touch, rm</a:t>
            </a:r>
            <a:endParaRPr lang="en-US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Python o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s模块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(1)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查看文件夹文件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; (2)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重命名文件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(3)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移动文件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;  (4)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删除文件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text and symbols&#10;&#10;AI-generated content may be incorrect.">
            <a:extLst>
              <a:ext uri="{FF2B5EF4-FFF2-40B4-BE49-F238E27FC236}">
                <a16:creationId xmlns:a16="http://schemas.microsoft.com/office/drawing/2014/main" id="{41FD0EA2-D850-FC17-5118-938E3DC9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65" y="4453273"/>
            <a:ext cx="11284359" cy="16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22894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C21C-7CE1-5142-CDD8-EF4FB7F0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1941A2-8ECA-8715-6B38-5AA63CBCF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E1514-12E1-16F0-6AE9-9E1C2CC52DE0}"/>
              </a:ext>
            </a:extLst>
          </p:cNvPr>
          <p:cNvSpPr txBox="1"/>
          <p:nvPr/>
        </p:nvSpPr>
        <p:spPr>
          <a:xfrm>
            <a:off x="283029" y="931591"/>
            <a:ext cx="97587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B96A3F-48BA-7F06-C58C-56F60D3CDE76}"/>
              </a:ext>
            </a:extLst>
          </p:cNvPr>
          <p:cNvSpPr txBox="1"/>
          <p:nvPr/>
        </p:nvSpPr>
        <p:spPr>
          <a:xfrm>
            <a:off x="428173" y="1633593"/>
            <a:ext cx="113574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glob</a:t>
            </a:r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模块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：文件路径匹配模块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通配符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：*（任意字符）、？（单个字符）、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（字符范围）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18919-A5D0-7094-77A0-3956BAD95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50308"/>
              </p:ext>
            </p:extLst>
          </p:nvPr>
        </p:nvGraphicFramePr>
        <p:xfrm>
          <a:off x="428173" y="3009968"/>
          <a:ext cx="11357431" cy="3448890"/>
        </p:xfrm>
        <a:graphic>
          <a:graphicData uri="http://schemas.openxmlformats.org/drawingml/2006/table">
            <a:tbl>
              <a:tblPr/>
              <a:tblGrid>
                <a:gridCol w="1407885">
                  <a:extLst>
                    <a:ext uri="{9D8B030D-6E8A-4147-A177-3AD203B41FA5}">
                      <a16:colId xmlns:a16="http://schemas.microsoft.com/office/drawing/2014/main" val="2348796459"/>
                    </a:ext>
                  </a:extLst>
                </a:gridCol>
                <a:gridCol w="4058855">
                  <a:extLst>
                    <a:ext uri="{9D8B030D-6E8A-4147-A177-3AD203B41FA5}">
                      <a16:colId xmlns:a16="http://schemas.microsoft.com/office/drawing/2014/main" val="3547002522"/>
                    </a:ext>
                  </a:extLst>
                </a:gridCol>
                <a:gridCol w="5890691">
                  <a:extLst>
                    <a:ext uri="{9D8B030D-6E8A-4147-A177-3AD203B41FA5}">
                      <a16:colId xmlns:a16="http://schemas.microsoft.com/office/drawing/2014/main" val="2363603393"/>
                    </a:ext>
                  </a:extLst>
                </a:gridCol>
              </a:tblGrid>
              <a:tr h="70848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 dirty="0">
                          <a:solidFill>
                            <a:schemeClr val="bg2"/>
                          </a:solidFill>
                          <a:effectLst/>
                        </a:rPr>
                        <a:t>通配符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作用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008564"/>
                  </a:ext>
                </a:extLst>
              </a:tr>
              <a:tr h="74138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匹配任意长度字符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*.csv → 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所有</a:t>
                      </a:r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CSV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文件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1234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匹配单个字符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image_??.</a:t>
                      </a:r>
                      <a:r>
                        <a:rPr lang="en-US" sz="3000" dirty="0" err="1">
                          <a:solidFill>
                            <a:schemeClr val="bg2"/>
                          </a:solidFill>
                          <a:effectLst/>
                        </a:rPr>
                        <a:t>png</a:t>
                      </a:r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 → image_01.png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5611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匹配指定范围的字符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data_[0-9].txt → data_1.txt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5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119822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二、异常处理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0BA3DF0-0BD3-732F-9CF4-904F309F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811F-DD77-3EC3-62B1-4EA177B0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5F932-3F9D-D068-71F5-9521FB31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B7E53-054F-6B83-1649-F9D39F7A0CA9}"/>
              </a:ext>
            </a:extLst>
          </p:cNvPr>
          <p:cNvSpPr txBox="1"/>
          <p:nvPr/>
        </p:nvSpPr>
        <p:spPr>
          <a:xfrm>
            <a:off x="257246" y="1101654"/>
            <a:ext cx="9013371" cy="4725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Bug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：程序出现的故障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1878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托马斯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·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爱迪生首次在技术文献中使用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"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bug"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指代技术故障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1947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一位叫赫雷丝</a:t>
            </a:r>
            <a:r>
              <a:rPr lang="en-CN" sz="2800" dirty="0">
                <a:solidFill>
                  <a:schemeClr val="bg2"/>
                </a:solidFill>
              </a:rPr>
              <a:t>・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赫柏的计算机操作员发现一只飞蛾导致机器故障。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1950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年代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“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Debugging”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成为编程标准术语。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30E134D-F1BE-7642-056A-B4AF3FD2A91E}"/>
              </a:ext>
            </a:extLst>
          </p:cNvPr>
          <p:cNvGrpSpPr/>
          <p:nvPr/>
        </p:nvGrpSpPr>
        <p:grpSpPr>
          <a:xfrm>
            <a:off x="9448801" y="1101654"/>
            <a:ext cx="2525485" cy="5487896"/>
            <a:chOff x="8904896" y="1507989"/>
            <a:chExt cx="2099950" cy="4888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26A4AA-376F-EC56-B745-6A8A4653919D}"/>
                </a:ext>
              </a:extLst>
            </p:cNvPr>
            <p:cNvGrpSpPr/>
            <p:nvPr/>
          </p:nvGrpSpPr>
          <p:grpSpPr>
            <a:xfrm>
              <a:off x="8904896" y="1507989"/>
              <a:ext cx="1494590" cy="2545661"/>
              <a:chOff x="6976310" y="1957387"/>
              <a:chExt cx="1278691" cy="2282861"/>
            </a:xfrm>
          </p:grpSpPr>
          <p:pic>
            <p:nvPicPr>
              <p:cNvPr id="7" name="Picture 6" descr="A close up of a moth&#10;&#10;AI-generated content may be incorrect.">
                <a:extLst>
                  <a:ext uri="{FF2B5EF4-FFF2-40B4-BE49-F238E27FC236}">
                    <a16:creationId xmlns:a16="http://schemas.microsoft.com/office/drawing/2014/main" id="{2B5BD91C-E1FD-857D-5D3E-3A86A9CE84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310" y="1957387"/>
                <a:ext cx="1278690" cy="1868856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66B1-70CE-B1D6-0BF7-1D7953FA5FE1}"/>
                  </a:ext>
                </a:extLst>
              </p:cNvPr>
              <p:cNvSpPr txBox="1"/>
              <p:nvPr/>
            </p:nvSpPr>
            <p:spPr>
              <a:xfrm>
                <a:off x="6976311" y="3826243"/>
                <a:ext cx="1278690" cy="414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bug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FB21EB-0365-F3A9-6120-E29D0282212C}"/>
                </a:ext>
              </a:extLst>
            </p:cNvPr>
            <p:cNvGrpSpPr/>
            <p:nvPr/>
          </p:nvGrpSpPr>
          <p:grpSpPr>
            <a:xfrm>
              <a:off x="8904896" y="4340088"/>
              <a:ext cx="1494590" cy="2056102"/>
              <a:chOff x="6798510" y="4632763"/>
              <a:chExt cx="1278690" cy="1762911"/>
            </a:xfrm>
          </p:grpSpPr>
          <p:pic>
            <p:nvPicPr>
              <p:cNvPr id="15" name="Picture 14" descr="A yellow triangle sign with a exclamation mark&#10;&#10;AI-generated content may be incorrect.">
                <a:extLst>
                  <a:ext uri="{FF2B5EF4-FFF2-40B4-BE49-F238E27FC236}">
                    <a16:creationId xmlns:a16="http://schemas.microsoft.com/office/drawing/2014/main" id="{0D0A852A-4DFE-A276-D829-3256A4793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98510" y="4632763"/>
                <a:ext cx="1278690" cy="1331969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B1DCB3-5792-FEF1-11B9-3F7CBC07CB50}"/>
                  </a:ext>
                </a:extLst>
              </p:cNvPr>
              <p:cNvSpPr txBox="1"/>
              <p:nvPr/>
            </p:nvSpPr>
            <p:spPr>
              <a:xfrm>
                <a:off x="6798510" y="5999840"/>
                <a:ext cx="1278689" cy="395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程序错误</a:t>
                </a:r>
              </a:p>
            </p:txBody>
          </p:sp>
        </p:grp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9525BFB-571A-23E8-144E-DA888D169137}"/>
                </a:ext>
              </a:extLst>
            </p:cNvPr>
            <p:cNvSpPr/>
            <p:nvPr/>
          </p:nvSpPr>
          <p:spPr>
            <a:xfrm rot="5400000">
              <a:off x="10310484" y="3794627"/>
              <a:ext cx="931524" cy="457200"/>
            </a:xfrm>
            <a:prstGeom prst="rightArrow">
              <a:avLst/>
            </a:prstGeom>
            <a:solidFill>
              <a:srgbClr val="7030A0"/>
            </a:solidFill>
            <a:ln w="19050"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23399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3FA2-3595-40F7-8618-0CEB29FC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BC8F399-026C-42DD-AD91-66AF4812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C64-116B-C41C-CFB7-A6EF466A2FCC}"/>
              </a:ext>
            </a:extLst>
          </p:cNvPr>
          <p:cNvSpPr txBox="1"/>
          <p:nvPr/>
        </p:nvSpPr>
        <p:spPr>
          <a:xfrm>
            <a:off x="429680" y="1034525"/>
            <a:ext cx="5106007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chemeClr val="accent2"/>
                </a:solidFill>
                <a:latin typeface="+mn-ea"/>
                <a:ea typeface="+mn-ea"/>
              </a:rPr>
              <a:t>assert: </a:t>
            </a: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断言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作用：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验证程序内部假设；</a:t>
            </a: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快速定位程序故障。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B3EA3C-A976-D1C0-7F30-EAAFAFA19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77721"/>
              </p:ext>
            </p:extLst>
          </p:nvPr>
        </p:nvGraphicFramePr>
        <p:xfrm>
          <a:off x="5602362" y="883031"/>
          <a:ext cx="6542013" cy="5940683"/>
        </p:xfrm>
        <a:graphic>
          <a:graphicData uri="http://schemas.openxmlformats.org/drawingml/2006/table">
            <a:tbl>
              <a:tblPr/>
              <a:tblGrid>
                <a:gridCol w="1798977">
                  <a:extLst>
                    <a:ext uri="{9D8B030D-6E8A-4147-A177-3AD203B41FA5}">
                      <a16:colId xmlns:a16="http://schemas.microsoft.com/office/drawing/2014/main" val="358579845"/>
                    </a:ext>
                  </a:extLst>
                </a:gridCol>
                <a:gridCol w="4743036">
                  <a:extLst>
                    <a:ext uri="{9D8B030D-6E8A-4147-A177-3AD203B41FA5}">
                      <a16:colId xmlns:a16="http://schemas.microsoft.com/office/drawing/2014/main" val="1282577104"/>
                    </a:ext>
                  </a:extLst>
                </a:gridCol>
              </a:tblGrid>
              <a:tr h="6509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示例代码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268646"/>
                  </a:ext>
                </a:extLst>
              </a:tr>
              <a:tr h="7940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参数验证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 &gt; 0, "n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必须为正整数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897451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isinstance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(x, int),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需整数类型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037252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状态检查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not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self.locked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资源已锁定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28726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返回值验证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result != None,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函数返回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None"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1338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常量不变性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MAX_SIZE == 100,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常量值被修改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690780"/>
                  </a:ext>
                </a:extLst>
              </a:tr>
            </a:tbl>
          </a:graphicData>
        </a:graphic>
      </p:graphicFrame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EC4676-8BA1-E33F-4562-4BDA0F09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0" y="4192239"/>
            <a:ext cx="5106007" cy="238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038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8A9A-90BC-ED63-05B0-D0CE7D192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3367B9-1163-8208-CB54-E499D94B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457" y="8526"/>
            <a:ext cx="1187994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DB676-A1C6-A827-852E-C386150145FF}"/>
              </a:ext>
            </a:extLst>
          </p:cNvPr>
          <p:cNvSpPr txBox="1"/>
          <p:nvPr/>
        </p:nvSpPr>
        <p:spPr>
          <a:xfrm>
            <a:off x="276224" y="935571"/>
            <a:ext cx="11708494" cy="4683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bg2"/>
                </a:solidFill>
                <a:latin typeface="+mn-ea"/>
                <a:ea typeface="+mn-ea"/>
              </a:rPr>
              <a:t>异常定义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：程序运行时的错误事件（如文件不存在）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异常处理作用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  <a:sym typeface="Wingdings" panose="05000000000000000000" pitchFamily="2" charset="2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防止程序崩溃，增强代码可读性等。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程序错误类型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）代码语法错误；（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）程序运行错误。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异常类层次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BaseException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→ Exception →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子类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基础语法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try-except</a:t>
            </a:r>
            <a:endParaRPr lang="en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D177B11-1156-F1A6-0381-12F461D5152A}"/>
              </a:ext>
            </a:extLst>
          </p:cNvPr>
          <p:cNvGrpSpPr/>
          <p:nvPr/>
        </p:nvGrpSpPr>
        <p:grpSpPr>
          <a:xfrm>
            <a:off x="5048250" y="4888556"/>
            <a:ext cx="6936468" cy="1881089"/>
            <a:chOff x="3909601" y="4658167"/>
            <a:chExt cx="5768078" cy="1532176"/>
          </a:xfrm>
        </p:grpSpPr>
        <p:pic>
          <p:nvPicPr>
            <p:cNvPr id="6" name="Picture 5" descr="A black background with white text and green text&#10;&#10;AI-generated content may be incorrect.">
              <a:extLst>
                <a:ext uri="{FF2B5EF4-FFF2-40B4-BE49-F238E27FC236}">
                  <a16:creationId xmlns:a16="http://schemas.microsoft.com/office/drawing/2014/main" id="{C872820F-E35C-53C7-4222-9656D5EC7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4535" y="4658167"/>
              <a:ext cx="3823144" cy="153217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F56E2-F06D-FCC1-4ABB-7D3884DFE383}"/>
                </a:ext>
              </a:extLst>
            </p:cNvPr>
            <p:cNvSpPr txBox="1"/>
            <p:nvPr/>
          </p:nvSpPr>
          <p:spPr>
            <a:xfrm>
              <a:off x="3909601" y="5010618"/>
              <a:ext cx="1952855" cy="82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  <a:p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处理除零错误</a:t>
              </a:r>
              <a:endParaRPr lang="en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60938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5AD1-85D8-C712-ED28-170E4B16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97E45AB-8F03-569C-7FED-F5181C6CE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D62CF8-315D-013C-349A-B5F0D417B2D7}"/>
              </a:ext>
            </a:extLst>
          </p:cNvPr>
          <p:cNvSpPr txBox="1"/>
          <p:nvPr/>
        </p:nvSpPr>
        <p:spPr>
          <a:xfrm>
            <a:off x="406400" y="988152"/>
            <a:ext cx="9559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常见异常类型与捕获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FDAFE3F-8703-4CB2-46A8-A4BBA9CF0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56" y="1572927"/>
            <a:ext cx="5045118" cy="185567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CFA68BD-4092-46B8-5D5F-4A7585046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357428"/>
              </p:ext>
            </p:extLst>
          </p:nvPr>
        </p:nvGraphicFramePr>
        <p:xfrm>
          <a:off x="531752" y="1572927"/>
          <a:ext cx="5045117" cy="5035616"/>
        </p:xfrm>
        <a:graphic>
          <a:graphicData uri="http://schemas.openxmlformats.org/drawingml/2006/table">
            <a:tbl>
              <a:tblPr/>
              <a:tblGrid>
                <a:gridCol w="2803480">
                  <a:extLst>
                    <a:ext uri="{9D8B030D-6E8A-4147-A177-3AD203B41FA5}">
                      <a16:colId xmlns:a16="http://schemas.microsoft.com/office/drawing/2014/main" val="3326156905"/>
                    </a:ext>
                  </a:extLst>
                </a:gridCol>
                <a:gridCol w="2241637">
                  <a:extLst>
                    <a:ext uri="{9D8B030D-6E8A-4147-A177-3AD203B41FA5}">
                      <a16:colId xmlns:a16="http://schemas.microsoft.com/office/drawing/2014/main" val="1453689696"/>
                    </a:ext>
                  </a:extLst>
                </a:gridCol>
              </a:tblGrid>
              <a:tr h="5329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异常类型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触发场景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248870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ZeroDivisionError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除数为零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025025"/>
                  </a:ext>
                </a:extLst>
              </a:tr>
              <a:tr h="80117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FileNotFoundError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文件不存在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86745"/>
                  </a:ext>
                </a:extLst>
              </a:tr>
              <a:tr h="10536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ValueError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无效参数（如</a:t>
                      </a:r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int("abc")）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00748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IndexError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列表索引越界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63154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KeyError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字典键不存在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945805"/>
                  </a:ext>
                </a:extLst>
              </a:tr>
              <a:tr h="47026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TypeError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类型不匹配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646805"/>
                  </a:ext>
                </a:extLst>
              </a:tr>
            </a:tbl>
          </a:graphicData>
        </a:graphic>
      </p:graphicFrame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C273D732-F19B-14C8-9145-F3B0E6EC1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56" y="4024131"/>
            <a:ext cx="5045118" cy="2627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D14B4C-57D8-A716-7017-2C654A77F1F6}"/>
              </a:ext>
            </a:extLst>
          </p:cNvPr>
          <p:cNvSpPr txBox="1"/>
          <p:nvPr/>
        </p:nvSpPr>
        <p:spPr>
          <a:xfrm>
            <a:off x="6469256" y="3599405"/>
            <a:ext cx="4420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j-ea"/>
                <a:ea typeface="+mj-ea"/>
              </a:rPr>
              <a:t>处理多个异常</a:t>
            </a:r>
            <a:endParaRPr lang="en-CN" sz="2000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243293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5</a:t>
            </a:r>
            <a:r>
              <a:rPr lang="zh-CN" altLang="en-US" sz="4000" dirty="0">
                <a:latin typeface="+mn-ea"/>
              </a:rPr>
              <a:t>章、文件操作与异常处理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832995"/>
            <a:ext cx="99846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第五章实验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文件操作练习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7" y="1537249"/>
            <a:ext cx="11285315" cy="5237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编程中文件操作以及程序运行路径设置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）分别利用命令行工具和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 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模块进行文件查询，路径切换，以及文件创建，在计算机指定目录下创建若干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.txt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）配置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文件运行路径（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vscode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设置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模块设置），分别采用相对路径和绝对路径读入计算机中同一个文件。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2117</TotalTime>
  <Words>766</Words>
  <Application>Microsoft Office PowerPoint</Application>
  <PresentationFormat>宽屏</PresentationFormat>
  <Paragraphs>133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第五章、文件操作与异常处理</vt:lpstr>
      <vt:lpstr>一、文件操作</vt:lpstr>
      <vt:lpstr>一、文件操作</vt:lpstr>
      <vt:lpstr>一、文件操作</vt:lpstr>
      <vt:lpstr>一、文件操作</vt:lpstr>
      <vt:lpstr>一、文件操作</vt:lpstr>
      <vt:lpstr>一、文件操作</vt:lpstr>
      <vt:lpstr>第五章、文件操作与异常处理</vt:lpstr>
      <vt:lpstr>一、异常处理</vt:lpstr>
      <vt:lpstr>一、异常处理</vt:lpstr>
      <vt:lpstr>一、异常处理</vt:lpstr>
      <vt:lpstr>一、异常处理</vt:lpstr>
      <vt:lpstr>第5章、文件操作与异常处理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17</cp:revision>
  <dcterms:created xsi:type="dcterms:W3CDTF">2004-07-09T11:40:27Z</dcterms:created>
  <dcterms:modified xsi:type="dcterms:W3CDTF">2025-11-27T04:34:55Z</dcterms:modified>
</cp:coreProperties>
</file>